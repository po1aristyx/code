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257" r:id="rId4"/>
    <p:sldId id="258" r:id="rId5"/>
    <p:sldId id="259" r:id="rId6"/>
    <p:sldId id="260" r:id="rId7"/>
    <p:sldId id="261" r:id="rId9"/>
    <p:sldId id="262" r:id="rId10"/>
    <p:sldId id="281" r:id="rId11"/>
    <p:sldId id="263" r:id="rId12"/>
    <p:sldId id="264" r:id="rId13"/>
    <p:sldId id="265" r:id="rId14"/>
    <p:sldId id="267" r:id="rId15"/>
    <p:sldId id="269" r:id="rId16"/>
    <p:sldId id="272" r:id="rId17"/>
    <p:sldId id="280" r:id="rId18"/>
    <p:sldId id="274" r:id="rId19"/>
    <p:sldId id="275" r:id="rId20"/>
    <p:sldId id="276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34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0" Type="http://schemas.openxmlformats.org/officeDocument/2006/relationships/tags" Target="../tags/tag87.xml"/><Relationship Id="rId3" Type="http://schemas.openxmlformats.org/officeDocument/2006/relationships/tags" Target="../tags/tag64.xml"/><Relationship Id="rId29" Type="http://schemas.openxmlformats.org/officeDocument/2006/relationships/tags" Target="../tags/tag86.xml"/><Relationship Id="rId28" Type="http://schemas.openxmlformats.org/officeDocument/2006/relationships/tags" Target="../tags/tag85.xml"/><Relationship Id="rId27" Type="http://schemas.openxmlformats.org/officeDocument/2006/relationships/tags" Target="../tags/tag84.xml"/><Relationship Id="rId26" Type="http://schemas.openxmlformats.org/officeDocument/2006/relationships/tags" Target="../tags/tag83.xml"/><Relationship Id="rId25" Type="http://schemas.openxmlformats.org/officeDocument/2006/relationships/tags" Target="../tags/tag82.xml"/><Relationship Id="rId24" Type="http://schemas.openxmlformats.org/officeDocument/2006/relationships/tags" Target="../tags/tag81.xml"/><Relationship Id="rId23" Type="http://schemas.openxmlformats.org/officeDocument/2006/relationships/tags" Target="../tags/tag80.xml"/><Relationship Id="rId22" Type="http://schemas.openxmlformats.org/officeDocument/2006/relationships/tags" Target="../tags/tag79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tags" Target="../tags/tag63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9" Type="http://schemas.openxmlformats.org/officeDocument/2006/relationships/tags" Target="../tags/tag118.xml"/><Relationship Id="rId18" Type="http://schemas.openxmlformats.org/officeDocument/2006/relationships/tags" Target="../tags/tag117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9" Type="http://schemas.openxmlformats.org/officeDocument/2006/relationships/tags" Target="../tags/tag172.xml"/><Relationship Id="rId28" Type="http://schemas.openxmlformats.org/officeDocument/2006/relationships/tags" Target="../tags/tag171.xml"/><Relationship Id="rId27" Type="http://schemas.openxmlformats.org/officeDocument/2006/relationships/tags" Target="../tags/tag170.xml"/><Relationship Id="rId26" Type="http://schemas.openxmlformats.org/officeDocument/2006/relationships/tags" Target="../tags/tag16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9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image" Target="../media/image6.svg"/><Relationship Id="rId16" Type="http://schemas.openxmlformats.org/officeDocument/2006/relationships/image" Target="../media/image3.png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image" Target="../media/image5.svg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accent1">
                  <a:lumMod val="95000"/>
                </a:schemeClr>
              </a:gs>
              <a:gs pos="100000">
                <a:schemeClr val="accent1">
                  <a:lumMod val="70000"/>
                  <a:lumOff val="3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 8"/>
          <p:cNvSpPr/>
          <p:nvPr userDrawn="1">
            <p:custDataLst>
              <p:tags r:id="rId3"/>
            </p:custDataLst>
          </p:nvPr>
        </p:nvSpPr>
        <p:spPr>
          <a:xfrm rot="21420000">
            <a:off x="5386070" y="4008120"/>
            <a:ext cx="1808480" cy="1513205"/>
          </a:xfrm>
          <a:custGeom>
            <a:avLst/>
            <a:gdLst>
              <a:gd name="connsiteX0" fmla="*/ 0 w 2848"/>
              <a:gd name="connsiteY0" fmla="*/ 155 h 2383"/>
              <a:gd name="connsiteX1" fmla="*/ 1540 w 2848"/>
              <a:gd name="connsiteY1" fmla="*/ 2383 h 2383"/>
              <a:gd name="connsiteX2" fmla="*/ 2848 w 2848"/>
              <a:gd name="connsiteY2" fmla="*/ 0 h 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8" h="2383">
                <a:moveTo>
                  <a:pt x="0" y="155"/>
                </a:moveTo>
                <a:lnTo>
                  <a:pt x="1540" y="2383"/>
                </a:lnTo>
                <a:lnTo>
                  <a:pt x="2848" y="0"/>
                </a:lnTo>
              </a:path>
            </a:pathLst>
          </a:custGeom>
          <a:noFill/>
          <a:ln w="177800">
            <a:solidFill>
              <a:srgbClr val="FFFFFF"/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7" name="任意多边形 19"/>
          <p:cNvSpPr/>
          <p:nvPr userDrawn="1">
            <p:custDataLst>
              <p:tags r:id="rId4"/>
            </p:custDataLst>
          </p:nvPr>
        </p:nvSpPr>
        <p:spPr>
          <a:xfrm rot="3180000">
            <a:off x="7403657" y="309418"/>
            <a:ext cx="1454150" cy="1699260"/>
          </a:xfrm>
          <a:custGeom>
            <a:avLst/>
            <a:gdLst>
              <a:gd name="connsiteX0" fmla="*/ 0 w 2290"/>
              <a:gd name="connsiteY0" fmla="*/ 2676 h 2676"/>
              <a:gd name="connsiteX1" fmla="*/ 1604 w 2290"/>
              <a:gd name="connsiteY1" fmla="*/ 0 h 2676"/>
              <a:gd name="connsiteX2" fmla="*/ 2290 w 2290"/>
              <a:gd name="connsiteY2" fmla="*/ 1335 h 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0" h="2676">
                <a:moveTo>
                  <a:pt x="0" y="2676"/>
                </a:moveTo>
                <a:lnTo>
                  <a:pt x="1604" y="0"/>
                </a:lnTo>
                <a:lnTo>
                  <a:pt x="2290" y="133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19" name="任意多边形 21"/>
          <p:cNvSpPr/>
          <p:nvPr userDrawn="1">
            <p:custDataLst>
              <p:tags r:id="rId5"/>
            </p:custDataLst>
          </p:nvPr>
        </p:nvSpPr>
        <p:spPr>
          <a:xfrm rot="21420000">
            <a:off x="5441950" y="4705350"/>
            <a:ext cx="1564005" cy="1350010"/>
          </a:xfrm>
          <a:custGeom>
            <a:avLst/>
            <a:gdLst>
              <a:gd name="connsiteX0" fmla="*/ 0 w 2343"/>
              <a:gd name="connsiteY0" fmla="*/ 0 h 2022"/>
              <a:gd name="connsiteX1" fmla="*/ 1506 w 2343"/>
              <a:gd name="connsiteY1" fmla="*/ 2022 h 2022"/>
              <a:gd name="connsiteX2" fmla="*/ 2343 w 2343"/>
              <a:gd name="connsiteY2" fmla="*/ 595 h 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3" h="2022">
                <a:moveTo>
                  <a:pt x="0" y="0"/>
                </a:moveTo>
                <a:lnTo>
                  <a:pt x="1506" y="2022"/>
                </a:lnTo>
                <a:lnTo>
                  <a:pt x="2343" y="59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21" name="图片 65" descr="3b32313630323430333bd4ddcda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620000">
            <a:off x="9888855" y="5123180"/>
            <a:ext cx="544195" cy="544195"/>
          </a:xfrm>
          <a:prstGeom prst="rect">
            <a:avLst/>
          </a:prstGeom>
        </p:spPr>
      </p:pic>
      <p:pic>
        <p:nvPicPr>
          <p:cNvPr id="22" name="图片 66" descr="3b32313630323337313bcba2d0c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alphaModFix amt="50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860000">
            <a:off x="1395095" y="3699510"/>
            <a:ext cx="493395" cy="493395"/>
          </a:xfrm>
          <a:prstGeom prst="rect">
            <a:avLst/>
          </a:prstGeom>
        </p:spPr>
      </p:pic>
      <p:sp>
        <p:nvSpPr>
          <p:cNvPr id="23" name="任意多边形 6"/>
          <p:cNvSpPr/>
          <p:nvPr userDrawn="1">
            <p:custDataLst>
              <p:tags r:id="rId12"/>
            </p:custDataLst>
          </p:nvPr>
        </p:nvSpPr>
        <p:spPr>
          <a:xfrm>
            <a:off x="0" y="5814060"/>
            <a:ext cx="12192000" cy="1043940"/>
          </a:xfrm>
          <a:custGeom>
            <a:avLst/>
            <a:gdLst>
              <a:gd name="connsiteX0" fmla="*/ 0 w 19244"/>
              <a:gd name="connsiteY0" fmla="*/ 467 h 1786"/>
              <a:gd name="connsiteX1" fmla="*/ 5109 w 19244"/>
              <a:gd name="connsiteY1" fmla="*/ 500 h 1786"/>
              <a:gd name="connsiteX2" fmla="*/ 19244 w 19244"/>
              <a:gd name="connsiteY2" fmla="*/ 1759 h 1786"/>
              <a:gd name="connsiteX3" fmla="*/ 19208 w 19244"/>
              <a:gd name="connsiteY3" fmla="*/ 1786 h 1786"/>
              <a:gd name="connsiteX4" fmla="*/ 9 w 19244"/>
              <a:gd name="connsiteY4" fmla="*/ 1786 h 1786"/>
              <a:gd name="connsiteX5" fmla="*/ 0 w 19244"/>
              <a:gd name="connsiteY5" fmla="*/ 467 h 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4" h="1786">
                <a:moveTo>
                  <a:pt x="0" y="467"/>
                </a:moveTo>
                <a:cubicBezTo>
                  <a:pt x="945" y="211"/>
                  <a:pt x="2397" y="-460"/>
                  <a:pt x="5109" y="500"/>
                </a:cubicBezTo>
                <a:cubicBezTo>
                  <a:pt x="7979" y="1518"/>
                  <a:pt x="10649" y="1789"/>
                  <a:pt x="19244" y="1759"/>
                </a:cubicBezTo>
                <a:lnTo>
                  <a:pt x="19208" y="1786"/>
                </a:lnTo>
                <a:lnTo>
                  <a:pt x="9" y="1786"/>
                </a:lnTo>
                <a:lnTo>
                  <a:pt x="0" y="467"/>
                </a:lnTo>
                <a:close/>
              </a:path>
            </a:pathLst>
          </a:custGeom>
          <a:gradFill>
            <a:gsLst>
              <a:gs pos="22000">
                <a:srgbClr val="FFFFFF">
                  <a:alpha val="55000"/>
                </a:srgbClr>
              </a:gs>
              <a:gs pos="100000">
                <a:srgbClr val="FFFFFF">
                  <a:alpha val="3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25" name="任意多边形 39"/>
          <p:cNvSpPr/>
          <p:nvPr userDrawn="1">
            <p:custDataLst>
              <p:tags r:id="rId13"/>
            </p:custDataLst>
          </p:nvPr>
        </p:nvSpPr>
        <p:spPr>
          <a:xfrm>
            <a:off x="0" y="5761355"/>
            <a:ext cx="12192000" cy="10966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42" h="1877">
                <a:moveTo>
                  <a:pt x="18111" y="0"/>
                </a:moveTo>
                <a:cubicBezTo>
                  <a:pt x="18533" y="1"/>
                  <a:pt x="18906" y="41"/>
                  <a:pt x="19239" y="105"/>
                </a:cubicBezTo>
                <a:lnTo>
                  <a:pt x="19242" y="106"/>
                </a:lnTo>
                <a:lnTo>
                  <a:pt x="19242" y="1865"/>
                </a:lnTo>
                <a:lnTo>
                  <a:pt x="0" y="1877"/>
                </a:lnTo>
                <a:lnTo>
                  <a:pt x="0" y="1021"/>
                </a:lnTo>
                <a:cubicBezTo>
                  <a:pt x="3659" y="1958"/>
                  <a:pt x="11307" y="1790"/>
                  <a:pt x="14742" y="635"/>
                </a:cubicBezTo>
                <a:cubicBezTo>
                  <a:pt x="16137" y="166"/>
                  <a:pt x="17231" y="-2"/>
                  <a:pt x="18111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30000"/>
                </a:srgbClr>
              </a:gs>
              <a:gs pos="84000">
                <a:srgbClr val="FFFFFF">
                  <a:alpha val="0"/>
                </a:srgbClr>
              </a:gs>
            </a:gsLst>
            <a:lin ang="6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dk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6" name="任意多边形 43"/>
          <p:cNvSpPr/>
          <p:nvPr userDrawn="1">
            <p:custDataLst>
              <p:tags r:id="rId14"/>
            </p:custDataLst>
          </p:nvPr>
        </p:nvSpPr>
        <p:spPr>
          <a:xfrm>
            <a:off x="0" y="5563235"/>
            <a:ext cx="12192000" cy="1294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2216">
                <a:moveTo>
                  <a:pt x="16008" y="0"/>
                </a:moveTo>
                <a:cubicBezTo>
                  <a:pt x="17327" y="-8"/>
                  <a:pt x="18275" y="380"/>
                  <a:pt x="19157" y="707"/>
                </a:cubicBezTo>
                <a:lnTo>
                  <a:pt x="19234" y="736"/>
                </a:lnTo>
                <a:lnTo>
                  <a:pt x="19234" y="2216"/>
                </a:lnTo>
                <a:lnTo>
                  <a:pt x="0" y="2215"/>
                </a:lnTo>
                <a:lnTo>
                  <a:pt x="0" y="1865"/>
                </a:lnTo>
                <a:cubicBezTo>
                  <a:pt x="11748" y="1817"/>
                  <a:pt x="12501" y="535"/>
                  <a:pt x="14691" y="130"/>
                </a:cubicBezTo>
                <a:cubicBezTo>
                  <a:pt x="15170" y="42"/>
                  <a:pt x="15606" y="3"/>
                  <a:pt x="16008" y="0"/>
                </a:cubicBezTo>
                <a:close/>
              </a:path>
            </a:pathLst>
          </a:custGeom>
          <a:gradFill>
            <a:gsLst>
              <a:gs pos="32000">
                <a:srgbClr val="FFFFFF">
                  <a:alpha val="10000"/>
                </a:srgbClr>
              </a:gs>
              <a:gs pos="90000">
                <a:srgbClr val="FFFFFF">
                  <a:alpha val="40000"/>
                </a:srgb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5"/>
            </p:custDataLst>
          </p:nvPr>
        </p:nvSpPr>
        <p:spPr>
          <a:xfrm rot="21240000">
            <a:off x="2427547" y="2268000"/>
            <a:ext cx="7344000" cy="936000"/>
          </a:xfrm>
        </p:spPr>
        <p:txBody>
          <a:bodyPr wrap="square"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6"/>
            </p:custDataLst>
          </p:nvPr>
        </p:nvSpPr>
        <p:spPr>
          <a:xfrm rot="21240000">
            <a:off x="2412000" y="3276000"/>
            <a:ext cx="7609597" cy="330624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>
                    <a:alpha val="60000"/>
                  </a:srgb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0"/>
            </p:custDataLst>
          </p:nvPr>
        </p:nvSpPr>
        <p:spPr>
          <a:xfrm rot="21240000">
            <a:off x="4536000" y="3780000"/>
            <a:ext cx="3312000" cy="468000"/>
          </a:xfrm>
          <a:prstGeom prst="parallelogram">
            <a:avLst>
              <a:gd name="adj" fmla="val 70357"/>
            </a:avLst>
          </a:prstGeom>
          <a:solidFill>
            <a:srgbClr val="FFFFFF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55" name="任意多边形: 形状 54"/>
          <p:cNvSpPr/>
          <p:nvPr userDrawn="1">
            <p:custDataLst>
              <p:tags r:id="rId21"/>
            </p:custDataLst>
          </p:nvPr>
        </p:nvSpPr>
        <p:spPr>
          <a:xfrm>
            <a:off x="2472558" y="606819"/>
            <a:ext cx="7006730" cy="6251181"/>
          </a:xfrm>
          <a:custGeom>
            <a:avLst/>
            <a:gdLst>
              <a:gd name="connsiteX0" fmla="*/ 7006730 w 7006730"/>
              <a:gd name="connsiteY0" fmla="*/ 0 h 6251181"/>
              <a:gd name="connsiteX1" fmla="*/ 4153767 w 7006730"/>
              <a:gd name="connsiteY1" fmla="*/ 6251181 h 6251181"/>
              <a:gd name="connsiteX2" fmla="*/ 4085373 w 7006730"/>
              <a:gd name="connsiteY2" fmla="*/ 6251181 h 6251181"/>
              <a:gd name="connsiteX3" fmla="*/ 0 w 7006730"/>
              <a:gd name="connsiteY3" fmla="*/ 736437 h 6251181"/>
              <a:gd name="connsiteX4" fmla="*/ 7006730 w 7006730"/>
              <a:gd name="connsiteY4" fmla="*/ 0 h 6251181"/>
              <a:gd name="connsiteX0-1" fmla="*/ 7006730 w 7006730"/>
              <a:gd name="connsiteY0-2" fmla="*/ 0 h 6251181"/>
              <a:gd name="connsiteX1-3" fmla="*/ 4153767 w 7006730"/>
              <a:gd name="connsiteY1-4" fmla="*/ 6251181 h 6251181"/>
              <a:gd name="connsiteX2-5" fmla="*/ 4118742 w 7006730"/>
              <a:gd name="connsiteY2-6" fmla="*/ 6246564 h 6251181"/>
              <a:gd name="connsiteX3-7" fmla="*/ 4085373 w 7006730"/>
              <a:gd name="connsiteY3-8" fmla="*/ 6251181 h 6251181"/>
              <a:gd name="connsiteX4-9" fmla="*/ 0 w 7006730"/>
              <a:gd name="connsiteY4-10" fmla="*/ 736437 h 6251181"/>
              <a:gd name="connsiteX5" fmla="*/ 7006730 w 7006730"/>
              <a:gd name="connsiteY5" fmla="*/ 0 h 6251181"/>
              <a:gd name="connsiteX0-11" fmla="*/ 4118742 w 7006730"/>
              <a:gd name="connsiteY0-12" fmla="*/ 6246564 h 6338004"/>
              <a:gd name="connsiteX1-13" fmla="*/ 4085373 w 7006730"/>
              <a:gd name="connsiteY1-14" fmla="*/ 6251181 h 6338004"/>
              <a:gd name="connsiteX2-15" fmla="*/ 0 w 7006730"/>
              <a:gd name="connsiteY2-16" fmla="*/ 736437 h 6338004"/>
              <a:gd name="connsiteX3-17" fmla="*/ 7006730 w 7006730"/>
              <a:gd name="connsiteY3-18" fmla="*/ 0 h 6338004"/>
              <a:gd name="connsiteX4-19" fmla="*/ 4153767 w 7006730"/>
              <a:gd name="connsiteY4-20" fmla="*/ 6251181 h 6338004"/>
              <a:gd name="connsiteX5-21" fmla="*/ 4210182 w 7006730"/>
              <a:gd name="connsiteY5-22" fmla="*/ 6338004 h 6338004"/>
              <a:gd name="connsiteX0-23" fmla="*/ 4118742 w 7006730"/>
              <a:gd name="connsiteY0-24" fmla="*/ 6246564 h 6251181"/>
              <a:gd name="connsiteX1-25" fmla="*/ 4085373 w 7006730"/>
              <a:gd name="connsiteY1-26" fmla="*/ 6251181 h 6251181"/>
              <a:gd name="connsiteX2-27" fmla="*/ 0 w 7006730"/>
              <a:gd name="connsiteY2-28" fmla="*/ 736437 h 6251181"/>
              <a:gd name="connsiteX3-29" fmla="*/ 7006730 w 7006730"/>
              <a:gd name="connsiteY3-30" fmla="*/ 0 h 6251181"/>
              <a:gd name="connsiteX4-31" fmla="*/ 4153767 w 7006730"/>
              <a:gd name="connsiteY4-32" fmla="*/ 6251181 h 6251181"/>
              <a:gd name="connsiteX0-33" fmla="*/ 4085373 w 7006730"/>
              <a:gd name="connsiteY0-34" fmla="*/ 6251181 h 6251181"/>
              <a:gd name="connsiteX1-35" fmla="*/ 0 w 7006730"/>
              <a:gd name="connsiteY1-36" fmla="*/ 736437 h 6251181"/>
              <a:gd name="connsiteX2-37" fmla="*/ 7006730 w 7006730"/>
              <a:gd name="connsiteY2-38" fmla="*/ 0 h 6251181"/>
              <a:gd name="connsiteX3-39" fmla="*/ 4153767 w 7006730"/>
              <a:gd name="connsiteY3-40" fmla="*/ 6251181 h 62511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006730" h="6251181">
                <a:moveTo>
                  <a:pt x="4085373" y="6251181"/>
                </a:moveTo>
                <a:lnTo>
                  <a:pt x="0" y="736437"/>
                </a:lnTo>
                <a:lnTo>
                  <a:pt x="7006730" y="0"/>
                </a:lnTo>
                <a:lnTo>
                  <a:pt x="4153767" y="6251181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58" name="任意多边形: 形状 57"/>
          <p:cNvSpPr/>
          <p:nvPr userDrawn="1">
            <p:custDataLst>
              <p:tags r:id="rId22"/>
            </p:custDataLst>
          </p:nvPr>
        </p:nvSpPr>
        <p:spPr>
          <a:xfrm>
            <a:off x="1588693" y="76744"/>
            <a:ext cx="8638203" cy="6781256"/>
          </a:xfrm>
          <a:custGeom>
            <a:avLst/>
            <a:gdLst>
              <a:gd name="connsiteX0" fmla="*/ 8638203 w 8638203"/>
              <a:gd name="connsiteY0" fmla="*/ 0 h 6781256"/>
              <a:gd name="connsiteX1" fmla="*/ 5543837 w 8638203"/>
              <a:gd name="connsiteY1" fmla="*/ 6781256 h 6781256"/>
              <a:gd name="connsiteX2" fmla="*/ 4350454 w 8638203"/>
              <a:gd name="connsiteY2" fmla="*/ 6781256 h 6781256"/>
              <a:gd name="connsiteX3" fmla="*/ 0 w 8638203"/>
              <a:gd name="connsiteY3" fmla="*/ 907911 h 6781256"/>
              <a:gd name="connsiteX4" fmla="*/ 8638203 w 8638203"/>
              <a:gd name="connsiteY4" fmla="*/ 0 h 6781256"/>
              <a:gd name="connsiteX0-1" fmla="*/ 8638203 w 8638203"/>
              <a:gd name="connsiteY0-2" fmla="*/ 0 h 6781401"/>
              <a:gd name="connsiteX1-3" fmla="*/ 5543837 w 8638203"/>
              <a:gd name="connsiteY1-4" fmla="*/ 6781256 h 6781401"/>
              <a:gd name="connsiteX2-5" fmla="*/ 4959745 w 8638203"/>
              <a:gd name="connsiteY2-6" fmla="*/ 6781401 h 6781401"/>
              <a:gd name="connsiteX3-7" fmla="*/ 4350454 w 8638203"/>
              <a:gd name="connsiteY3-8" fmla="*/ 6781256 h 6781401"/>
              <a:gd name="connsiteX4-9" fmla="*/ 0 w 8638203"/>
              <a:gd name="connsiteY4-10" fmla="*/ 907911 h 6781401"/>
              <a:gd name="connsiteX5" fmla="*/ 8638203 w 8638203"/>
              <a:gd name="connsiteY5" fmla="*/ 0 h 6781401"/>
              <a:gd name="connsiteX0-11" fmla="*/ 4959745 w 8638203"/>
              <a:gd name="connsiteY0-12" fmla="*/ 6781401 h 6872841"/>
              <a:gd name="connsiteX1-13" fmla="*/ 4350454 w 8638203"/>
              <a:gd name="connsiteY1-14" fmla="*/ 6781256 h 6872841"/>
              <a:gd name="connsiteX2-15" fmla="*/ 0 w 8638203"/>
              <a:gd name="connsiteY2-16" fmla="*/ 907911 h 6872841"/>
              <a:gd name="connsiteX3-17" fmla="*/ 8638203 w 8638203"/>
              <a:gd name="connsiteY3-18" fmla="*/ 0 h 6872841"/>
              <a:gd name="connsiteX4-19" fmla="*/ 5543837 w 8638203"/>
              <a:gd name="connsiteY4-20" fmla="*/ 6781256 h 6872841"/>
              <a:gd name="connsiteX5-21" fmla="*/ 5051185 w 8638203"/>
              <a:gd name="connsiteY5-22" fmla="*/ 6872841 h 6872841"/>
              <a:gd name="connsiteX0-23" fmla="*/ 4959745 w 8638203"/>
              <a:gd name="connsiteY0-24" fmla="*/ 6781401 h 6781401"/>
              <a:gd name="connsiteX1-25" fmla="*/ 4350454 w 8638203"/>
              <a:gd name="connsiteY1-26" fmla="*/ 6781256 h 6781401"/>
              <a:gd name="connsiteX2-27" fmla="*/ 0 w 8638203"/>
              <a:gd name="connsiteY2-28" fmla="*/ 907911 h 6781401"/>
              <a:gd name="connsiteX3-29" fmla="*/ 8638203 w 8638203"/>
              <a:gd name="connsiteY3-30" fmla="*/ 0 h 6781401"/>
              <a:gd name="connsiteX4-31" fmla="*/ 5543837 w 8638203"/>
              <a:gd name="connsiteY4-32" fmla="*/ 6781256 h 6781401"/>
              <a:gd name="connsiteX0-33" fmla="*/ 4350454 w 8638203"/>
              <a:gd name="connsiteY0-34" fmla="*/ 6781256 h 6781256"/>
              <a:gd name="connsiteX1-35" fmla="*/ 0 w 8638203"/>
              <a:gd name="connsiteY1-36" fmla="*/ 907911 h 6781256"/>
              <a:gd name="connsiteX2-37" fmla="*/ 8638203 w 8638203"/>
              <a:gd name="connsiteY2-38" fmla="*/ 0 h 6781256"/>
              <a:gd name="connsiteX3-39" fmla="*/ 5543837 w 8638203"/>
              <a:gd name="connsiteY3-40" fmla="*/ 6781256 h 67812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638203" h="6781256">
                <a:moveTo>
                  <a:pt x="4350454" y="6781256"/>
                </a:moveTo>
                <a:lnTo>
                  <a:pt x="0" y="907911"/>
                </a:lnTo>
                <a:lnTo>
                  <a:pt x="8638203" y="0"/>
                </a:lnTo>
                <a:lnTo>
                  <a:pt x="5543837" y="6781256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1" name="任意多边形: 形状 60"/>
          <p:cNvSpPr/>
          <p:nvPr userDrawn="1">
            <p:custDataLst>
              <p:tags r:id="rId23"/>
            </p:custDataLst>
          </p:nvPr>
        </p:nvSpPr>
        <p:spPr>
          <a:xfrm>
            <a:off x="7733030" y="635"/>
            <a:ext cx="3131185" cy="6857365"/>
          </a:xfrm>
          <a:custGeom>
            <a:avLst/>
            <a:gdLst>
              <a:gd name="connsiteX0" fmla="*/ 5932361 w 10183388"/>
              <a:gd name="connsiteY0" fmla="*/ 0 h 6863095"/>
              <a:gd name="connsiteX1" fmla="*/ 10183388 w 10183388"/>
              <a:gd name="connsiteY1" fmla="*/ 1 h 6863095"/>
              <a:gd name="connsiteX2" fmla="*/ 7051956 w 10183388"/>
              <a:gd name="connsiteY2" fmla="*/ 6863095 h 6863095"/>
              <a:gd name="connsiteX3" fmla="*/ 4621402 w 10183388"/>
              <a:gd name="connsiteY3" fmla="*/ 6863095 h 6863095"/>
              <a:gd name="connsiteX4" fmla="*/ 0 w 10183388"/>
              <a:gd name="connsiteY4" fmla="*/ 623518 h 6863095"/>
              <a:gd name="connsiteX5" fmla="*/ 5932361 w 10183388"/>
              <a:gd name="connsiteY5" fmla="*/ 0 h 6863095"/>
              <a:gd name="connsiteX0-1" fmla="*/ 5932361 w 10183388"/>
              <a:gd name="connsiteY0-2" fmla="*/ 0 h 6877527"/>
              <a:gd name="connsiteX1-3" fmla="*/ 10183388 w 10183388"/>
              <a:gd name="connsiteY1-4" fmla="*/ 1 h 6877527"/>
              <a:gd name="connsiteX2-5" fmla="*/ 7051956 w 10183388"/>
              <a:gd name="connsiteY2-6" fmla="*/ 6863095 h 6877527"/>
              <a:gd name="connsiteX3-7" fmla="*/ 5805318 w 10183388"/>
              <a:gd name="connsiteY3-8" fmla="*/ 6877527 h 6877527"/>
              <a:gd name="connsiteX4-9" fmla="*/ 4621402 w 10183388"/>
              <a:gd name="connsiteY4-10" fmla="*/ 6863095 h 6877527"/>
              <a:gd name="connsiteX5-11" fmla="*/ 0 w 10183388"/>
              <a:gd name="connsiteY5-12" fmla="*/ 623518 h 6877527"/>
              <a:gd name="connsiteX6" fmla="*/ 5932361 w 10183388"/>
              <a:gd name="connsiteY6" fmla="*/ 0 h 6877527"/>
              <a:gd name="connsiteX0-13" fmla="*/ 5805318 w 10183388"/>
              <a:gd name="connsiteY0-14" fmla="*/ 6877527 h 6968967"/>
              <a:gd name="connsiteX1-15" fmla="*/ 4621402 w 10183388"/>
              <a:gd name="connsiteY1-16" fmla="*/ 6863095 h 6968967"/>
              <a:gd name="connsiteX2-17" fmla="*/ 0 w 10183388"/>
              <a:gd name="connsiteY2-18" fmla="*/ 623518 h 6968967"/>
              <a:gd name="connsiteX3-19" fmla="*/ 5932361 w 10183388"/>
              <a:gd name="connsiteY3-20" fmla="*/ 0 h 6968967"/>
              <a:gd name="connsiteX4-21" fmla="*/ 10183388 w 10183388"/>
              <a:gd name="connsiteY4-22" fmla="*/ 1 h 6968967"/>
              <a:gd name="connsiteX5-23" fmla="*/ 7051956 w 10183388"/>
              <a:gd name="connsiteY5-24" fmla="*/ 6863095 h 6968967"/>
              <a:gd name="connsiteX6-25" fmla="*/ 5896758 w 10183388"/>
              <a:gd name="connsiteY6-26" fmla="*/ 6968967 h 6968967"/>
              <a:gd name="connsiteX0-27" fmla="*/ 5805318 w 10183388"/>
              <a:gd name="connsiteY0-28" fmla="*/ 6877527 h 6877527"/>
              <a:gd name="connsiteX1-29" fmla="*/ 4621402 w 10183388"/>
              <a:gd name="connsiteY1-30" fmla="*/ 6863095 h 6877527"/>
              <a:gd name="connsiteX2-31" fmla="*/ 0 w 10183388"/>
              <a:gd name="connsiteY2-32" fmla="*/ 623518 h 6877527"/>
              <a:gd name="connsiteX3-33" fmla="*/ 5932361 w 10183388"/>
              <a:gd name="connsiteY3-34" fmla="*/ 0 h 6877527"/>
              <a:gd name="connsiteX4-35" fmla="*/ 10183388 w 10183388"/>
              <a:gd name="connsiteY4-36" fmla="*/ 1 h 6877527"/>
              <a:gd name="connsiteX5-37" fmla="*/ 7051956 w 10183388"/>
              <a:gd name="connsiteY5-38" fmla="*/ 6863095 h 6877527"/>
              <a:gd name="connsiteX0-39" fmla="*/ 4621402 w 10183388"/>
              <a:gd name="connsiteY0-40" fmla="*/ 6863095 h 6863095"/>
              <a:gd name="connsiteX1-41" fmla="*/ 0 w 10183388"/>
              <a:gd name="connsiteY1-42" fmla="*/ 623518 h 6863095"/>
              <a:gd name="connsiteX2-43" fmla="*/ 5932361 w 10183388"/>
              <a:gd name="connsiteY2-44" fmla="*/ 0 h 6863095"/>
              <a:gd name="connsiteX3-45" fmla="*/ 10183388 w 10183388"/>
              <a:gd name="connsiteY3-46" fmla="*/ 1 h 6863095"/>
              <a:gd name="connsiteX4-47" fmla="*/ 7051956 w 10183388"/>
              <a:gd name="connsiteY4-48" fmla="*/ 6863095 h 6863095"/>
              <a:gd name="connsiteX0-49" fmla="*/ 4621402 w 10183388"/>
              <a:gd name="connsiteY0-50" fmla="*/ 6863095 h 6863095"/>
              <a:gd name="connsiteX1-51" fmla="*/ 0 w 10183388"/>
              <a:gd name="connsiteY1-52" fmla="*/ 623518 h 6863095"/>
              <a:gd name="connsiteX2-53" fmla="*/ 5932361 w 10183388"/>
              <a:gd name="connsiteY2-54" fmla="*/ 0 h 6863095"/>
              <a:gd name="connsiteX3-55" fmla="*/ 8119893 w 10183388"/>
              <a:gd name="connsiteY3-56" fmla="*/ 477 h 6863095"/>
              <a:gd name="connsiteX4-57" fmla="*/ 10183388 w 10183388"/>
              <a:gd name="connsiteY4-58" fmla="*/ 1 h 6863095"/>
              <a:gd name="connsiteX5-59" fmla="*/ 7051956 w 10183388"/>
              <a:gd name="connsiteY5-60" fmla="*/ 6863095 h 6863095"/>
              <a:gd name="connsiteX0-61" fmla="*/ 4621402 w 10183388"/>
              <a:gd name="connsiteY0-62" fmla="*/ 6863095 h 6863095"/>
              <a:gd name="connsiteX1-63" fmla="*/ 0 w 10183388"/>
              <a:gd name="connsiteY1-64" fmla="*/ 623518 h 6863095"/>
              <a:gd name="connsiteX2-65" fmla="*/ 5932361 w 10183388"/>
              <a:gd name="connsiteY2-66" fmla="*/ 0 h 6863095"/>
              <a:gd name="connsiteX3-67" fmla="*/ 10183388 w 10183388"/>
              <a:gd name="connsiteY3-68" fmla="*/ 1 h 6863095"/>
              <a:gd name="connsiteX4-69" fmla="*/ 7051956 w 10183388"/>
              <a:gd name="connsiteY4-70" fmla="*/ 6863095 h 6863095"/>
              <a:gd name="connsiteX0-71" fmla="*/ 0 w 10183388"/>
              <a:gd name="connsiteY0-72" fmla="*/ 623518 h 6863095"/>
              <a:gd name="connsiteX1-73" fmla="*/ 5932361 w 10183388"/>
              <a:gd name="connsiteY1-74" fmla="*/ 0 h 6863095"/>
              <a:gd name="connsiteX2-75" fmla="*/ 10183388 w 10183388"/>
              <a:gd name="connsiteY2-76" fmla="*/ 1 h 6863095"/>
              <a:gd name="connsiteX3-77" fmla="*/ 7051956 w 10183388"/>
              <a:gd name="connsiteY3-78" fmla="*/ 6863095 h 6863095"/>
              <a:gd name="connsiteX0-79" fmla="*/ 0 w 4251027"/>
              <a:gd name="connsiteY0-80" fmla="*/ 0 h 6863095"/>
              <a:gd name="connsiteX1-81" fmla="*/ 4251027 w 4251027"/>
              <a:gd name="connsiteY1-82" fmla="*/ 1 h 6863095"/>
              <a:gd name="connsiteX2-83" fmla="*/ 1119595 w 4251027"/>
              <a:gd name="connsiteY2-84" fmla="*/ 6863095 h 6863095"/>
              <a:gd name="connsiteX0-85" fmla="*/ 3131432 w 3131432"/>
              <a:gd name="connsiteY0-86" fmla="*/ 0 h 6863094"/>
              <a:gd name="connsiteX1-87" fmla="*/ 0 w 3131432"/>
              <a:gd name="connsiteY1-88" fmla="*/ 6863094 h 68630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432" h="6863094">
                <a:moveTo>
                  <a:pt x="3131432" y="0"/>
                </a:moveTo>
                <a:lnTo>
                  <a:pt x="0" y="6863094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4" name="任意多边形: 形状 63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2793336" cy="293592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11514642 w 11606082"/>
              <a:gd name="connsiteY0-2" fmla="*/ 0 h 6863094"/>
              <a:gd name="connsiteX1-3" fmla="*/ 8383109 w 11606082"/>
              <a:gd name="connsiteY1-4" fmla="*/ 6863094 h 6863094"/>
              <a:gd name="connsiteX2-5" fmla="*/ 4645387 w 11606082"/>
              <a:gd name="connsiteY2-6" fmla="*/ 6863093 h 6863094"/>
              <a:gd name="connsiteX3-7" fmla="*/ 1 w 11606082"/>
              <a:gd name="connsiteY3-8" fmla="*/ 591295 h 6863094"/>
              <a:gd name="connsiteX4-9" fmla="*/ 0 w 11606082"/>
              <a:gd name="connsiteY4-10" fmla="*/ 293592 h 6863094"/>
              <a:gd name="connsiteX5-11" fmla="*/ 2793336 w 11606082"/>
              <a:gd name="connsiteY5-12" fmla="*/ 0 h 6863094"/>
              <a:gd name="connsiteX6-13" fmla="*/ 11606082 w 11606082"/>
              <a:gd name="connsiteY6-14" fmla="*/ 91440 h 6863094"/>
              <a:gd name="connsiteX0-15" fmla="*/ 11514642 w 11514642"/>
              <a:gd name="connsiteY0-16" fmla="*/ 0 h 6863094"/>
              <a:gd name="connsiteX1-17" fmla="*/ 8383109 w 11514642"/>
              <a:gd name="connsiteY1-18" fmla="*/ 6863094 h 6863094"/>
              <a:gd name="connsiteX2-19" fmla="*/ 4645387 w 11514642"/>
              <a:gd name="connsiteY2-20" fmla="*/ 6863093 h 6863094"/>
              <a:gd name="connsiteX3-21" fmla="*/ 1 w 11514642"/>
              <a:gd name="connsiteY3-22" fmla="*/ 591295 h 6863094"/>
              <a:gd name="connsiteX4-23" fmla="*/ 0 w 11514642"/>
              <a:gd name="connsiteY4-24" fmla="*/ 293592 h 6863094"/>
              <a:gd name="connsiteX5-25" fmla="*/ 2793336 w 11514642"/>
              <a:gd name="connsiteY5-26" fmla="*/ 0 h 6863094"/>
              <a:gd name="connsiteX0-27" fmla="*/ 8383109 w 8383109"/>
              <a:gd name="connsiteY0-28" fmla="*/ 6863094 h 6863094"/>
              <a:gd name="connsiteX1-29" fmla="*/ 4645387 w 8383109"/>
              <a:gd name="connsiteY1-30" fmla="*/ 6863093 h 6863094"/>
              <a:gd name="connsiteX2-31" fmla="*/ 1 w 8383109"/>
              <a:gd name="connsiteY2-32" fmla="*/ 591295 h 6863094"/>
              <a:gd name="connsiteX3-33" fmla="*/ 0 w 8383109"/>
              <a:gd name="connsiteY3-34" fmla="*/ 293592 h 6863094"/>
              <a:gd name="connsiteX4-35" fmla="*/ 2793336 w 8383109"/>
              <a:gd name="connsiteY4-36" fmla="*/ 0 h 6863094"/>
              <a:gd name="connsiteX0-37" fmla="*/ 4645387 w 4645387"/>
              <a:gd name="connsiteY0-38" fmla="*/ 6863093 h 6863093"/>
              <a:gd name="connsiteX1-39" fmla="*/ 1 w 4645387"/>
              <a:gd name="connsiteY1-40" fmla="*/ 591295 h 6863093"/>
              <a:gd name="connsiteX2-41" fmla="*/ 0 w 4645387"/>
              <a:gd name="connsiteY2-42" fmla="*/ 293592 h 6863093"/>
              <a:gd name="connsiteX3-43" fmla="*/ 2793336 w 4645387"/>
              <a:gd name="connsiteY3-44" fmla="*/ 0 h 6863093"/>
              <a:gd name="connsiteX0-45" fmla="*/ 1 w 2793336"/>
              <a:gd name="connsiteY0-46" fmla="*/ 591295 h 591295"/>
              <a:gd name="connsiteX1-47" fmla="*/ 0 w 2793336"/>
              <a:gd name="connsiteY1-48" fmla="*/ 293592 h 591295"/>
              <a:gd name="connsiteX2-49" fmla="*/ 2793336 w 2793336"/>
              <a:gd name="connsiteY2-50" fmla="*/ 0 h 591295"/>
              <a:gd name="connsiteX0-51" fmla="*/ 0 w 2793336"/>
              <a:gd name="connsiteY0-52" fmla="*/ 293592 h 293592"/>
              <a:gd name="connsiteX1-53" fmla="*/ 2793336 w 2793336"/>
              <a:gd name="connsiteY1-54" fmla="*/ 0 h 293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793336" h="293592">
                <a:moveTo>
                  <a:pt x="0" y="293592"/>
                </a:moveTo>
                <a:lnTo>
                  <a:pt x="2793336" y="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9" name="任意多边形: 形状 68"/>
          <p:cNvSpPr/>
          <p:nvPr userDrawn="1">
            <p:custDataLst>
              <p:tags r:id="rId25"/>
            </p:custDataLst>
          </p:nvPr>
        </p:nvSpPr>
        <p:spPr>
          <a:xfrm>
            <a:off x="686435" y="0"/>
            <a:ext cx="5932170" cy="6858000"/>
          </a:xfrm>
          <a:custGeom>
            <a:avLst/>
            <a:gdLst>
              <a:gd name="connsiteX0" fmla="*/ 5932361 w 10183388"/>
              <a:gd name="connsiteY0" fmla="*/ 0 h 6863095"/>
              <a:gd name="connsiteX1" fmla="*/ 10183388 w 10183388"/>
              <a:gd name="connsiteY1" fmla="*/ 1 h 6863095"/>
              <a:gd name="connsiteX2" fmla="*/ 7051956 w 10183388"/>
              <a:gd name="connsiteY2" fmla="*/ 6863095 h 6863095"/>
              <a:gd name="connsiteX3" fmla="*/ 4621402 w 10183388"/>
              <a:gd name="connsiteY3" fmla="*/ 6863095 h 6863095"/>
              <a:gd name="connsiteX4" fmla="*/ 0 w 10183388"/>
              <a:gd name="connsiteY4" fmla="*/ 623518 h 6863095"/>
              <a:gd name="connsiteX5" fmla="*/ 5932361 w 10183388"/>
              <a:gd name="connsiteY5" fmla="*/ 0 h 6863095"/>
              <a:gd name="connsiteX0-1" fmla="*/ 5932361 w 10183388"/>
              <a:gd name="connsiteY0-2" fmla="*/ 0 h 6877527"/>
              <a:gd name="connsiteX1-3" fmla="*/ 10183388 w 10183388"/>
              <a:gd name="connsiteY1-4" fmla="*/ 1 h 6877527"/>
              <a:gd name="connsiteX2-5" fmla="*/ 7051956 w 10183388"/>
              <a:gd name="connsiteY2-6" fmla="*/ 6863095 h 6877527"/>
              <a:gd name="connsiteX3-7" fmla="*/ 5805318 w 10183388"/>
              <a:gd name="connsiteY3-8" fmla="*/ 6877527 h 6877527"/>
              <a:gd name="connsiteX4-9" fmla="*/ 4621402 w 10183388"/>
              <a:gd name="connsiteY4-10" fmla="*/ 6863095 h 6877527"/>
              <a:gd name="connsiteX5-11" fmla="*/ 0 w 10183388"/>
              <a:gd name="connsiteY5-12" fmla="*/ 623518 h 6877527"/>
              <a:gd name="connsiteX6" fmla="*/ 5932361 w 10183388"/>
              <a:gd name="connsiteY6" fmla="*/ 0 h 6877527"/>
              <a:gd name="connsiteX0-13" fmla="*/ 5805318 w 10183388"/>
              <a:gd name="connsiteY0-14" fmla="*/ 6877527 h 6968967"/>
              <a:gd name="connsiteX1-15" fmla="*/ 4621402 w 10183388"/>
              <a:gd name="connsiteY1-16" fmla="*/ 6863095 h 6968967"/>
              <a:gd name="connsiteX2-17" fmla="*/ 0 w 10183388"/>
              <a:gd name="connsiteY2-18" fmla="*/ 623518 h 6968967"/>
              <a:gd name="connsiteX3-19" fmla="*/ 5932361 w 10183388"/>
              <a:gd name="connsiteY3-20" fmla="*/ 0 h 6968967"/>
              <a:gd name="connsiteX4-21" fmla="*/ 10183388 w 10183388"/>
              <a:gd name="connsiteY4-22" fmla="*/ 1 h 6968967"/>
              <a:gd name="connsiteX5-23" fmla="*/ 7051956 w 10183388"/>
              <a:gd name="connsiteY5-24" fmla="*/ 6863095 h 6968967"/>
              <a:gd name="connsiteX6-25" fmla="*/ 5896758 w 10183388"/>
              <a:gd name="connsiteY6-26" fmla="*/ 6968967 h 6968967"/>
              <a:gd name="connsiteX0-27" fmla="*/ 5805318 w 10183388"/>
              <a:gd name="connsiteY0-28" fmla="*/ 6877527 h 6877527"/>
              <a:gd name="connsiteX1-29" fmla="*/ 4621402 w 10183388"/>
              <a:gd name="connsiteY1-30" fmla="*/ 6863095 h 6877527"/>
              <a:gd name="connsiteX2-31" fmla="*/ 0 w 10183388"/>
              <a:gd name="connsiteY2-32" fmla="*/ 623518 h 6877527"/>
              <a:gd name="connsiteX3-33" fmla="*/ 5932361 w 10183388"/>
              <a:gd name="connsiteY3-34" fmla="*/ 0 h 6877527"/>
              <a:gd name="connsiteX4-35" fmla="*/ 10183388 w 10183388"/>
              <a:gd name="connsiteY4-36" fmla="*/ 1 h 6877527"/>
              <a:gd name="connsiteX5-37" fmla="*/ 7051956 w 10183388"/>
              <a:gd name="connsiteY5-38" fmla="*/ 6863095 h 6877527"/>
              <a:gd name="connsiteX0-39" fmla="*/ 4621402 w 10183388"/>
              <a:gd name="connsiteY0-40" fmla="*/ 6863095 h 6863095"/>
              <a:gd name="connsiteX1-41" fmla="*/ 0 w 10183388"/>
              <a:gd name="connsiteY1-42" fmla="*/ 623518 h 6863095"/>
              <a:gd name="connsiteX2-43" fmla="*/ 5932361 w 10183388"/>
              <a:gd name="connsiteY2-44" fmla="*/ 0 h 6863095"/>
              <a:gd name="connsiteX3-45" fmla="*/ 10183388 w 10183388"/>
              <a:gd name="connsiteY3-46" fmla="*/ 1 h 6863095"/>
              <a:gd name="connsiteX4-47" fmla="*/ 7051956 w 10183388"/>
              <a:gd name="connsiteY4-48" fmla="*/ 6863095 h 6863095"/>
              <a:gd name="connsiteX0-49" fmla="*/ 4621402 w 10183388"/>
              <a:gd name="connsiteY0-50" fmla="*/ 6863095 h 6863095"/>
              <a:gd name="connsiteX1-51" fmla="*/ 0 w 10183388"/>
              <a:gd name="connsiteY1-52" fmla="*/ 623518 h 6863095"/>
              <a:gd name="connsiteX2-53" fmla="*/ 5932361 w 10183388"/>
              <a:gd name="connsiteY2-54" fmla="*/ 0 h 6863095"/>
              <a:gd name="connsiteX3-55" fmla="*/ 8119893 w 10183388"/>
              <a:gd name="connsiteY3-56" fmla="*/ 477 h 6863095"/>
              <a:gd name="connsiteX4-57" fmla="*/ 10183388 w 10183388"/>
              <a:gd name="connsiteY4-58" fmla="*/ 1 h 6863095"/>
              <a:gd name="connsiteX5-59" fmla="*/ 7051956 w 10183388"/>
              <a:gd name="connsiteY5-60" fmla="*/ 6863095 h 6863095"/>
              <a:gd name="connsiteX0-61" fmla="*/ 4621402 w 10183388"/>
              <a:gd name="connsiteY0-62" fmla="*/ 6863095 h 6863095"/>
              <a:gd name="connsiteX1-63" fmla="*/ 0 w 10183388"/>
              <a:gd name="connsiteY1-64" fmla="*/ 623518 h 6863095"/>
              <a:gd name="connsiteX2-65" fmla="*/ 5932361 w 10183388"/>
              <a:gd name="connsiteY2-66" fmla="*/ 0 h 6863095"/>
              <a:gd name="connsiteX3-67" fmla="*/ 10183388 w 10183388"/>
              <a:gd name="connsiteY3-68" fmla="*/ 1 h 6863095"/>
              <a:gd name="connsiteX4-69" fmla="*/ 7051956 w 10183388"/>
              <a:gd name="connsiteY4-70" fmla="*/ 6863095 h 6863095"/>
              <a:gd name="connsiteX0-71" fmla="*/ 4621402 w 10183388"/>
              <a:gd name="connsiteY0-72" fmla="*/ 6863095 h 6863095"/>
              <a:gd name="connsiteX1-73" fmla="*/ 0 w 10183388"/>
              <a:gd name="connsiteY1-74" fmla="*/ 623518 h 6863095"/>
              <a:gd name="connsiteX2-75" fmla="*/ 5932361 w 10183388"/>
              <a:gd name="connsiteY2-76" fmla="*/ 0 h 6863095"/>
              <a:gd name="connsiteX3-77" fmla="*/ 10183388 w 10183388"/>
              <a:gd name="connsiteY3-78" fmla="*/ 1 h 6863095"/>
              <a:gd name="connsiteX0-79" fmla="*/ 4621402 w 5932361"/>
              <a:gd name="connsiteY0-80" fmla="*/ 6863095 h 6863095"/>
              <a:gd name="connsiteX1-81" fmla="*/ 0 w 5932361"/>
              <a:gd name="connsiteY1-82" fmla="*/ 623518 h 6863095"/>
              <a:gd name="connsiteX2-83" fmla="*/ 5932361 w 5932361"/>
              <a:gd name="connsiteY2-84" fmla="*/ 0 h 6863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932361" h="6863095">
                <a:moveTo>
                  <a:pt x="4621402" y="6863095"/>
                </a:moveTo>
                <a:lnTo>
                  <a:pt x="0" y="623518"/>
                </a:lnTo>
                <a:lnTo>
                  <a:pt x="5932361" y="0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67" name="任意多边形: 形状 66"/>
          <p:cNvSpPr/>
          <p:nvPr userDrawn="1">
            <p:custDataLst>
              <p:tags r:id="rId26"/>
            </p:custDataLst>
          </p:nvPr>
        </p:nvSpPr>
        <p:spPr>
          <a:xfrm>
            <a:off x="9050655" y="635"/>
            <a:ext cx="3131820" cy="6857365"/>
          </a:xfrm>
          <a:custGeom>
            <a:avLst/>
            <a:gdLst>
              <a:gd name="connsiteX0" fmla="*/ 0 w 12183661"/>
              <a:gd name="connsiteY0" fmla="*/ 0 h 6863092"/>
              <a:gd name="connsiteX1" fmla="*/ 12183661 w 12183661"/>
              <a:gd name="connsiteY1" fmla="*/ 0 h 6863092"/>
              <a:gd name="connsiteX2" fmla="*/ 9052041 w 12183661"/>
              <a:gd name="connsiteY2" fmla="*/ 6863092 h 6863092"/>
              <a:gd name="connsiteX3" fmla="*/ 3969903 w 12183661"/>
              <a:gd name="connsiteY3" fmla="*/ 6863092 h 6863092"/>
              <a:gd name="connsiteX4" fmla="*/ 0 w 12183661"/>
              <a:gd name="connsiteY4" fmla="*/ 1503390 h 6863092"/>
              <a:gd name="connsiteX5" fmla="*/ 0 w 12183661"/>
              <a:gd name="connsiteY5" fmla="*/ 0 h 6863092"/>
              <a:gd name="connsiteX0-1" fmla="*/ 0 w 12183661"/>
              <a:gd name="connsiteY0-2" fmla="*/ 0 h 6863092"/>
              <a:gd name="connsiteX1-3" fmla="*/ 12183661 w 12183661"/>
              <a:gd name="connsiteY1-4" fmla="*/ 0 h 6863092"/>
              <a:gd name="connsiteX2-5" fmla="*/ 9052041 w 12183661"/>
              <a:gd name="connsiteY2-6" fmla="*/ 6863092 h 6863092"/>
              <a:gd name="connsiteX3-7" fmla="*/ 3969903 w 12183661"/>
              <a:gd name="connsiteY3-8" fmla="*/ 6863092 h 6863092"/>
              <a:gd name="connsiteX4-9" fmla="*/ 0 w 12183661"/>
              <a:gd name="connsiteY4-10" fmla="*/ 0 h 6863092"/>
              <a:gd name="connsiteX0-11" fmla="*/ 0 w 12183661"/>
              <a:gd name="connsiteY0-12" fmla="*/ 0 h 6863092"/>
              <a:gd name="connsiteX1-13" fmla="*/ 12183661 w 12183661"/>
              <a:gd name="connsiteY1-14" fmla="*/ 0 h 6863092"/>
              <a:gd name="connsiteX2-15" fmla="*/ 9052041 w 12183661"/>
              <a:gd name="connsiteY2-16" fmla="*/ 6863092 h 6863092"/>
              <a:gd name="connsiteX3-17" fmla="*/ 3969903 w 12183661"/>
              <a:gd name="connsiteY3-18" fmla="*/ 6863092 h 6863092"/>
              <a:gd name="connsiteX4-19" fmla="*/ 91440 w 12183661"/>
              <a:gd name="connsiteY4-20" fmla="*/ 91440 h 6863092"/>
              <a:gd name="connsiteX0-21" fmla="*/ 0 w 12183661"/>
              <a:gd name="connsiteY0-22" fmla="*/ 0 h 6863092"/>
              <a:gd name="connsiteX1-23" fmla="*/ 12183661 w 12183661"/>
              <a:gd name="connsiteY1-24" fmla="*/ 0 h 6863092"/>
              <a:gd name="connsiteX2-25" fmla="*/ 9052041 w 12183661"/>
              <a:gd name="connsiteY2-26" fmla="*/ 6863092 h 6863092"/>
              <a:gd name="connsiteX3-27" fmla="*/ 3969903 w 12183661"/>
              <a:gd name="connsiteY3-28" fmla="*/ 6863092 h 6863092"/>
              <a:gd name="connsiteX0-29" fmla="*/ 8213758 w 8213758"/>
              <a:gd name="connsiteY0-30" fmla="*/ 0 h 6863092"/>
              <a:gd name="connsiteX1-31" fmla="*/ 5082138 w 8213758"/>
              <a:gd name="connsiteY1-32" fmla="*/ 6863092 h 6863092"/>
              <a:gd name="connsiteX2-33" fmla="*/ 0 w 8213758"/>
              <a:gd name="connsiteY2-34" fmla="*/ 6863092 h 6863092"/>
              <a:gd name="connsiteX0-35" fmla="*/ 3131620 w 3131620"/>
              <a:gd name="connsiteY0-36" fmla="*/ 0 h 6863092"/>
              <a:gd name="connsiteX1-37" fmla="*/ 0 w 3131620"/>
              <a:gd name="connsiteY1-38" fmla="*/ 6863092 h 6863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620" h="6863092">
                <a:moveTo>
                  <a:pt x="3131620" y="0"/>
                </a:moveTo>
                <a:lnTo>
                  <a:pt x="0" y="6863092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0" name="任意多边形: 形状 69"/>
          <p:cNvSpPr/>
          <p:nvPr userDrawn="1">
            <p:custDataLst>
              <p:tags r:id="rId27"/>
            </p:custDataLst>
          </p:nvPr>
        </p:nvSpPr>
        <p:spPr>
          <a:xfrm>
            <a:off x="8383270" y="0"/>
            <a:ext cx="3131820" cy="6858000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2793336 w 11514642"/>
              <a:gd name="connsiteY0-2" fmla="*/ 0 h 6867525"/>
              <a:gd name="connsiteX1-3" fmla="*/ 11514642 w 11514642"/>
              <a:gd name="connsiteY1-4" fmla="*/ 0 h 6867525"/>
              <a:gd name="connsiteX2-5" fmla="*/ 8383109 w 11514642"/>
              <a:gd name="connsiteY2-6" fmla="*/ 6863094 h 6867525"/>
              <a:gd name="connsiteX3-7" fmla="*/ 7772400 w 11514642"/>
              <a:gd name="connsiteY3-8" fmla="*/ 6867525 h 6867525"/>
              <a:gd name="connsiteX4-9" fmla="*/ 4645387 w 11514642"/>
              <a:gd name="connsiteY4-10" fmla="*/ 6863093 h 6867525"/>
              <a:gd name="connsiteX5-11" fmla="*/ 1 w 11514642"/>
              <a:gd name="connsiteY5-12" fmla="*/ 591295 h 6867525"/>
              <a:gd name="connsiteX6-13" fmla="*/ 0 w 11514642"/>
              <a:gd name="connsiteY6-14" fmla="*/ 293592 h 6867525"/>
              <a:gd name="connsiteX7" fmla="*/ 2793336 w 11514642"/>
              <a:gd name="connsiteY7" fmla="*/ 0 h 6867525"/>
              <a:gd name="connsiteX0-15" fmla="*/ 7772400 w 11514642"/>
              <a:gd name="connsiteY0-16" fmla="*/ 6867525 h 6958965"/>
              <a:gd name="connsiteX1-17" fmla="*/ 4645387 w 11514642"/>
              <a:gd name="connsiteY1-18" fmla="*/ 6863093 h 6958965"/>
              <a:gd name="connsiteX2-19" fmla="*/ 1 w 11514642"/>
              <a:gd name="connsiteY2-20" fmla="*/ 591295 h 6958965"/>
              <a:gd name="connsiteX3-21" fmla="*/ 0 w 11514642"/>
              <a:gd name="connsiteY3-22" fmla="*/ 293592 h 6958965"/>
              <a:gd name="connsiteX4-23" fmla="*/ 2793336 w 11514642"/>
              <a:gd name="connsiteY4-24" fmla="*/ 0 h 6958965"/>
              <a:gd name="connsiteX5-25" fmla="*/ 11514642 w 11514642"/>
              <a:gd name="connsiteY5-26" fmla="*/ 0 h 6958965"/>
              <a:gd name="connsiteX6-27" fmla="*/ 8383109 w 11514642"/>
              <a:gd name="connsiteY6-28" fmla="*/ 6863094 h 6958965"/>
              <a:gd name="connsiteX7-29" fmla="*/ 7863840 w 11514642"/>
              <a:gd name="connsiteY7-30" fmla="*/ 6958965 h 6958965"/>
              <a:gd name="connsiteX0-31" fmla="*/ 7772400 w 11514642"/>
              <a:gd name="connsiteY0-32" fmla="*/ 6867525 h 6867525"/>
              <a:gd name="connsiteX1-33" fmla="*/ 4645387 w 11514642"/>
              <a:gd name="connsiteY1-34" fmla="*/ 6863093 h 6867525"/>
              <a:gd name="connsiteX2-35" fmla="*/ 1 w 11514642"/>
              <a:gd name="connsiteY2-36" fmla="*/ 591295 h 6867525"/>
              <a:gd name="connsiteX3-37" fmla="*/ 0 w 11514642"/>
              <a:gd name="connsiteY3-38" fmla="*/ 293592 h 6867525"/>
              <a:gd name="connsiteX4-39" fmla="*/ 2793336 w 11514642"/>
              <a:gd name="connsiteY4-40" fmla="*/ 0 h 6867525"/>
              <a:gd name="connsiteX5-41" fmla="*/ 11514642 w 11514642"/>
              <a:gd name="connsiteY5-42" fmla="*/ 0 h 6867525"/>
              <a:gd name="connsiteX6-43" fmla="*/ 8383109 w 11514642"/>
              <a:gd name="connsiteY6-44" fmla="*/ 6863094 h 6867525"/>
              <a:gd name="connsiteX0-45" fmla="*/ 4645387 w 11514642"/>
              <a:gd name="connsiteY0-46" fmla="*/ 6863093 h 6863094"/>
              <a:gd name="connsiteX1-47" fmla="*/ 1 w 11514642"/>
              <a:gd name="connsiteY1-48" fmla="*/ 591295 h 6863094"/>
              <a:gd name="connsiteX2-49" fmla="*/ 0 w 11514642"/>
              <a:gd name="connsiteY2-50" fmla="*/ 293592 h 6863094"/>
              <a:gd name="connsiteX3-51" fmla="*/ 2793336 w 11514642"/>
              <a:gd name="connsiteY3-52" fmla="*/ 0 h 6863094"/>
              <a:gd name="connsiteX4-53" fmla="*/ 11514642 w 11514642"/>
              <a:gd name="connsiteY4-54" fmla="*/ 0 h 6863094"/>
              <a:gd name="connsiteX5-55" fmla="*/ 8383109 w 11514642"/>
              <a:gd name="connsiteY5-56" fmla="*/ 6863094 h 6863094"/>
              <a:gd name="connsiteX0-57" fmla="*/ 1 w 11514642"/>
              <a:gd name="connsiteY0-58" fmla="*/ 591295 h 6863094"/>
              <a:gd name="connsiteX1-59" fmla="*/ 0 w 11514642"/>
              <a:gd name="connsiteY1-60" fmla="*/ 293592 h 6863094"/>
              <a:gd name="connsiteX2-61" fmla="*/ 2793336 w 11514642"/>
              <a:gd name="connsiteY2-62" fmla="*/ 0 h 6863094"/>
              <a:gd name="connsiteX3-63" fmla="*/ 11514642 w 11514642"/>
              <a:gd name="connsiteY3-64" fmla="*/ 0 h 6863094"/>
              <a:gd name="connsiteX4-65" fmla="*/ 8383109 w 11514642"/>
              <a:gd name="connsiteY4-66" fmla="*/ 6863094 h 6863094"/>
              <a:gd name="connsiteX0-67" fmla="*/ 0 w 11514642"/>
              <a:gd name="connsiteY0-68" fmla="*/ 293592 h 6863094"/>
              <a:gd name="connsiteX1-69" fmla="*/ 2793336 w 11514642"/>
              <a:gd name="connsiteY1-70" fmla="*/ 0 h 6863094"/>
              <a:gd name="connsiteX2-71" fmla="*/ 11514642 w 11514642"/>
              <a:gd name="connsiteY2-72" fmla="*/ 0 h 6863094"/>
              <a:gd name="connsiteX3-73" fmla="*/ 8383109 w 11514642"/>
              <a:gd name="connsiteY3-74" fmla="*/ 6863094 h 6863094"/>
              <a:gd name="connsiteX0-75" fmla="*/ 0 w 8721306"/>
              <a:gd name="connsiteY0-76" fmla="*/ 0 h 6863094"/>
              <a:gd name="connsiteX1-77" fmla="*/ 8721306 w 8721306"/>
              <a:gd name="connsiteY1-78" fmla="*/ 0 h 6863094"/>
              <a:gd name="connsiteX2-79" fmla="*/ 5589773 w 8721306"/>
              <a:gd name="connsiteY2-80" fmla="*/ 6863094 h 6863094"/>
              <a:gd name="connsiteX0-81" fmla="*/ 3131533 w 3131533"/>
              <a:gd name="connsiteY0-82" fmla="*/ 0 h 6863094"/>
              <a:gd name="connsiteX1-83" fmla="*/ 0 w 3131533"/>
              <a:gd name="connsiteY1-84" fmla="*/ 6863094 h 68630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533" h="6863094">
                <a:moveTo>
                  <a:pt x="3131533" y="0"/>
                </a:moveTo>
                <a:lnTo>
                  <a:pt x="0" y="6863094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1" name="任意多边形: 形状 70"/>
          <p:cNvSpPr/>
          <p:nvPr userDrawn="1">
            <p:custDataLst>
              <p:tags r:id="rId28"/>
            </p:custDataLst>
          </p:nvPr>
        </p:nvSpPr>
        <p:spPr>
          <a:xfrm>
            <a:off x="1" y="586202"/>
            <a:ext cx="4645386" cy="6271798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8383109 w 11514642"/>
              <a:gd name="connsiteY0-2" fmla="*/ 6863094 h 6954534"/>
              <a:gd name="connsiteX1-3" fmla="*/ 4645387 w 11514642"/>
              <a:gd name="connsiteY1-4" fmla="*/ 6863093 h 6954534"/>
              <a:gd name="connsiteX2-5" fmla="*/ 1 w 11514642"/>
              <a:gd name="connsiteY2-6" fmla="*/ 591295 h 6954534"/>
              <a:gd name="connsiteX3-7" fmla="*/ 0 w 11514642"/>
              <a:gd name="connsiteY3-8" fmla="*/ 293592 h 6954534"/>
              <a:gd name="connsiteX4-9" fmla="*/ 2793336 w 11514642"/>
              <a:gd name="connsiteY4-10" fmla="*/ 0 h 6954534"/>
              <a:gd name="connsiteX5-11" fmla="*/ 11514642 w 11514642"/>
              <a:gd name="connsiteY5-12" fmla="*/ 0 h 6954534"/>
              <a:gd name="connsiteX6-13" fmla="*/ 8474549 w 11514642"/>
              <a:gd name="connsiteY6-14" fmla="*/ 6954534 h 6954534"/>
              <a:gd name="connsiteX0-15" fmla="*/ 8383109 w 11514642"/>
              <a:gd name="connsiteY0-16" fmla="*/ 6863094 h 6863094"/>
              <a:gd name="connsiteX1-17" fmla="*/ 4645387 w 11514642"/>
              <a:gd name="connsiteY1-18" fmla="*/ 6863093 h 6863094"/>
              <a:gd name="connsiteX2-19" fmla="*/ 1 w 11514642"/>
              <a:gd name="connsiteY2-20" fmla="*/ 591295 h 6863094"/>
              <a:gd name="connsiteX3-21" fmla="*/ 0 w 11514642"/>
              <a:gd name="connsiteY3-22" fmla="*/ 293592 h 6863094"/>
              <a:gd name="connsiteX4-23" fmla="*/ 2793336 w 11514642"/>
              <a:gd name="connsiteY4-24" fmla="*/ 0 h 6863094"/>
              <a:gd name="connsiteX5-25" fmla="*/ 11514642 w 11514642"/>
              <a:gd name="connsiteY5-26" fmla="*/ 0 h 6863094"/>
              <a:gd name="connsiteX0-27" fmla="*/ 4645387 w 11514642"/>
              <a:gd name="connsiteY0-28" fmla="*/ 6863093 h 6863093"/>
              <a:gd name="connsiteX1-29" fmla="*/ 1 w 11514642"/>
              <a:gd name="connsiteY1-30" fmla="*/ 591295 h 6863093"/>
              <a:gd name="connsiteX2-31" fmla="*/ 0 w 11514642"/>
              <a:gd name="connsiteY2-32" fmla="*/ 293592 h 6863093"/>
              <a:gd name="connsiteX3-33" fmla="*/ 2793336 w 11514642"/>
              <a:gd name="connsiteY3-34" fmla="*/ 0 h 6863093"/>
              <a:gd name="connsiteX4-35" fmla="*/ 11514642 w 11514642"/>
              <a:gd name="connsiteY4-36" fmla="*/ 0 h 6863093"/>
              <a:gd name="connsiteX0-37" fmla="*/ 4645387 w 4645387"/>
              <a:gd name="connsiteY0-38" fmla="*/ 6863093 h 6863093"/>
              <a:gd name="connsiteX1-39" fmla="*/ 1 w 4645387"/>
              <a:gd name="connsiteY1-40" fmla="*/ 591295 h 6863093"/>
              <a:gd name="connsiteX2-41" fmla="*/ 0 w 4645387"/>
              <a:gd name="connsiteY2-42" fmla="*/ 293592 h 6863093"/>
              <a:gd name="connsiteX3-43" fmla="*/ 2793336 w 4645387"/>
              <a:gd name="connsiteY3-44" fmla="*/ 0 h 6863093"/>
              <a:gd name="connsiteX0-45" fmla="*/ 4645387 w 4645387"/>
              <a:gd name="connsiteY0-46" fmla="*/ 6569501 h 6569501"/>
              <a:gd name="connsiteX1-47" fmla="*/ 1 w 4645387"/>
              <a:gd name="connsiteY1-48" fmla="*/ 297703 h 6569501"/>
              <a:gd name="connsiteX2-49" fmla="*/ 0 w 4645387"/>
              <a:gd name="connsiteY2-50" fmla="*/ 0 h 6569501"/>
              <a:gd name="connsiteX0-51" fmla="*/ 4645386 w 4645386"/>
              <a:gd name="connsiteY0-52" fmla="*/ 6271798 h 6271798"/>
              <a:gd name="connsiteX1-53" fmla="*/ 0 w 4645386"/>
              <a:gd name="connsiteY1-54" fmla="*/ 0 h 62717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645386" h="6271798">
                <a:moveTo>
                  <a:pt x="4645386" y="6271798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2" name="任意多边形: 形状 71"/>
          <p:cNvSpPr/>
          <p:nvPr userDrawn="1">
            <p:custDataLst>
              <p:tags r:id="rId29"/>
            </p:custDataLst>
          </p:nvPr>
        </p:nvSpPr>
        <p:spPr>
          <a:xfrm>
            <a:off x="0" y="1498298"/>
            <a:ext cx="3969903" cy="5359702"/>
          </a:xfrm>
          <a:custGeom>
            <a:avLst/>
            <a:gdLst>
              <a:gd name="connsiteX0" fmla="*/ 0 w 12183661"/>
              <a:gd name="connsiteY0" fmla="*/ 0 h 6863092"/>
              <a:gd name="connsiteX1" fmla="*/ 12183661 w 12183661"/>
              <a:gd name="connsiteY1" fmla="*/ 0 h 6863092"/>
              <a:gd name="connsiteX2" fmla="*/ 9052041 w 12183661"/>
              <a:gd name="connsiteY2" fmla="*/ 6863092 h 6863092"/>
              <a:gd name="connsiteX3" fmla="*/ 3969903 w 12183661"/>
              <a:gd name="connsiteY3" fmla="*/ 6863092 h 6863092"/>
              <a:gd name="connsiteX4" fmla="*/ 0 w 12183661"/>
              <a:gd name="connsiteY4" fmla="*/ 1503390 h 6863092"/>
              <a:gd name="connsiteX5" fmla="*/ 0 w 12183661"/>
              <a:gd name="connsiteY5" fmla="*/ 0 h 6863092"/>
              <a:gd name="connsiteX0-1" fmla="*/ 9052041 w 12183661"/>
              <a:gd name="connsiteY0-2" fmla="*/ 6863092 h 6954532"/>
              <a:gd name="connsiteX1-3" fmla="*/ 3969903 w 12183661"/>
              <a:gd name="connsiteY1-4" fmla="*/ 6863092 h 6954532"/>
              <a:gd name="connsiteX2-5" fmla="*/ 0 w 12183661"/>
              <a:gd name="connsiteY2-6" fmla="*/ 1503390 h 6954532"/>
              <a:gd name="connsiteX3-7" fmla="*/ 0 w 12183661"/>
              <a:gd name="connsiteY3-8" fmla="*/ 0 h 6954532"/>
              <a:gd name="connsiteX4-9" fmla="*/ 12183661 w 12183661"/>
              <a:gd name="connsiteY4-10" fmla="*/ 0 h 6954532"/>
              <a:gd name="connsiteX5-11" fmla="*/ 9143481 w 12183661"/>
              <a:gd name="connsiteY5-12" fmla="*/ 6954532 h 6954532"/>
              <a:gd name="connsiteX0-13" fmla="*/ 9052041 w 12183661"/>
              <a:gd name="connsiteY0-14" fmla="*/ 6863092 h 6863092"/>
              <a:gd name="connsiteX1-15" fmla="*/ 3969903 w 12183661"/>
              <a:gd name="connsiteY1-16" fmla="*/ 6863092 h 6863092"/>
              <a:gd name="connsiteX2-17" fmla="*/ 0 w 12183661"/>
              <a:gd name="connsiteY2-18" fmla="*/ 1503390 h 6863092"/>
              <a:gd name="connsiteX3-19" fmla="*/ 0 w 12183661"/>
              <a:gd name="connsiteY3-20" fmla="*/ 0 h 6863092"/>
              <a:gd name="connsiteX4-21" fmla="*/ 12183661 w 12183661"/>
              <a:gd name="connsiteY4-22" fmla="*/ 0 h 6863092"/>
              <a:gd name="connsiteX0-23" fmla="*/ 3969903 w 12183661"/>
              <a:gd name="connsiteY0-24" fmla="*/ 6863092 h 6863092"/>
              <a:gd name="connsiteX1-25" fmla="*/ 0 w 12183661"/>
              <a:gd name="connsiteY1-26" fmla="*/ 1503390 h 6863092"/>
              <a:gd name="connsiteX2-27" fmla="*/ 0 w 12183661"/>
              <a:gd name="connsiteY2-28" fmla="*/ 0 h 6863092"/>
              <a:gd name="connsiteX3-29" fmla="*/ 12183661 w 12183661"/>
              <a:gd name="connsiteY3-30" fmla="*/ 0 h 6863092"/>
              <a:gd name="connsiteX0-31" fmla="*/ 3969903 w 3969903"/>
              <a:gd name="connsiteY0-32" fmla="*/ 6863092 h 6863092"/>
              <a:gd name="connsiteX1-33" fmla="*/ 0 w 3969903"/>
              <a:gd name="connsiteY1-34" fmla="*/ 1503390 h 6863092"/>
              <a:gd name="connsiteX2-35" fmla="*/ 0 w 3969903"/>
              <a:gd name="connsiteY2-36" fmla="*/ 0 h 6863092"/>
              <a:gd name="connsiteX0-37" fmla="*/ 3969903 w 3969903"/>
              <a:gd name="connsiteY0-38" fmla="*/ 5359702 h 5359702"/>
              <a:gd name="connsiteX1-39" fmla="*/ 0 w 3969903"/>
              <a:gd name="connsiteY1-40" fmla="*/ 0 h 53597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969903" h="5359702">
                <a:moveTo>
                  <a:pt x="3969903" y="5359702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4" name="任意多边形: 形状 73"/>
          <p:cNvSpPr/>
          <p:nvPr userDrawn="1">
            <p:custDataLst>
              <p:tags r:id="rId30"/>
            </p:custDataLst>
          </p:nvPr>
        </p:nvSpPr>
        <p:spPr>
          <a:xfrm>
            <a:off x="3534077" y="1220606"/>
            <a:ext cx="4915880" cy="1219246"/>
          </a:xfrm>
          <a:custGeom>
            <a:avLst/>
            <a:gdLst>
              <a:gd name="connsiteX0" fmla="*/ 4915880 w 4915880"/>
              <a:gd name="connsiteY0" fmla="*/ 0 h 1219246"/>
              <a:gd name="connsiteX1" fmla="*/ 4519713 w 4915880"/>
              <a:gd name="connsiteY1" fmla="*/ 815352 h 1219246"/>
              <a:gd name="connsiteX2" fmla="*/ 534470 w 4915880"/>
              <a:gd name="connsiteY2" fmla="*/ 1219246 h 1219246"/>
              <a:gd name="connsiteX3" fmla="*/ 0 w 4915880"/>
              <a:gd name="connsiteY3" fmla="*/ 524752 h 1219246"/>
              <a:gd name="connsiteX4" fmla="*/ 4915880 w 4915880"/>
              <a:gd name="connsiteY4" fmla="*/ 0 h 1219246"/>
              <a:gd name="connsiteX0-1" fmla="*/ 4915880 w 4915880"/>
              <a:gd name="connsiteY0-2" fmla="*/ 0 h 1219246"/>
              <a:gd name="connsiteX1-3" fmla="*/ 4519713 w 4915880"/>
              <a:gd name="connsiteY1-4" fmla="*/ 815352 h 1219246"/>
              <a:gd name="connsiteX2-5" fmla="*/ 2511123 w 4915880"/>
              <a:gd name="connsiteY2-6" fmla="*/ 1039994 h 1219246"/>
              <a:gd name="connsiteX3-7" fmla="*/ 534470 w 4915880"/>
              <a:gd name="connsiteY3-8" fmla="*/ 1219246 h 1219246"/>
              <a:gd name="connsiteX4-9" fmla="*/ 0 w 4915880"/>
              <a:gd name="connsiteY4-10" fmla="*/ 524752 h 1219246"/>
              <a:gd name="connsiteX5" fmla="*/ 4915880 w 4915880"/>
              <a:gd name="connsiteY5" fmla="*/ 0 h 1219246"/>
              <a:gd name="connsiteX0-11" fmla="*/ 2511123 w 4915880"/>
              <a:gd name="connsiteY0-12" fmla="*/ 1039994 h 1219246"/>
              <a:gd name="connsiteX1-13" fmla="*/ 534470 w 4915880"/>
              <a:gd name="connsiteY1-14" fmla="*/ 1219246 h 1219246"/>
              <a:gd name="connsiteX2-15" fmla="*/ 0 w 4915880"/>
              <a:gd name="connsiteY2-16" fmla="*/ 524752 h 1219246"/>
              <a:gd name="connsiteX3-17" fmla="*/ 4915880 w 4915880"/>
              <a:gd name="connsiteY3-18" fmla="*/ 0 h 1219246"/>
              <a:gd name="connsiteX4-19" fmla="*/ 4519713 w 4915880"/>
              <a:gd name="connsiteY4-20" fmla="*/ 815352 h 1219246"/>
              <a:gd name="connsiteX5-21" fmla="*/ 2602563 w 4915880"/>
              <a:gd name="connsiteY5-22" fmla="*/ 1131434 h 1219246"/>
              <a:gd name="connsiteX0-23" fmla="*/ 2511123 w 4915880"/>
              <a:gd name="connsiteY0-24" fmla="*/ 1039994 h 1219246"/>
              <a:gd name="connsiteX1-25" fmla="*/ 534470 w 4915880"/>
              <a:gd name="connsiteY1-26" fmla="*/ 1219246 h 1219246"/>
              <a:gd name="connsiteX2-27" fmla="*/ 0 w 4915880"/>
              <a:gd name="connsiteY2-28" fmla="*/ 524752 h 1219246"/>
              <a:gd name="connsiteX3-29" fmla="*/ 4915880 w 4915880"/>
              <a:gd name="connsiteY3-30" fmla="*/ 0 h 1219246"/>
              <a:gd name="connsiteX4-31" fmla="*/ 4519713 w 4915880"/>
              <a:gd name="connsiteY4-32" fmla="*/ 815352 h 1219246"/>
              <a:gd name="connsiteX0-33" fmla="*/ 534470 w 4915880"/>
              <a:gd name="connsiteY0-34" fmla="*/ 1219246 h 1219246"/>
              <a:gd name="connsiteX1-35" fmla="*/ 0 w 4915880"/>
              <a:gd name="connsiteY1-36" fmla="*/ 524752 h 1219246"/>
              <a:gd name="connsiteX2-37" fmla="*/ 4915880 w 4915880"/>
              <a:gd name="connsiteY2-38" fmla="*/ 0 h 1219246"/>
              <a:gd name="connsiteX3-39" fmla="*/ 4519713 w 4915880"/>
              <a:gd name="connsiteY3-40" fmla="*/ 815352 h 121924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15880" h="1219246">
                <a:moveTo>
                  <a:pt x="534470" y="1219246"/>
                </a:moveTo>
                <a:lnTo>
                  <a:pt x="0" y="524752"/>
                </a:lnTo>
                <a:lnTo>
                  <a:pt x="4915880" y="0"/>
                </a:lnTo>
                <a:lnTo>
                  <a:pt x="4519713" y="815352"/>
                </a:lnTo>
              </a:path>
            </a:pathLst>
          </a:custGeom>
          <a:noFill/>
          <a:ln w="177800">
            <a:solidFill>
              <a:srgbClr val="FFFFFF"/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accent1">
                  <a:lumMod val="95000"/>
                </a:schemeClr>
              </a:gs>
              <a:gs pos="100000">
                <a:schemeClr val="accent1">
                  <a:lumMod val="75000"/>
                  <a:lumOff val="2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3" name="任意多边形 6"/>
          <p:cNvSpPr/>
          <p:nvPr userDrawn="1">
            <p:custDataLst>
              <p:tags r:id="rId3"/>
            </p:custDataLst>
          </p:nvPr>
        </p:nvSpPr>
        <p:spPr>
          <a:xfrm>
            <a:off x="0" y="5814060"/>
            <a:ext cx="12192000" cy="1043940"/>
          </a:xfrm>
          <a:custGeom>
            <a:avLst/>
            <a:gdLst>
              <a:gd name="connsiteX0" fmla="*/ 0 w 19244"/>
              <a:gd name="connsiteY0" fmla="*/ 467 h 1786"/>
              <a:gd name="connsiteX1" fmla="*/ 5109 w 19244"/>
              <a:gd name="connsiteY1" fmla="*/ 500 h 1786"/>
              <a:gd name="connsiteX2" fmla="*/ 19244 w 19244"/>
              <a:gd name="connsiteY2" fmla="*/ 1759 h 1786"/>
              <a:gd name="connsiteX3" fmla="*/ 19208 w 19244"/>
              <a:gd name="connsiteY3" fmla="*/ 1786 h 1786"/>
              <a:gd name="connsiteX4" fmla="*/ 9 w 19244"/>
              <a:gd name="connsiteY4" fmla="*/ 1786 h 1786"/>
              <a:gd name="connsiteX5" fmla="*/ 0 w 19244"/>
              <a:gd name="connsiteY5" fmla="*/ 467 h 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4" h="1786">
                <a:moveTo>
                  <a:pt x="0" y="467"/>
                </a:moveTo>
                <a:cubicBezTo>
                  <a:pt x="945" y="211"/>
                  <a:pt x="2397" y="-460"/>
                  <a:pt x="5109" y="500"/>
                </a:cubicBezTo>
                <a:cubicBezTo>
                  <a:pt x="7979" y="1518"/>
                  <a:pt x="10649" y="1789"/>
                  <a:pt x="19244" y="1759"/>
                </a:cubicBezTo>
                <a:lnTo>
                  <a:pt x="19208" y="1786"/>
                </a:lnTo>
                <a:lnTo>
                  <a:pt x="9" y="1786"/>
                </a:lnTo>
                <a:lnTo>
                  <a:pt x="0" y="467"/>
                </a:lnTo>
                <a:close/>
              </a:path>
            </a:pathLst>
          </a:custGeom>
          <a:gradFill>
            <a:gsLst>
              <a:gs pos="22000">
                <a:srgbClr val="FFFFFF">
                  <a:alpha val="55000"/>
                </a:srgbClr>
              </a:gs>
              <a:gs pos="100000">
                <a:srgbClr val="FFFFFF">
                  <a:alpha val="3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25" name="任意多边形 39"/>
          <p:cNvSpPr/>
          <p:nvPr userDrawn="1">
            <p:custDataLst>
              <p:tags r:id="rId4"/>
            </p:custDataLst>
          </p:nvPr>
        </p:nvSpPr>
        <p:spPr>
          <a:xfrm>
            <a:off x="0" y="5761355"/>
            <a:ext cx="12192000" cy="10966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42" h="1877">
                <a:moveTo>
                  <a:pt x="18111" y="0"/>
                </a:moveTo>
                <a:cubicBezTo>
                  <a:pt x="18533" y="1"/>
                  <a:pt x="18906" y="41"/>
                  <a:pt x="19239" y="105"/>
                </a:cubicBezTo>
                <a:lnTo>
                  <a:pt x="19242" y="106"/>
                </a:lnTo>
                <a:lnTo>
                  <a:pt x="19242" y="1865"/>
                </a:lnTo>
                <a:lnTo>
                  <a:pt x="0" y="1877"/>
                </a:lnTo>
                <a:lnTo>
                  <a:pt x="0" y="1021"/>
                </a:lnTo>
                <a:cubicBezTo>
                  <a:pt x="3659" y="1958"/>
                  <a:pt x="11307" y="1790"/>
                  <a:pt x="14742" y="635"/>
                </a:cubicBezTo>
                <a:cubicBezTo>
                  <a:pt x="16137" y="166"/>
                  <a:pt x="17231" y="-2"/>
                  <a:pt x="18111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30000"/>
                </a:srgbClr>
              </a:gs>
              <a:gs pos="84000">
                <a:srgbClr val="FFFFFF">
                  <a:alpha val="0"/>
                </a:srgbClr>
              </a:gs>
            </a:gsLst>
            <a:lin ang="6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dk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6" name="任意多边形 43"/>
          <p:cNvSpPr/>
          <p:nvPr userDrawn="1">
            <p:custDataLst>
              <p:tags r:id="rId5"/>
            </p:custDataLst>
          </p:nvPr>
        </p:nvSpPr>
        <p:spPr>
          <a:xfrm>
            <a:off x="0" y="5563235"/>
            <a:ext cx="12192000" cy="1294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2216">
                <a:moveTo>
                  <a:pt x="16008" y="0"/>
                </a:moveTo>
                <a:cubicBezTo>
                  <a:pt x="17327" y="-8"/>
                  <a:pt x="18275" y="380"/>
                  <a:pt x="19157" y="707"/>
                </a:cubicBezTo>
                <a:lnTo>
                  <a:pt x="19234" y="736"/>
                </a:lnTo>
                <a:lnTo>
                  <a:pt x="19234" y="2216"/>
                </a:lnTo>
                <a:lnTo>
                  <a:pt x="0" y="2215"/>
                </a:lnTo>
                <a:lnTo>
                  <a:pt x="0" y="1865"/>
                </a:lnTo>
                <a:cubicBezTo>
                  <a:pt x="11748" y="1817"/>
                  <a:pt x="12501" y="535"/>
                  <a:pt x="14691" y="130"/>
                </a:cubicBezTo>
                <a:cubicBezTo>
                  <a:pt x="15170" y="42"/>
                  <a:pt x="15606" y="3"/>
                  <a:pt x="16008" y="0"/>
                </a:cubicBezTo>
                <a:close/>
              </a:path>
            </a:pathLst>
          </a:custGeom>
          <a:gradFill>
            <a:gsLst>
              <a:gs pos="32000">
                <a:srgbClr val="FFFFFF">
                  <a:alpha val="10000"/>
                </a:srgbClr>
              </a:gs>
              <a:gs pos="90000">
                <a:srgbClr val="FFFFFF">
                  <a:alpha val="40000"/>
                </a:srgb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928000" y="1027050"/>
            <a:ext cx="6336000" cy="1008000"/>
          </a:xfrm>
        </p:spPr>
        <p:txBody>
          <a:bodyPr>
            <a:normAutofit/>
          </a:bodyPr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accent1">
                  <a:lumMod val="95000"/>
                </a:schemeClr>
              </a:gs>
              <a:gs pos="100000">
                <a:schemeClr val="accent1">
                  <a:lumMod val="75000"/>
                  <a:lumOff val="2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23" name="任意多边形 6"/>
          <p:cNvSpPr/>
          <p:nvPr userDrawn="1">
            <p:custDataLst>
              <p:tags r:id="rId3"/>
            </p:custDataLst>
          </p:nvPr>
        </p:nvSpPr>
        <p:spPr>
          <a:xfrm>
            <a:off x="0" y="5814060"/>
            <a:ext cx="12192000" cy="1043940"/>
          </a:xfrm>
          <a:custGeom>
            <a:avLst/>
            <a:gdLst>
              <a:gd name="connsiteX0" fmla="*/ 0 w 19244"/>
              <a:gd name="connsiteY0" fmla="*/ 467 h 1786"/>
              <a:gd name="connsiteX1" fmla="*/ 5109 w 19244"/>
              <a:gd name="connsiteY1" fmla="*/ 500 h 1786"/>
              <a:gd name="connsiteX2" fmla="*/ 19244 w 19244"/>
              <a:gd name="connsiteY2" fmla="*/ 1759 h 1786"/>
              <a:gd name="connsiteX3" fmla="*/ 19208 w 19244"/>
              <a:gd name="connsiteY3" fmla="*/ 1786 h 1786"/>
              <a:gd name="connsiteX4" fmla="*/ 9 w 19244"/>
              <a:gd name="connsiteY4" fmla="*/ 1786 h 1786"/>
              <a:gd name="connsiteX5" fmla="*/ 0 w 19244"/>
              <a:gd name="connsiteY5" fmla="*/ 467 h 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4" h="1786">
                <a:moveTo>
                  <a:pt x="0" y="467"/>
                </a:moveTo>
                <a:cubicBezTo>
                  <a:pt x="945" y="211"/>
                  <a:pt x="2397" y="-460"/>
                  <a:pt x="5109" y="500"/>
                </a:cubicBezTo>
                <a:cubicBezTo>
                  <a:pt x="7979" y="1518"/>
                  <a:pt x="10649" y="1789"/>
                  <a:pt x="19244" y="1759"/>
                </a:cubicBezTo>
                <a:lnTo>
                  <a:pt x="19208" y="1786"/>
                </a:lnTo>
                <a:lnTo>
                  <a:pt x="9" y="1786"/>
                </a:lnTo>
                <a:lnTo>
                  <a:pt x="0" y="467"/>
                </a:lnTo>
                <a:close/>
              </a:path>
            </a:pathLst>
          </a:custGeom>
          <a:gradFill>
            <a:gsLst>
              <a:gs pos="22000">
                <a:srgbClr val="FFFFFF">
                  <a:alpha val="55000"/>
                </a:srgbClr>
              </a:gs>
              <a:gs pos="100000">
                <a:srgbClr val="FFFFFF">
                  <a:alpha val="3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25" name="任意多边形 39"/>
          <p:cNvSpPr/>
          <p:nvPr userDrawn="1">
            <p:custDataLst>
              <p:tags r:id="rId4"/>
            </p:custDataLst>
          </p:nvPr>
        </p:nvSpPr>
        <p:spPr>
          <a:xfrm>
            <a:off x="0" y="5761355"/>
            <a:ext cx="12192000" cy="10966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42" h="1877">
                <a:moveTo>
                  <a:pt x="18111" y="0"/>
                </a:moveTo>
                <a:cubicBezTo>
                  <a:pt x="18533" y="1"/>
                  <a:pt x="18906" y="41"/>
                  <a:pt x="19239" y="105"/>
                </a:cubicBezTo>
                <a:lnTo>
                  <a:pt x="19242" y="106"/>
                </a:lnTo>
                <a:lnTo>
                  <a:pt x="19242" y="1865"/>
                </a:lnTo>
                <a:lnTo>
                  <a:pt x="0" y="1877"/>
                </a:lnTo>
                <a:lnTo>
                  <a:pt x="0" y="1021"/>
                </a:lnTo>
                <a:cubicBezTo>
                  <a:pt x="3659" y="1958"/>
                  <a:pt x="11307" y="1790"/>
                  <a:pt x="14742" y="635"/>
                </a:cubicBezTo>
                <a:cubicBezTo>
                  <a:pt x="16137" y="166"/>
                  <a:pt x="17231" y="-2"/>
                  <a:pt x="18111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30000"/>
                </a:srgbClr>
              </a:gs>
              <a:gs pos="84000">
                <a:srgbClr val="FFFFFF">
                  <a:alpha val="0"/>
                </a:srgbClr>
              </a:gs>
            </a:gsLst>
            <a:lin ang="6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dk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6" name="任意多边形 43"/>
          <p:cNvSpPr/>
          <p:nvPr userDrawn="1">
            <p:custDataLst>
              <p:tags r:id="rId5"/>
            </p:custDataLst>
          </p:nvPr>
        </p:nvSpPr>
        <p:spPr>
          <a:xfrm>
            <a:off x="0" y="5563235"/>
            <a:ext cx="12192000" cy="1294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2216">
                <a:moveTo>
                  <a:pt x="16008" y="0"/>
                </a:moveTo>
                <a:cubicBezTo>
                  <a:pt x="17327" y="-8"/>
                  <a:pt x="18275" y="380"/>
                  <a:pt x="19157" y="707"/>
                </a:cubicBezTo>
                <a:lnTo>
                  <a:pt x="19234" y="736"/>
                </a:lnTo>
                <a:lnTo>
                  <a:pt x="19234" y="2216"/>
                </a:lnTo>
                <a:lnTo>
                  <a:pt x="0" y="2215"/>
                </a:lnTo>
                <a:lnTo>
                  <a:pt x="0" y="1865"/>
                </a:lnTo>
                <a:cubicBezTo>
                  <a:pt x="11748" y="1817"/>
                  <a:pt x="12501" y="535"/>
                  <a:pt x="14691" y="130"/>
                </a:cubicBezTo>
                <a:cubicBezTo>
                  <a:pt x="15170" y="42"/>
                  <a:pt x="15606" y="3"/>
                  <a:pt x="16008" y="0"/>
                </a:cubicBezTo>
                <a:close/>
              </a:path>
            </a:pathLst>
          </a:custGeom>
          <a:gradFill>
            <a:gsLst>
              <a:gs pos="32000">
                <a:srgbClr val="FFFFFF">
                  <a:alpha val="10000"/>
                </a:srgbClr>
              </a:gs>
              <a:gs pos="90000">
                <a:srgbClr val="FFFFFF">
                  <a:alpha val="40000"/>
                </a:srgb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22" name="任意多边形: 形状 21"/>
          <p:cNvSpPr>
            <a:spLocks noChangeAspect="1"/>
          </p:cNvSpPr>
          <p:nvPr userDrawn="1">
            <p:custDataLst>
              <p:tags r:id="rId6"/>
            </p:custDataLst>
          </p:nvPr>
        </p:nvSpPr>
        <p:spPr>
          <a:xfrm>
            <a:off x="1486002" y="827833"/>
            <a:ext cx="9219997" cy="6030167"/>
          </a:xfrm>
          <a:custGeom>
            <a:avLst/>
            <a:gdLst>
              <a:gd name="connsiteX0" fmla="*/ 0 w 9219997"/>
              <a:gd name="connsiteY0" fmla="*/ 0 h 6030167"/>
              <a:gd name="connsiteX1" fmla="*/ 9219997 w 9219997"/>
              <a:gd name="connsiteY1" fmla="*/ 0 h 6030167"/>
              <a:gd name="connsiteX2" fmla="*/ 5567681 w 9219997"/>
              <a:gd name="connsiteY2" fmla="*/ 6030167 h 6030167"/>
              <a:gd name="connsiteX3" fmla="*/ 3652317 w 9219997"/>
              <a:gd name="connsiteY3" fmla="*/ 6030167 h 6030167"/>
              <a:gd name="connsiteX0-1" fmla="*/ 0 w 9219997"/>
              <a:gd name="connsiteY0-2" fmla="*/ 0 h 6043930"/>
              <a:gd name="connsiteX1-3" fmla="*/ 9219997 w 9219997"/>
              <a:gd name="connsiteY1-4" fmla="*/ 0 h 6043930"/>
              <a:gd name="connsiteX2-5" fmla="*/ 5567681 w 9219997"/>
              <a:gd name="connsiteY2-6" fmla="*/ 6030167 h 6043930"/>
              <a:gd name="connsiteX3-7" fmla="*/ 4343298 w 9219997"/>
              <a:gd name="connsiteY3-8" fmla="*/ 6043930 h 6043930"/>
              <a:gd name="connsiteX4" fmla="*/ 3652317 w 9219997"/>
              <a:gd name="connsiteY4" fmla="*/ 6030167 h 6043930"/>
              <a:gd name="connsiteX5" fmla="*/ 0 w 9219997"/>
              <a:gd name="connsiteY5" fmla="*/ 0 h 6043930"/>
              <a:gd name="connsiteX0-9" fmla="*/ 4343298 w 9219997"/>
              <a:gd name="connsiteY0-10" fmla="*/ 6043930 h 6135370"/>
              <a:gd name="connsiteX1-11" fmla="*/ 3652317 w 9219997"/>
              <a:gd name="connsiteY1-12" fmla="*/ 6030167 h 6135370"/>
              <a:gd name="connsiteX2-13" fmla="*/ 0 w 9219997"/>
              <a:gd name="connsiteY2-14" fmla="*/ 0 h 6135370"/>
              <a:gd name="connsiteX3-15" fmla="*/ 9219997 w 9219997"/>
              <a:gd name="connsiteY3-16" fmla="*/ 0 h 6135370"/>
              <a:gd name="connsiteX4-17" fmla="*/ 5567681 w 9219997"/>
              <a:gd name="connsiteY4-18" fmla="*/ 6030167 h 6135370"/>
              <a:gd name="connsiteX5-19" fmla="*/ 4434738 w 9219997"/>
              <a:gd name="connsiteY5-20" fmla="*/ 6135370 h 6135370"/>
              <a:gd name="connsiteX0-21" fmla="*/ 4343298 w 9219997"/>
              <a:gd name="connsiteY0-22" fmla="*/ 6043930 h 6043930"/>
              <a:gd name="connsiteX1-23" fmla="*/ 3652317 w 9219997"/>
              <a:gd name="connsiteY1-24" fmla="*/ 6030167 h 6043930"/>
              <a:gd name="connsiteX2-25" fmla="*/ 0 w 9219997"/>
              <a:gd name="connsiteY2-26" fmla="*/ 0 h 6043930"/>
              <a:gd name="connsiteX3-27" fmla="*/ 9219997 w 9219997"/>
              <a:gd name="connsiteY3-28" fmla="*/ 0 h 6043930"/>
              <a:gd name="connsiteX4-29" fmla="*/ 5567681 w 9219997"/>
              <a:gd name="connsiteY4-30" fmla="*/ 6030167 h 6043930"/>
              <a:gd name="connsiteX0-31" fmla="*/ 3652317 w 9219997"/>
              <a:gd name="connsiteY0-32" fmla="*/ 6030167 h 6030167"/>
              <a:gd name="connsiteX1-33" fmla="*/ 0 w 9219997"/>
              <a:gd name="connsiteY1-34" fmla="*/ 0 h 6030167"/>
              <a:gd name="connsiteX2-35" fmla="*/ 9219997 w 9219997"/>
              <a:gd name="connsiteY2-36" fmla="*/ 0 h 6030167"/>
              <a:gd name="connsiteX3-37" fmla="*/ 5567681 w 9219997"/>
              <a:gd name="connsiteY3-38" fmla="*/ 6030167 h 603016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219997" h="6030167">
                <a:moveTo>
                  <a:pt x="3652317" y="6030167"/>
                </a:moveTo>
                <a:lnTo>
                  <a:pt x="0" y="0"/>
                </a:lnTo>
                <a:lnTo>
                  <a:pt x="9219997" y="0"/>
                </a:lnTo>
                <a:lnTo>
                  <a:pt x="5567681" y="6030167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>
            <a:spLocks noChangeAspect="1"/>
          </p:cNvSpPr>
          <p:nvPr userDrawn="1">
            <p:custDataLst>
              <p:tags r:id="rId7"/>
            </p:custDataLst>
          </p:nvPr>
        </p:nvSpPr>
        <p:spPr>
          <a:xfrm>
            <a:off x="0" y="114935"/>
            <a:ext cx="12191365" cy="6743065"/>
          </a:xfrm>
          <a:custGeom>
            <a:avLst/>
            <a:gdLst>
              <a:gd name="connsiteX0" fmla="*/ 0 w 12216061"/>
              <a:gd name="connsiteY0" fmla="*/ 0 h 6742002"/>
              <a:gd name="connsiteX1" fmla="*/ 12216061 w 12216061"/>
              <a:gd name="connsiteY1" fmla="*/ 0 h 6742002"/>
              <a:gd name="connsiteX2" fmla="*/ 8132761 w 12216061"/>
              <a:gd name="connsiteY2" fmla="*/ 6742002 h 6742002"/>
              <a:gd name="connsiteX3" fmla="*/ 4047152 w 12216061"/>
              <a:gd name="connsiteY3" fmla="*/ 6742002 h 6742002"/>
              <a:gd name="connsiteX4" fmla="*/ 0 w 12216061"/>
              <a:gd name="connsiteY4" fmla="*/ 59686 h 6742002"/>
              <a:gd name="connsiteX0-1" fmla="*/ 0 w 12216061"/>
              <a:gd name="connsiteY0-2" fmla="*/ 0 h 6758486"/>
              <a:gd name="connsiteX1-3" fmla="*/ 12216061 w 12216061"/>
              <a:gd name="connsiteY1-4" fmla="*/ 0 h 6758486"/>
              <a:gd name="connsiteX2-5" fmla="*/ 8132761 w 12216061"/>
              <a:gd name="connsiteY2-6" fmla="*/ 6742002 h 6758486"/>
              <a:gd name="connsiteX3-7" fmla="*/ 6118984 w 12216061"/>
              <a:gd name="connsiteY3-8" fmla="*/ 6758486 h 6758486"/>
              <a:gd name="connsiteX4-9" fmla="*/ 4047152 w 12216061"/>
              <a:gd name="connsiteY4-10" fmla="*/ 6742002 h 6758486"/>
              <a:gd name="connsiteX5" fmla="*/ 0 w 12216061"/>
              <a:gd name="connsiteY5" fmla="*/ 59686 h 6758486"/>
              <a:gd name="connsiteX6" fmla="*/ 0 w 12216061"/>
              <a:gd name="connsiteY6" fmla="*/ 0 h 6758486"/>
              <a:gd name="connsiteX0-11" fmla="*/ 0 w 12216061"/>
              <a:gd name="connsiteY0-12" fmla="*/ 0 h 6742002"/>
              <a:gd name="connsiteX1-13" fmla="*/ 12216061 w 12216061"/>
              <a:gd name="connsiteY1-14" fmla="*/ 0 h 6742002"/>
              <a:gd name="connsiteX2-15" fmla="*/ 8132761 w 12216061"/>
              <a:gd name="connsiteY2-16" fmla="*/ 6742002 h 6742002"/>
              <a:gd name="connsiteX3-17" fmla="*/ 4047152 w 12216061"/>
              <a:gd name="connsiteY3-18" fmla="*/ 6742002 h 6742002"/>
              <a:gd name="connsiteX4-19" fmla="*/ 0 w 12216061"/>
              <a:gd name="connsiteY4-20" fmla="*/ 59686 h 6742002"/>
              <a:gd name="connsiteX5-21" fmla="*/ 0 w 12216061"/>
              <a:gd name="connsiteY5-22" fmla="*/ 0 h 6742002"/>
              <a:gd name="connsiteX0-23" fmla="*/ 0 w 12216061"/>
              <a:gd name="connsiteY0-24" fmla="*/ 0 h 6743972"/>
              <a:gd name="connsiteX1-25" fmla="*/ 12216061 w 12216061"/>
              <a:gd name="connsiteY1-26" fmla="*/ 0 h 6743972"/>
              <a:gd name="connsiteX2-27" fmla="*/ 8132761 w 12216061"/>
              <a:gd name="connsiteY2-28" fmla="*/ 6742002 h 6743972"/>
              <a:gd name="connsiteX3-29" fmla="*/ 6162526 w 12216061"/>
              <a:gd name="connsiteY3-30" fmla="*/ 6743972 h 6743972"/>
              <a:gd name="connsiteX4-31" fmla="*/ 4047152 w 12216061"/>
              <a:gd name="connsiteY4-32" fmla="*/ 6742002 h 6743972"/>
              <a:gd name="connsiteX5-33" fmla="*/ 0 w 12216061"/>
              <a:gd name="connsiteY5-34" fmla="*/ 59686 h 6743972"/>
              <a:gd name="connsiteX6-35" fmla="*/ 0 w 12216061"/>
              <a:gd name="connsiteY6-36" fmla="*/ 0 h 6743972"/>
              <a:gd name="connsiteX0-37" fmla="*/ 6162526 w 12216061"/>
              <a:gd name="connsiteY0-38" fmla="*/ 6743972 h 6835412"/>
              <a:gd name="connsiteX1-39" fmla="*/ 4047152 w 12216061"/>
              <a:gd name="connsiteY1-40" fmla="*/ 6742002 h 6835412"/>
              <a:gd name="connsiteX2-41" fmla="*/ 0 w 12216061"/>
              <a:gd name="connsiteY2-42" fmla="*/ 59686 h 6835412"/>
              <a:gd name="connsiteX3-43" fmla="*/ 0 w 12216061"/>
              <a:gd name="connsiteY3-44" fmla="*/ 0 h 6835412"/>
              <a:gd name="connsiteX4-45" fmla="*/ 12216061 w 12216061"/>
              <a:gd name="connsiteY4-46" fmla="*/ 0 h 6835412"/>
              <a:gd name="connsiteX5-47" fmla="*/ 8132761 w 12216061"/>
              <a:gd name="connsiteY5-48" fmla="*/ 6742002 h 6835412"/>
              <a:gd name="connsiteX6-49" fmla="*/ 6253966 w 12216061"/>
              <a:gd name="connsiteY6-50" fmla="*/ 6835412 h 6835412"/>
              <a:gd name="connsiteX0-51" fmla="*/ 6162526 w 12216061"/>
              <a:gd name="connsiteY0-52" fmla="*/ 6743972 h 6743972"/>
              <a:gd name="connsiteX1-53" fmla="*/ 4047152 w 12216061"/>
              <a:gd name="connsiteY1-54" fmla="*/ 6742002 h 6743972"/>
              <a:gd name="connsiteX2-55" fmla="*/ 0 w 12216061"/>
              <a:gd name="connsiteY2-56" fmla="*/ 59686 h 6743972"/>
              <a:gd name="connsiteX3-57" fmla="*/ 0 w 12216061"/>
              <a:gd name="connsiteY3-58" fmla="*/ 0 h 6743972"/>
              <a:gd name="connsiteX4-59" fmla="*/ 12216061 w 12216061"/>
              <a:gd name="connsiteY4-60" fmla="*/ 0 h 6743972"/>
              <a:gd name="connsiteX5-61" fmla="*/ 8132761 w 12216061"/>
              <a:gd name="connsiteY5-62" fmla="*/ 6742002 h 6743972"/>
              <a:gd name="connsiteX0-63" fmla="*/ 4047152 w 12216061"/>
              <a:gd name="connsiteY0-64" fmla="*/ 6742002 h 6742002"/>
              <a:gd name="connsiteX1-65" fmla="*/ 0 w 12216061"/>
              <a:gd name="connsiteY1-66" fmla="*/ 59686 h 6742002"/>
              <a:gd name="connsiteX2-67" fmla="*/ 0 w 12216061"/>
              <a:gd name="connsiteY2-68" fmla="*/ 0 h 6742002"/>
              <a:gd name="connsiteX3-69" fmla="*/ 12216061 w 12216061"/>
              <a:gd name="connsiteY3-70" fmla="*/ 0 h 6742002"/>
              <a:gd name="connsiteX4-71" fmla="*/ 8132761 w 12216061"/>
              <a:gd name="connsiteY4-72" fmla="*/ 6742002 h 6742002"/>
              <a:gd name="connsiteX0-73" fmla="*/ 0 w 12216061"/>
              <a:gd name="connsiteY0-74" fmla="*/ 59686 h 6742002"/>
              <a:gd name="connsiteX1-75" fmla="*/ 0 w 12216061"/>
              <a:gd name="connsiteY1-76" fmla="*/ 0 h 6742002"/>
              <a:gd name="connsiteX2-77" fmla="*/ 12216061 w 12216061"/>
              <a:gd name="connsiteY2-78" fmla="*/ 0 h 6742002"/>
              <a:gd name="connsiteX3-79" fmla="*/ 8132761 w 12216061"/>
              <a:gd name="connsiteY3-80" fmla="*/ 6742002 h 6742002"/>
              <a:gd name="connsiteX0-81" fmla="*/ 0 w 12216061"/>
              <a:gd name="connsiteY0-82" fmla="*/ 0 h 6742002"/>
              <a:gd name="connsiteX1-83" fmla="*/ 12216061 w 12216061"/>
              <a:gd name="connsiteY1-84" fmla="*/ 0 h 6742002"/>
              <a:gd name="connsiteX2-85" fmla="*/ 8132761 w 12216061"/>
              <a:gd name="connsiteY2-86" fmla="*/ 6742002 h 67420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2216061" h="6742002">
                <a:moveTo>
                  <a:pt x="0" y="0"/>
                </a:moveTo>
                <a:lnTo>
                  <a:pt x="12216061" y="0"/>
                </a:lnTo>
                <a:lnTo>
                  <a:pt x="8132761" y="6742002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" name="任意多边形: 形状 31"/>
          <p:cNvSpPr>
            <a:spLocks noChangeAspect="1"/>
          </p:cNvSpPr>
          <p:nvPr userDrawn="1">
            <p:custDataLst>
              <p:tags r:id="rId8"/>
            </p:custDataLst>
          </p:nvPr>
        </p:nvSpPr>
        <p:spPr>
          <a:xfrm>
            <a:off x="6044" y="1649307"/>
            <a:ext cx="3154991" cy="5208693"/>
          </a:xfrm>
          <a:custGeom>
            <a:avLst/>
            <a:gdLst>
              <a:gd name="connsiteX0" fmla="*/ 0 w 12190843"/>
              <a:gd name="connsiteY0" fmla="*/ 0 h 6858306"/>
              <a:gd name="connsiteX1" fmla="*/ 12190843 w 12190843"/>
              <a:gd name="connsiteY1" fmla="*/ 0 h 6858306"/>
              <a:gd name="connsiteX2" fmla="*/ 12190843 w 12190843"/>
              <a:gd name="connsiteY2" fmla="*/ 2135823 h 6858306"/>
              <a:gd name="connsiteX3" fmla="*/ 9330358 w 12190843"/>
              <a:gd name="connsiteY3" fmla="*/ 6858306 h 6858306"/>
              <a:gd name="connsiteX4" fmla="*/ 3154991 w 12190843"/>
              <a:gd name="connsiteY4" fmla="*/ 6858306 h 6858306"/>
              <a:gd name="connsiteX5" fmla="*/ 0 w 12190843"/>
              <a:gd name="connsiteY5" fmla="*/ 1649613 h 6858306"/>
              <a:gd name="connsiteX0-1" fmla="*/ 9330358 w 12190843"/>
              <a:gd name="connsiteY0-2" fmla="*/ 6858306 h 6949746"/>
              <a:gd name="connsiteX1-3" fmla="*/ 3154991 w 12190843"/>
              <a:gd name="connsiteY1-4" fmla="*/ 6858306 h 6949746"/>
              <a:gd name="connsiteX2-5" fmla="*/ 0 w 12190843"/>
              <a:gd name="connsiteY2-6" fmla="*/ 1649613 h 6949746"/>
              <a:gd name="connsiteX3-7" fmla="*/ 0 w 12190843"/>
              <a:gd name="connsiteY3-8" fmla="*/ 0 h 6949746"/>
              <a:gd name="connsiteX4-9" fmla="*/ 12190843 w 12190843"/>
              <a:gd name="connsiteY4-10" fmla="*/ 0 h 6949746"/>
              <a:gd name="connsiteX5-11" fmla="*/ 12190843 w 12190843"/>
              <a:gd name="connsiteY5-12" fmla="*/ 2135823 h 6949746"/>
              <a:gd name="connsiteX6" fmla="*/ 9421798 w 12190843"/>
              <a:gd name="connsiteY6" fmla="*/ 6949746 h 6949746"/>
              <a:gd name="connsiteX0-13" fmla="*/ 3154991 w 12190843"/>
              <a:gd name="connsiteY0-14" fmla="*/ 6858306 h 6949746"/>
              <a:gd name="connsiteX1-15" fmla="*/ 0 w 12190843"/>
              <a:gd name="connsiteY1-16" fmla="*/ 1649613 h 6949746"/>
              <a:gd name="connsiteX2-17" fmla="*/ 0 w 12190843"/>
              <a:gd name="connsiteY2-18" fmla="*/ 0 h 6949746"/>
              <a:gd name="connsiteX3-19" fmla="*/ 12190843 w 12190843"/>
              <a:gd name="connsiteY3-20" fmla="*/ 0 h 6949746"/>
              <a:gd name="connsiteX4-21" fmla="*/ 12190843 w 12190843"/>
              <a:gd name="connsiteY4-22" fmla="*/ 2135823 h 6949746"/>
              <a:gd name="connsiteX5-23" fmla="*/ 9421798 w 12190843"/>
              <a:gd name="connsiteY5-24" fmla="*/ 6949746 h 6949746"/>
              <a:gd name="connsiteX0-25" fmla="*/ 3154991 w 12190843"/>
              <a:gd name="connsiteY0-26" fmla="*/ 6858306 h 6858306"/>
              <a:gd name="connsiteX1-27" fmla="*/ 0 w 12190843"/>
              <a:gd name="connsiteY1-28" fmla="*/ 1649613 h 6858306"/>
              <a:gd name="connsiteX2-29" fmla="*/ 0 w 12190843"/>
              <a:gd name="connsiteY2-30" fmla="*/ 0 h 6858306"/>
              <a:gd name="connsiteX3-31" fmla="*/ 12190843 w 12190843"/>
              <a:gd name="connsiteY3-32" fmla="*/ 0 h 6858306"/>
              <a:gd name="connsiteX4-33" fmla="*/ 12190843 w 12190843"/>
              <a:gd name="connsiteY4-34" fmla="*/ 2135823 h 6858306"/>
              <a:gd name="connsiteX0-35" fmla="*/ 3154991 w 12190843"/>
              <a:gd name="connsiteY0-36" fmla="*/ 6858306 h 6858306"/>
              <a:gd name="connsiteX1-37" fmla="*/ 0 w 12190843"/>
              <a:gd name="connsiteY1-38" fmla="*/ 1649613 h 6858306"/>
              <a:gd name="connsiteX2-39" fmla="*/ 0 w 12190843"/>
              <a:gd name="connsiteY2-40" fmla="*/ 0 h 6858306"/>
              <a:gd name="connsiteX3-41" fmla="*/ 12190843 w 12190843"/>
              <a:gd name="connsiteY3-42" fmla="*/ 0 h 6858306"/>
              <a:gd name="connsiteX0-43" fmla="*/ 3154991 w 3154991"/>
              <a:gd name="connsiteY0-44" fmla="*/ 6858306 h 6858306"/>
              <a:gd name="connsiteX1-45" fmla="*/ 0 w 3154991"/>
              <a:gd name="connsiteY1-46" fmla="*/ 1649613 h 6858306"/>
              <a:gd name="connsiteX2-47" fmla="*/ 0 w 3154991"/>
              <a:gd name="connsiteY2-48" fmla="*/ 0 h 6858306"/>
              <a:gd name="connsiteX0-49" fmla="*/ 3154991 w 3154991"/>
              <a:gd name="connsiteY0-50" fmla="*/ 5208693 h 5208693"/>
              <a:gd name="connsiteX1-51" fmla="*/ 0 w 3154991"/>
              <a:gd name="connsiteY1-52" fmla="*/ 0 h 52086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54991" h="5208693">
                <a:moveTo>
                  <a:pt x="3154991" y="5208693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 34"/>
          <p:cNvSpPr/>
          <p:nvPr userDrawn="1">
            <p:custDataLst>
              <p:tags r:id="rId9"/>
            </p:custDataLst>
          </p:nvPr>
        </p:nvSpPr>
        <p:spPr>
          <a:xfrm rot="240000">
            <a:off x="5099685" y="4418330"/>
            <a:ext cx="1958340" cy="1595755"/>
          </a:xfrm>
          <a:custGeom>
            <a:avLst/>
            <a:gdLst>
              <a:gd name="connsiteX0" fmla="*/ 0 w 2848"/>
              <a:gd name="connsiteY0" fmla="*/ 155 h 2383"/>
              <a:gd name="connsiteX1" fmla="*/ 1540 w 2848"/>
              <a:gd name="connsiteY1" fmla="*/ 2383 h 2383"/>
              <a:gd name="connsiteX2" fmla="*/ 2848 w 2848"/>
              <a:gd name="connsiteY2" fmla="*/ 0 h 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8" h="2383">
                <a:moveTo>
                  <a:pt x="0" y="155"/>
                </a:moveTo>
                <a:lnTo>
                  <a:pt x="1540" y="2383"/>
                </a:lnTo>
                <a:lnTo>
                  <a:pt x="2848" y="0"/>
                </a:lnTo>
              </a:path>
            </a:pathLst>
          </a:custGeom>
          <a:noFill/>
          <a:ln w="177800">
            <a:solidFill>
              <a:srgbClr val="FFFFFF">
                <a:alpha val="10000"/>
              </a:srgbClr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6" name="任意多边形 35"/>
          <p:cNvSpPr/>
          <p:nvPr userDrawn="1">
            <p:custDataLst>
              <p:tags r:id="rId10"/>
            </p:custDataLst>
          </p:nvPr>
        </p:nvSpPr>
        <p:spPr>
          <a:xfrm rot="3600000">
            <a:off x="7693025" y="721995"/>
            <a:ext cx="1532890" cy="1840865"/>
          </a:xfrm>
          <a:custGeom>
            <a:avLst/>
            <a:gdLst>
              <a:gd name="connsiteX0" fmla="*/ 0 w 2290"/>
              <a:gd name="connsiteY0" fmla="*/ 2676 h 2676"/>
              <a:gd name="connsiteX1" fmla="*/ 1604 w 2290"/>
              <a:gd name="connsiteY1" fmla="*/ 0 h 2676"/>
              <a:gd name="connsiteX2" fmla="*/ 2290 w 2290"/>
              <a:gd name="connsiteY2" fmla="*/ 1335 h 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0" h="2676">
                <a:moveTo>
                  <a:pt x="0" y="2676"/>
                </a:moveTo>
                <a:lnTo>
                  <a:pt x="1604" y="0"/>
                </a:lnTo>
                <a:lnTo>
                  <a:pt x="2290" y="133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17" name="任意多边形 36"/>
          <p:cNvSpPr/>
          <p:nvPr userDrawn="1">
            <p:custDataLst>
              <p:tags r:id="rId11"/>
            </p:custDataLst>
          </p:nvPr>
        </p:nvSpPr>
        <p:spPr>
          <a:xfrm rot="240000">
            <a:off x="5045075" y="5142865"/>
            <a:ext cx="1694180" cy="1423670"/>
          </a:xfrm>
          <a:custGeom>
            <a:avLst/>
            <a:gdLst>
              <a:gd name="connsiteX0" fmla="*/ 0 w 2343"/>
              <a:gd name="connsiteY0" fmla="*/ 0 h 2022"/>
              <a:gd name="connsiteX1" fmla="*/ 1506 w 2343"/>
              <a:gd name="connsiteY1" fmla="*/ 2022 h 2022"/>
              <a:gd name="connsiteX2" fmla="*/ 2343 w 2343"/>
              <a:gd name="connsiteY2" fmla="*/ 595 h 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3" h="2022">
                <a:moveTo>
                  <a:pt x="0" y="0"/>
                </a:moveTo>
                <a:lnTo>
                  <a:pt x="1506" y="2022"/>
                </a:lnTo>
                <a:lnTo>
                  <a:pt x="2343" y="59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2016000" y="3348000"/>
            <a:ext cx="8172000" cy="1800000"/>
          </a:xfrm>
        </p:spPr>
        <p:txBody>
          <a:bodyPr wrap="square" anchor="t">
            <a:normAutofit/>
          </a:bodyPr>
          <a:lstStyle>
            <a:lvl1pPr algn="ctr"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362400" y="2376000"/>
            <a:ext cx="5472000" cy="864000"/>
          </a:xfrm>
        </p:spPr>
        <p:txBody>
          <a:bodyPr wrap="none" anchor="t">
            <a:normAutofit/>
          </a:bodyPr>
          <a:lstStyle>
            <a:lvl1pPr marL="0" indent="0" algn="ctr">
              <a:buNone/>
              <a:defRPr sz="5000" b="1">
                <a:solidFill>
                  <a:srgbClr val="FFFFFF">
                    <a:alpha val="50000"/>
                  </a:srgb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3" name="任意多边形: 形状 32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0" y="175684"/>
            <a:ext cx="4047152" cy="6682316"/>
          </a:xfrm>
          <a:custGeom>
            <a:avLst/>
            <a:gdLst>
              <a:gd name="connsiteX0" fmla="*/ 0 w 12216061"/>
              <a:gd name="connsiteY0" fmla="*/ 0 h 6742002"/>
              <a:gd name="connsiteX1" fmla="*/ 12216061 w 12216061"/>
              <a:gd name="connsiteY1" fmla="*/ 0 h 6742002"/>
              <a:gd name="connsiteX2" fmla="*/ 8132761 w 12216061"/>
              <a:gd name="connsiteY2" fmla="*/ 6742002 h 6742002"/>
              <a:gd name="connsiteX3" fmla="*/ 4047152 w 12216061"/>
              <a:gd name="connsiteY3" fmla="*/ 6742002 h 6742002"/>
              <a:gd name="connsiteX4" fmla="*/ 0 w 12216061"/>
              <a:gd name="connsiteY4" fmla="*/ 59686 h 6742002"/>
              <a:gd name="connsiteX0-1" fmla="*/ 0 w 12216061"/>
              <a:gd name="connsiteY0-2" fmla="*/ 0 h 6758486"/>
              <a:gd name="connsiteX1-3" fmla="*/ 12216061 w 12216061"/>
              <a:gd name="connsiteY1-4" fmla="*/ 0 h 6758486"/>
              <a:gd name="connsiteX2-5" fmla="*/ 8132761 w 12216061"/>
              <a:gd name="connsiteY2-6" fmla="*/ 6742002 h 6758486"/>
              <a:gd name="connsiteX3-7" fmla="*/ 6118984 w 12216061"/>
              <a:gd name="connsiteY3-8" fmla="*/ 6758486 h 6758486"/>
              <a:gd name="connsiteX4-9" fmla="*/ 4047152 w 12216061"/>
              <a:gd name="connsiteY4-10" fmla="*/ 6742002 h 6758486"/>
              <a:gd name="connsiteX5" fmla="*/ 0 w 12216061"/>
              <a:gd name="connsiteY5" fmla="*/ 59686 h 6758486"/>
              <a:gd name="connsiteX6" fmla="*/ 0 w 12216061"/>
              <a:gd name="connsiteY6" fmla="*/ 0 h 6758486"/>
              <a:gd name="connsiteX0-11" fmla="*/ 0 w 12216061"/>
              <a:gd name="connsiteY0-12" fmla="*/ 0 h 6742002"/>
              <a:gd name="connsiteX1-13" fmla="*/ 12216061 w 12216061"/>
              <a:gd name="connsiteY1-14" fmla="*/ 0 h 6742002"/>
              <a:gd name="connsiteX2-15" fmla="*/ 8132761 w 12216061"/>
              <a:gd name="connsiteY2-16" fmla="*/ 6742002 h 6742002"/>
              <a:gd name="connsiteX3-17" fmla="*/ 4047152 w 12216061"/>
              <a:gd name="connsiteY3-18" fmla="*/ 6742002 h 6742002"/>
              <a:gd name="connsiteX4-19" fmla="*/ 0 w 12216061"/>
              <a:gd name="connsiteY4-20" fmla="*/ 59686 h 6742002"/>
              <a:gd name="connsiteX5-21" fmla="*/ 0 w 12216061"/>
              <a:gd name="connsiteY5-22" fmla="*/ 0 h 6742002"/>
              <a:gd name="connsiteX0-23" fmla="*/ 0 w 12216061"/>
              <a:gd name="connsiteY0-24" fmla="*/ 0 h 6743972"/>
              <a:gd name="connsiteX1-25" fmla="*/ 12216061 w 12216061"/>
              <a:gd name="connsiteY1-26" fmla="*/ 0 h 6743972"/>
              <a:gd name="connsiteX2-27" fmla="*/ 8132761 w 12216061"/>
              <a:gd name="connsiteY2-28" fmla="*/ 6742002 h 6743972"/>
              <a:gd name="connsiteX3-29" fmla="*/ 6162526 w 12216061"/>
              <a:gd name="connsiteY3-30" fmla="*/ 6743972 h 6743972"/>
              <a:gd name="connsiteX4-31" fmla="*/ 4047152 w 12216061"/>
              <a:gd name="connsiteY4-32" fmla="*/ 6742002 h 6743972"/>
              <a:gd name="connsiteX5-33" fmla="*/ 0 w 12216061"/>
              <a:gd name="connsiteY5-34" fmla="*/ 59686 h 6743972"/>
              <a:gd name="connsiteX6-35" fmla="*/ 0 w 12216061"/>
              <a:gd name="connsiteY6-36" fmla="*/ 0 h 6743972"/>
              <a:gd name="connsiteX0-37" fmla="*/ 6162526 w 12216061"/>
              <a:gd name="connsiteY0-38" fmla="*/ 6743972 h 6835412"/>
              <a:gd name="connsiteX1-39" fmla="*/ 4047152 w 12216061"/>
              <a:gd name="connsiteY1-40" fmla="*/ 6742002 h 6835412"/>
              <a:gd name="connsiteX2-41" fmla="*/ 0 w 12216061"/>
              <a:gd name="connsiteY2-42" fmla="*/ 59686 h 6835412"/>
              <a:gd name="connsiteX3-43" fmla="*/ 0 w 12216061"/>
              <a:gd name="connsiteY3-44" fmla="*/ 0 h 6835412"/>
              <a:gd name="connsiteX4-45" fmla="*/ 12216061 w 12216061"/>
              <a:gd name="connsiteY4-46" fmla="*/ 0 h 6835412"/>
              <a:gd name="connsiteX5-47" fmla="*/ 8132761 w 12216061"/>
              <a:gd name="connsiteY5-48" fmla="*/ 6742002 h 6835412"/>
              <a:gd name="connsiteX6-49" fmla="*/ 6253966 w 12216061"/>
              <a:gd name="connsiteY6-50" fmla="*/ 6835412 h 6835412"/>
              <a:gd name="connsiteX0-51" fmla="*/ 6162526 w 12216061"/>
              <a:gd name="connsiteY0-52" fmla="*/ 6743972 h 6743972"/>
              <a:gd name="connsiteX1-53" fmla="*/ 4047152 w 12216061"/>
              <a:gd name="connsiteY1-54" fmla="*/ 6742002 h 6743972"/>
              <a:gd name="connsiteX2-55" fmla="*/ 0 w 12216061"/>
              <a:gd name="connsiteY2-56" fmla="*/ 59686 h 6743972"/>
              <a:gd name="connsiteX3-57" fmla="*/ 0 w 12216061"/>
              <a:gd name="connsiteY3-58" fmla="*/ 0 h 6743972"/>
              <a:gd name="connsiteX4-59" fmla="*/ 12216061 w 12216061"/>
              <a:gd name="connsiteY4-60" fmla="*/ 0 h 6743972"/>
              <a:gd name="connsiteX5-61" fmla="*/ 8132761 w 12216061"/>
              <a:gd name="connsiteY5-62" fmla="*/ 6742002 h 6743972"/>
              <a:gd name="connsiteX0-63" fmla="*/ 4047152 w 12216061"/>
              <a:gd name="connsiteY0-64" fmla="*/ 6742002 h 6742002"/>
              <a:gd name="connsiteX1-65" fmla="*/ 0 w 12216061"/>
              <a:gd name="connsiteY1-66" fmla="*/ 59686 h 6742002"/>
              <a:gd name="connsiteX2-67" fmla="*/ 0 w 12216061"/>
              <a:gd name="connsiteY2-68" fmla="*/ 0 h 6742002"/>
              <a:gd name="connsiteX3-69" fmla="*/ 12216061 w 12216061"/>
              <a:gd name="connsiteY3-70" fmla="*/ 0 h 6742002"/>
              <a:gd name="connsiteX4-71" fmla="*/ 8132761 w 12216061"/>
              <a:gd name="connsiteY4-72" fmla="*/ 6742002 h 6742002"/>
              <a:gd name="connsiteX0-73" fmla="*/ 4047152 w 12216061"/>
              <a:gd name="connsiteY0-74" fmla="*/ 6742002 h 6742002"/>
              <a:gd name="connsiteX1-75" fmla="*/ 0 w 12216061"/>
              <a:gd name="connsiteY1-76" fmla="*/ 59686 h 6742002"/>
              <a:gd name="connsiteX2-77" fmla="*/ 0 w 12216061"/>
              <a:gd name="connsiteY2-78" fmla="*/ 0 h 6742002"/>
              <a:gd name="connsiteX3-79" fmla="*/ 12216061 w 12216061"/>
              <a:gd name="connsiteY3-80" fmla="*/ 0 h 6742002"/>
              <a:gd name="connsiteX0-81" fmla="*/ 4047152 w 4047152"/>
              <a:gd name="connsiteY0-82" fmla="*/ 6742002 h 6742002"/>
              <a:gd name="connsiteX1-83" fmla="*/ 0 w 4047152"/>
              <a:gd name="connsiteY1-84" fmla="*/ 59686 h 6742002"/>
              <a:gd name="connsiteX2-85" fmla="*/ 0 w 4047152"/>
              <a:gd name="connsiteY2-86" fmla="*/ 0 h 6742002"/>
              <a:gd name="connsiteX0-87" fmla="*/ 4047152 w 4047152"/>
              <a:gd name="connsiteY0-88" fmla="*/ 6682316 h 6682316"/>
              <a:gd name="connsiteX1-89" fmla="*/ 0 w 4047152"/>
              <a:gd name="connsiteY1-90" fmla="*/ 0 h 668231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047152" h="6682316">
                <a:moveTo>
                  <a:pt x="4047152" y="6682316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>
            <a:spLocks noChangeAspect="1"/>
          </p:cNvSpPr>
          <p:nvPr userDrawn="1">
            <p:custDataLst>
              <p:tags r:id="rId18"/>
            </p:custDataLst>
          </p:nvPr>
        </p:nvSpPr>
        <p:spPr>
          <a:xfrm>
            <a:off x="9330358" y="2135517"/>
            <a:ext cx="2860485" cy="4722483"/>
          </a:xfrm>
          <a:custGeom>
            <a:avLst/>
            <a:gdLst>
              <a:gd name="connsiteX0" fmla="*/ 0 w 12190843"/>
              <a:gd name="connsiteY0" fmla="*/ 0 h 6858306"/>
              <a:gd name="connsiteX1" fmla="*/ 12190843 w 12190843"/>
              <a:gd name="connsiteY1" fmla="*/ 0 h 6858306"/>
              <a:gd name="connsiteX2" fmla="*/ 12190843 w 12190843"/>
              <a:gd name="connsiteY2" fmla="*/ 2135823 h 6858306"/>
              <a:gd name="connsiteX3" fmla="*/ 9330358 w 12190843"/>
              <a:gd name="connsiteY3" fmla="*/ 6858306 h 6858306"/>
              <a:gd name="connsiteX4" fmla="*/ 3154991 w 12190843"/>
              <a:gd name="connsiteY4" fmla="*/ 6858306 h 6858306"/>
              <a:gd name="connsiteX5" fmla="*/ 0 w 12190843"/>
              <a:gd name="connsiteY5" fmla="*/ 1649613 h 6858306"/>
              <a:gd name="connsiteX0-1" fmla="*/ 3154991 w 12190843"/>
              <a:gd name="connsiteY0-2" fmla="*/ 6858306 h 6949746"/>
              <a:gd name="connsiteX1-3" fmla="*/ 0 w 12190843"/>
              <a:gd name="connsiteY1-4" fmla="*/ 1649613 h 6949746"/>
              <a:gd name="connsiteX2-5" fmla="*/ 0 w 12190843"/>
              <a:gd name="connsiteY2-6" fmla="*/ 0 h 6949746"/>
              <a:gd name="connsiteX3-7" fmla="*/ 12190843 w 12190843"/>
              <a:gd name="connsiteY3-8" fmla="*/ 0 h 6949746"/>
              <a:gd name="connsiteX4-9" fmla="*/ 12190843 w 12190843"/>
              <a:gd name="connsiteY4-10" fmla="*/ 2135823 h 6949746"/>
              <a:gd name="connsiteX5-11" fmla="*/ 9330358 w 12190843"/>
              <a:gd name="connsiteY5-12" fmla="*/ 6858306 h 6949746"/>
              <a:gd name="connsiteX6" fmla="*/ 3246431 w 12190843"/>
              <a:gd name="connsiteY6" fmla="*/ 6949746 h 6949746"/>
              <a:gd name="connsiteX0-13" fmla="*/ 3154991 w 12190843"/>
              <a:gd name="connsiteY0-14" fmla="*/ 6858306 h 6858306"/>
              <a:gd name="connsiteX1-15" fmla="*/ 0 w 12190843"/>
              <a:gd name="connsiteY1-16" fmla="*/ 1649613 h 6858306"/>
              <a:gd name="connsiteX2-17" fmla="*/ 0 w 12190843"/>
              <a:gd name="connsiteY2-18" fmla="*/ 0 h 6858306"/>
              <a:gd name="connsiteX3-19" fmla="*/ 12190843 w 12190843"/>
              <a:gd name="connsiteY3-20" fmla="*/ 0 h 6858306"/>
              <a:gd name="connsiteX4-21" fmla="*/ 12190843 w 12190843"/>
              <a:gd name="connsiteY4-22" fmla="*/ 2135823 h 6858306"/>
              <a:gd name="connsiteX5-23" fmla="*/ 9330358 w 12190843"/>
              <a:gd name="connsiteY5-24" fmla="*/ 6858306 h 6858306"/>
              <a:gd name="connsiteX0-25" fmla="*/ 0 w 12190843"/>
              <a:gd name="connsiteY0-26" fmla="*/ 1649613 h 6858306"/>
              <a:gd name="connsiteX1-27" fmla="*/ 0 w 12190843"/>
              <a:gd name="connsiteY1-28" fmla="*/ 0 h 6858306"/>
              <a:gd name="connsiteX2-29" fmla="*/ 12190843 w 12190843"/>
              <a:gd name="connsiteY2-30" fmla="*/ 0 h 6858306"/>
              <a:gd name="connsiteX3-31" fmla="*/ 12190843 w 12190843"/>
              <a:gd name="connsiteY3-32" fmla="*/ 2135823 h 6858306"/>
              <a:gd name="connsiteX4-33" fmla="*/ 9330358 w 12190843"/>
              <a:gd name="connsiteY4-34" fmla="*/ 6858306 h 6858306"/>
              <a:gd name="connsiteX0-35" fmla="*/ 0 w 12190843"/>
              <a:gd name="connsiteY0-36" fmla="*/ 0 h 6858306"/>
              <a:gd name="connsiteX1-37" fmla="*/ 12190843 w 12190843"/>
              <a:gd name="connsiteY1-38" fmla="*/ 0 h 6858306"/>
              <a:gd name="connsiteX2-39" fmla="*/ 12190843 w 12190843"/>
              <a:gd name="connsiteY2-40" fmla="*/ 2135823 h 6858306"/>
              <a:gd name="connsiteX3-41" fmla="*/ 9330358 w 12190843"/>
              <a:gd name="connsiteY3-42" fmla="*/ 6858306 h 6858306"/>
              <a:gd name="connsiteX0-43" fmla="*/ 2860485 w 2860485"/>
              <a:gd name="connsiteY0-44" fmla="*/ 0 h 6858306"/>
              <a:gd name="connsiteX1-45" fmla="*/ 2860485 w 2860485"/>
              <a:gd name="connsiteY1-46" fmla="*/ 2135823 h 6858306"/>
              <a:gd name="connsiteX2-47" fmla="*/ 0 w 2860485"/>
              <a:gd name="connsiteY2-48" fmla="*/ 6858306 h 6858306"/>
              <a:gd name="connsiteX0-49" fmla="*/ 2860485 w 2860485"/>
              <a:gd name="connsiteY0-50" fmla="*/ 0 h 4722483"/>
              <a:gd name="connsiteX1-51" fmla="*/ 0 w 2860485"/>
              <a:gd name="connsiteY1-52" fmla="*/ 4722483 h 472248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860485" h="4722483">
                <a:moveTo>
                  <a:pt x="2860485" y="0"/>
                </a:moveTo>
                <a:lnTo>
                  <a:pt x="0" y="4722483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 userDrawn="1">
            <p:custDataLst>
              <p:tags r:id="rId19"/>
            </p:custDataLst>
          </p:nvPr>
        </p:nvSpPr>
        <p:spPr>
          <a:xfrm>
            <a:off x="3467399" y="1727796"/>
            <a:ext cx="5318317" cy="835989"/>
          </a:xfrm>
          <a:custGeom>
            <a:avLst/>
            <a:gdLst>
              <a:gd name="connsiteX0" fmla="*/ 0 w 5318317"/>
              <a:gd name="connsiteY0" fmla="*/ 0 h 835989"/>
              <a:gd name="connsiteX1" fmla="*/ 5318317 w 5318317"/>
              <a:gd name="connsiteY1" fmla="*/ 21876 h 835989"/>
              <a:gd name="connsiteX2" fmla="*/ 4778835 w 5318317"/>
              <a:gd name="connsiteY2" fmla="*/ 835989 h 835989"/>
              <a:gd name="connsiteX3" fmla="*/ 470428 w 5318317"/>
              <a:gd name="connsiteY3" fmla="*/ 795546 h 835989"/>
              <a:gd name="connsiteX4" fmla="*/ 0 w 5318317"/>
              <a:gd name="connsiteY4" fmla="*/ 0 h 835989"/>
              <a:gd name="connsiteX0-1" fmla="*/ 0 w 5318317"/>
              <a:gd name="connsiteY0-2" fmla="*/ 0 h 835989"/>
              <a:gd name="connsiteX1-3" fmla="*/ 5318317 w 5318317"/>
              <a:gd name="connsiteY1-4" fmla="*/ 21876 h 835989"/>
              <a:gd name="connsiteX2-5" fmla="*/ 4778835 w 5318317"/>
              <a:gd name="connsiteY2-6" fmla="*/ 835989 h 835989"/>
              <a:gd name="connsiteX3-7" fmla="*/ 2666701 w 5318317"/>
              <a:gd name="connsiteY3-8" fmla="*/ 786804 h 835989"/>
              <a:gd name="connsiteX4-9" fmla="*/ 470428 w 5318317"/>
              <a:gd name="connsiteY4-10" fmla="*/ 795546 h 835989"/>
              <a:gd name="connsiteX5" fmla="*/ 0 w 5318317"/>
              <a:gd name="connsiteY5" fmla="*/ 0 h 835989"/>
              <a:gd name="connsiteX0-11" fmla="*/ 2666701 w 5318317"/>
              <a:gd name="connsiteY0-12" fmla="*/ 786804 h 878244"/>
              <a:gd name="connsiteX1-13" fmla="*/ 470428 w 5318317"/>
              <a:gd name="connsiteY1-14" fmla="*/ 795546 h 878244"/>
              <a:gd name="connsiteX2-15" fmla="*/ 0 w 5318317"/>
              <a:gd name="connsiteY2-16" fmla="*/ 0 h 878244"/>
              <a:gd name="connsiteX3-17" fmla="*/ 5318317 w 5318317"/>
              <a:gd name="connsiteY3-18" fmla="*/ 21876 h 878244"/>
              <a:gd name="connsiteX4-19" fmla="*/ 4778835 w 5318317"/>
              <a:gd name="connsiteY4-20" fmla="*/ 835989 h 878244"/>
              <a:gd name="connsiteX5-21" fmla="*/ 2758141 w 5318317"/>
              <a:gd name="connsiteY5-22" fmla="*/ 878244 h 878244"/>
              <a:gd name="connsiteX0-23" fmla="*/ 2666701 w 5318317"/>
              <a:gd name="connsiteY0-24" fmla="*/ 786804 h 835989"/>
              <a:gd name="connsiteX1-25" fmla="*/ 470428 w 5318317"/>
              <a:gd name="connsiteY1-26" fmla="*/ 795546 h 835989"/>
              <a:gd name="connsiteX2-27" fmla="*/ 0 w 5318317"/>
              <a:gd name="connsiteY2-28" fmla="*/ 0 h 835989"/>
              <a:gd name="connsiteX3-29" fmla="*/ 5318317 w 5318317"/>
              <a:gd name="connsiteY3-30" fmla="*/ 21876 h 835989"/>
              <a:gd name="connsiteX4-31" fmla="*/ 4778835 w 5318317"/>
              <a:gd name="connsiteY4-32" fmla="*/ 835989 h 835989"/>
              <a:gd name="connsiteX0-33" fmla="*/ 470428 w 5318317"/>
              <a:gd name="connsiteY0-34" fmla="*/ 795546 h 835989"/>
              <a:gd name="connsiteX1-35" fmla="*/ 0 w 5318317"/>
              <a:gd name="connsiteY1-36" fmla="*/ 0 h 835989"/>
              <a:gd name="connsiteX2-37" fmla="*/ 5318317 w 5318317"/>
              <a:gd name="connsiteY2-38" fmla="*/ 21876 h 835989"/>
              <a:gd name="connsiteX3-39" fmla="*/ 4778835 w 5318317"/>
              <a:gd name="connsiteY3-40" fmla="*/ 835989 h 8359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318317" h="835989">
                <a:moveTo>
                  <a:pt x="470428" y="795546"/>
                </a:moveTo>
                <a:lnTo>
                  <a:pt x="0" y="0"/>
                </a:lnTo>
                <a:lnTo>
                  <a:pt x="5318317" y="21876"/>
                </a:lnTo>
                <a:lnTo>
                  <a:pt x="4778835" y="835989"/>
                </a:lnTo>
              </a:path>
            </a:pathLst>
          </a:custGeom>
          <a:noFill/>
          <a:ln w="177800">
            <a:solidFill>
              <a:srgbClr val="FFFFFF">
                <a:alpha val="10000"/>
              </a:srgbClr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accent1">
                  <a:lumMod val="95000"/>
                </a:schemeClr>
              </a:gs>
              <a:gs pos="100000">
                <a:schemeClr val="accent1">
                  <a:lumMod val="75000"/>
                  <a:lumOff val="2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sym typeface="+mn-ea"/>
            </a:endParaRPr>
          </a:p>
        </p:txBody>
      </p:sp>
      <p:sp>
        <p:nvSpPr>
          <p:cNvPr id="9" name="任意多边形 6"/>
          <p:cNvSpPr/>
          <p:nvPr userDrawn="1">
            <p:custDataLst>
              <p:tags r:id="rId3"/>
            </p:custDataLst>
          </p:nvPr>
        </p:nvSpPr>
        <p:spPr>
          <a:xfrm>
            <a:off x="0" y="5814060"/>
            <a:ext cx="12192000" cy="1043940"/>
          </a:xfrm>
          <a:custGeom>
            <a:avLst/>
            <a:gdLst>
              <a:gd name="connsiteX0" fmla="*/ 0 w 19244"/>
              <a:gd name="connsiteY0" fmla="*/ 467 h 1786"/>
              <a:gd name="connsiteX1" fmla="*/ 5109 w 19244"/>
              <a:gd name="connsiteY1" fmla="*/ 500 h 1786"/>
              <a:gd name="connsiteX2" fmla="*/ 19244 w 19244"/>
              <a:gd name="connsiteY2" fmla="*/ 1759 h 1786"/>
              <a:gd name="connsiteX3" fmla="*/ 19208 w 19244"/>
              <a:gd name="connsiteY3" fmla="*/ 1786 h 1786"/>
              <a:gd name="connsiteX4" fmla="*/ 9 w 19244"/>
              <a:gd name="connsiteY4" fmla="*/ 1786 h 1786"/>
              <a:gd name="connsiteX5" fmla="*/ 0 w 19244"/>
              <a:gd name="connsiteY5" fmla="*/ 467 h 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4" h="1786">
                <a:moveTo>
                  <a:pt x="0" y="467"/>
                </a:moveTo>
                <a:cubicBezTo>
                  <a:pt x="945" y="211"/>
                  <a:pt x="2397" y="-460"/>
                  <a:pt x="5109" y="500"/>
                </a:cubicBezTo>
                <a:cubicBezTo>
                  <a:pt x="7979" y="1518"/>
                  <a:pt x="10649" y="1789"/>
                  <a:pt x="19244" y="1759"/>
                </a:cubicBezTo>
                <a:lnTo>
                  <a:pt x="19208" y="1786"/>
                </a:lnTo>
                <a:lnTo>
                  <a:pt x="9" y="1786"/>
                </a:lnTo>
                <a:lnTo>
                  <a:pt x="0" y="467"/>
                </a:lnTo>
                <a:close/>
              </a:path>
            </a:pathLst>
          </a:custGeom>
          <a:gradFill>
            <a:gsLst>
              <a:gs pos="22000">
                <a:srgbClr val="FFFFFF">
                  <a:alpha val="55000"/>
                </a:srgbClr>
              </a:gs>
              <a:gs pos="100000">
                <a:srgbClr val="FFFFFF">
                  <a:alpha val="35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11" name="任意多边形 39"/>
          <p:cNvSpPr/>
          <p:nvPr userDrawn="1">
            <p:custDataLst>
              <p:tags r:id="rId4"/>
            </p:custDataLst>
          </p:nvPr>
        </p:nvSpPr>
        <p:spPr>
          <a:xfrm>
            <a:off x="0" y="5761355"/>
            <a:ext cx="12192000" cy="10966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42" h="1877">
                <a:moveTo>
                  <a:pt x="18111" y="0"/>
                </a:moveTo>
                <a:cubicBezTo>
                  <a:pt x="18533" y="1"/>
                  <a:pt x="18906" y="41"/>
                  <a:pt x="19239" y="105"/>
                </a:cubicBezTo>
                <a:lnTo>
                  <a:pt x="19242" y="106"/>
                </a:lnTo>
                <a:lnTo>
                  <a:pt x="19242" y="1865"/>
                </a:lnTo>
                <a:lnTo>
                  <a:pt x="0" y="1877"/>
                </a:lnTo>
                <a:lnTo>
                  <a:pt x="0" y="1021"/>
                </a:lnTo>
                <a:cubicBezTo>
                  <a:pt x="3659" y="1958"/>
                  <a:pt x="11307" y="1790"/>
                  <a:pt x="14742" y="635"/>
                </a:cubicBezTo>
                <a:cubicBezTo>
                  <a:pt x="16137" y="166"/>
                  <a:pt x="17231" y="-2"/>
                  <a:pt x="18111" y="0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30000"/>
                </a:srgbClr>
              </a:gs>
              <a:gs pos="84000">
                <a:srgbClr val="FFFFFF">
                  <a:alpha val="0"/>
                </a:srgbClr>
              </a:gs>
            </a:gsLst>
            <a:lin ang="6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dk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2" name="任意多边形 43"/>
          <p:cNvSpPr/>
          <p:nvPr userDrawn="1">
            <p:custDataLst>
              <p:tags r:id="rId5"/>
            </p:custDataLst>
          </p:nvPr>
        </p:nvSpPr>
        <p:spPr>
          <a:xfrm>
            <a:off x="0" y="5563235"/>
            <a:ext cx="12192000" cy="1294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2216">
                <a:moveTo>
                  <a:pt x="16008" y="0"/>
                </a:moveTo>
                <a:cubicBezTo>
                  <a:pt x="17327" y="-8"/>
                  <a:pt x="18275" y="380"/>
                  <a:pt x="19157" y="707"/>
                </a:cubicBezTo>
                <a:lnTo>
                  <a:pt x="19234" y="736"/>
                </a:lnTo>
                <a:lnTo>
                  <a:pt x="19234" y="2216"/>
                </a:lnTo>
                <a:lnTo>
                  <a:pt x="0" y="2215"/>
                </a:lnTo>
                <a:lnTo>
                  <a:pt x="0" y="1865"/>
                </a:lnTo>
                <a:cubicBezTo>
                  <a:pt x="11748" y="1817"/>
                  <a:pt x="12501" y="535"/>
                  <a:pt x="14691" y="130"/>
                </a:cubicBezTo>
                <a:cubicBezTo>
                  <a:pt x="15170" y="42"/>
                  <a:pt x="15606" y="3"/>
                  <a:pt x="16008" y="0"/>
                </a:cubicBezTo>
                <a:close/>
              </a:path>
            </a:pathLst>
          </a:custGeom>
          <a:gradFill>
            <a:gsLst>
              <a:gs pos="32000">
                <a:srgbClr val="FFFFFF">
                  <a:alpha val="10000"/>
                </a:srgbClr>
              </a:gs>
              <a:gs pos="90000">
                <a:srgbClr val="FFFFFF">
                  <a:alpha val="40000"/>
                </a:srgb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7" name="任意多边形 8"/>
          <p:cNvSpPr/>
          <p:nvPr userDrawn="1">
            <p:custDataLst>
              <p:tags r:id="rId6"/>
            </p:custDataLst>
          </p:nvPr>
        </p:nvSpPr>
        <p:spPr>
          <a:xfrm rot="21420000">
            <a:off x="5411211" y="4081404"/>
            <a:ext cx="1754445" cy="1468022"/>
          </a:xfrm>
          <a:custGeom>
            <a:avLst/>
            <a:gdLst>
              <a:gd name="connsiteX0" fmla="*/ 0 w 2848"/>
              <a:gd name="connsiteY0" fmla="*/ 155 h 2383"/>
              <a:gd name="connsiteX1" fmla="*/ 1540 w 2848"/>
              <a:gd name="connsiteY1" fmla="*/ 2383 h 2383"/>
              <a:gd name="connsiteX2" fmla="*/ 2848 w 2848"/>
              <a:gd name="connsiteY2" fmla="*/ 0 h 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8" h="2383">
                <a:moveTo>
                  <a:pt x="0" y="155"/>
                </a:moveTo>
                <a:lnTo>
                  <a:pt x="1540" y="2383"/>
                </a:lnTo>
                <a:lnTo>
                  <a:pt x="2848" y="0"/>
                </a:lnTo>
              </a:path>
            </a:pathLst>
          </a:custGeom>
          <a:noFill/>
          <a:ln w="177800">
            <a:solidFill>
              <a:srgbClr val="FFFFFF"/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9" name="任意多边形 19"/>
          <p:cNvSpPr/>
          <p:nvPr userDrawn="1">
            <p:custDataLst>
              <p:tags r:id="rId7"/>
            </p:custDataLst>
          </p:nvPr>
        </p:nvSpPr>
        <p:spPr>
          <a:xfrm rot="3180000">
            <a:off x="7368315" y="492992"/>
            <a:ext cx="1410730" cy="1648488"/>
          </a:xfrm>
          <a:custGeom>
            <a:avLst/>
            <a:gdLst>
              <a:gd name="connsiteX0" fmla="*/ 0 w 2290"/>
              <a:gd name="connsiteY0" fmla="*/ 2676 h 2676"/>
              <a:gd name="connsiteX1" fmla="*/ 1604 w 2290"/>
              <a:gd name="connsiteY1" fmla="*/ 0 h 2676"/>
              <a:gd name="connsiteX2" fmla="*/ 2290 w 2290"/>
              <a:gd name="connsiteY2" fmla="*/ 1335 h 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0" h="2676">
                <a:moveTo>
                  <a:pt x="0" y="2676"/>
                </a:moveTo>
                <a:lnTo>
                  <a:pt x="1604" y="0"/>
                </a:lnTo>
                <a:lnTo>
                  <a:pt x="2290" y="133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0"/>
            </a:gradFill>
            <a:tail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21" name="任意多边形 21"/>
          <p:cNvSpPr/>
          <p:nvPr userDrawn="1">
            <p:custDataLst>
              <p:tags r:id="rId8"/>
            </p:custDataLst>
          </p:nvPr>
        </p:nvSpPr>
        <p:spPr>
          <a:xfrm rot="21420000">
            <a:off x="5465422" y="4757816"/>
            <a:ext cx="1517274" cy="1309700"/>
          </a:xfrm>
          <a:custGeom>
            <a:avLst/>
            <a:gdLst>
              <a:gd name="connsiteX0" fmla="*/ 0 w 2343"/>
              <a:gd name="connsiteY0" fmla="*/ 0 h 2022"/>
              <a:gd name="connsiteX1" fmla="*/ 1506 w 2343"/>
              <a:gd name="connsiteY1" fmla="*/ 2022 h 2022"/>
              <a:gd name="connsiteX2" fmla="*/ 2343 w 2343"/>
              <a:gd name="connsiteY2" fmla="*/ 595 h 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3" h="2022">
                <a:moveTo>
                  <a:pt x="0" y="0"/>
                </a:moveTo>
                <a:lnTo>
                  <a:pt x="1506" y="2022"/>
                </a:lnTo>
                <a:lnTo>
                  <a:pt x="2343" y="595"/>
                </a:lnTo>
              </a:path>
            </a:pathLst>
          </a:custGeom>
          <a:noFill/>
          <a:ln w="50800">
            <a:gradFill>
              <a:gsLst>
                <a:gs pos="0">
                  <a:srgbClr val="FFFFFF">
                    <a:alpha val="6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cs typeface="微软雅黑" panose="020B0503020204020204" charset="-122"/>
              <a:sym typeface="+mn-ea"/>
            </a:endParaRPr>
          </a:p>
        </p:txBody>
      </p:sp>
      <p:pic>
        <p:nvPicPr>
          <p:cNvPr id="22" name="图片 65" descr="3b32313630323430333bd4ddcda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">
            <a:off x="9888855" y="5123180"/>
            <a:ext cx="544195" cy="5441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 rot="21240000">
            <a:off x="2435300" y="2520000"/>
            <a:ext cx="7344000" cy="1116000"/>
          </a:xfrm>
        </p:spPr>
        <p:txBody>
          <a:bodyPr wrap="square" anchor="t">
            <a:normAutofit/>
          </a:bodyPr>
          <a:lstStyle>
            <a:lvl1pPr algn="ctr">
              <a:lnSpc>
                <a:spcPct val="100000"/>
              </a:lnSpc>
              <a:defRPr sz="68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3" name="图片 66" descr="3b32313630323337313bcba2d0c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>
            <a:alphaModFix amt="5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860000">
            <a:off x="1395095" y="3699510"/>
            <a:ext cx="493395" cy="4933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9"/>
            </p:custDataLst>
          </p:nvPr>
        </p:nvSpPr>
        <p:spPr>
          <a:xfrm rot="21240000">
            <a:off x="4464000" y="3744000"/>
            <a:ext cx="3312000" cy="468000"/>
          </a:xfrm>
          <a:prstGeom prst="parallelogram">
            <a:avLst>
              <a:gd name="adj" fmla="val 65317"/>
            </a:avLst>
          </a:prstGeom>
          <a:solidFill>
            <a:srgbClr val="FFFFFF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0" name="任意多边形: 形状 9"/>
          <p:cNvSpPr/>
          <p:nvPr userDrawn="1">
            <p:custDataLst>
              <p:tags r:id="rId20"/>
            </p:custDataLst>
          </p:nvPr>
        </p:nvSpPr>
        <p:spPr>
          <a:xfrm>
            <a:off x="2472558" y="606819"/>
            <a:ext cx="7006730" cy="6251181"/>
          </a:xfrm>
          <a:custGeom>
            <a:avLst/>
            <a:gdLst>
              <a:gd name="connsiteX0" fmla="*/ 7006730 w 7006730"/>
              <a:gd name="connsiteY0" fmla="*/ 0 h 6251181"/>
              <a:gd name="connsiteX1" fmla="*/ 4153767 w 7006730"/>
              <a:gd name="connsiteY1" fmla="*/ 6251181 h 6251181"/>
              <a:gd name="connsiteX2" fmla="*/ 4085373 w 7006730"/>
              <a:gd name="connsiteY2" fmla="*/ 6251181 h 6251181"/>
              <a:gd name="connsiteX3" fmla="*/ 0 w 7006730"/>
              <a:gd name="connsiteY3" fmla="*/ 736437 h 6251181"/>
              <a:gd name="connsiteX4" fmla="*/ 7006730 w 7006730"/>
              <a:gd name="connsiteY4" fmla="*/ 0 h 6251181"/>
              <a:gd name="connsiteX0-1" fmla="*/ 7006730 w 7006730"/>
              <a:gd name="connsiteY0-2" fmla="*/ 0 h 6251181"/>
              <a:gd name="connsiteX1-3" fmla="*/ 4153767 w 7006730"/>
              <a:gd name="connsiteY1-4" fmla="*/ 6251181 h 6251181"/>
              <a:gd name="connsiteX2-5" fmla="*/ 4118742 w 7006730"/>
              <a:gd name="connsiteY2-6" fmla="*/ 6246564 h 6251181"/>
              <a:gd name="connsiteX3-7" fmla="*/ 4085373 w 7006730"/>
              <a:gd name="connsiteY3-8" fmla="*/ 6251181 h 6251181"/>
              <a:gd name="connsiteX4-9" fmla="*/ 0 w 7006730"/>
              <a:gd name="connsiteY4-10" fmla="*/ 736437 h 6251181"/>
              <a:gd name="connsiteX5" fmla="*/ 7006730 w 7006730"/>
              <a:gd name="connsiteY5" fmla="*/ 0 h 6251181"/>
              <a:gd name="connsiteX0-11" fmla="*/ 4118742 w 7006730"/>
              <a:gd name="connsiteY0-12" fmla="*/ 6246564 h 6338004"/>
              <a:gd name="connsiteX1-13" fmla="*/ 4085373 w 7006730"/>
              <a:gd name="connsiteY1-14" fmla="*/ 6251181 h 6338004"/>
              <a:gd name="connsiteX2-15" fmla="*/ 0 w 7006730"/>
              <a:gd name="connsiteY2-16" fmla="*/ 736437 h 6338004"/>
              <a:gd name="connsiteX3-17" fmla="*/ 7006730 w 7006730"/>
              <a:gd name="connsiteY3-18" fmla="*/ 0 h 6338004"/>
              <a:gd name="connsiteX4-19" fmla="*/ 4153767 w 7006730"/>
              <a:gd name="connsiteY4-20" fmla="*/ 6251181 h 6338004"/>
              <a:gd name="connsiteX5-21" fmla="*/ 4210182 w 7006730"/>
              <a:gd name="connsiteY5-22" fmla="*/ 6338004 h 6338004"/>
              <a:gd name="connsiteX0-23" fmla="*/ 4118742 w 7006730"/>
              <a:gd name="connsiteY0-24" fmla="*/ 6246564 h 6251181"/>
              <a:gd name="connsiteX1-25" fmla="*/ 4085373 w 7006730"/>
              <a:gd name="connsiteY1-26" fmla="*/ 6251181 h 6251181"/>
              <a:gd name="connsiteX2-27" fmla="*/ 0 w 7006730"/>
              <a:gd name="connsiteY2-28" fmla="*/ 736437 h 6251181"/>
              <a:gd name="connsiteX3-29" fmla="*/ 7006730 w 7006730"/>
              <a:gd name="connsiteY3-30" fmla="*/ 0 h 6251181"/>
              <a:gd name="connsiteX4-31" fmla="*/ 4153767 w 7006730"/>
              <a:gd name="connsiteY4-32" fmla="*/ 6251181 h 6251181"/>
              <a:gd name="connsiteX0-33" fmla="*/ 4085373 w 7006730"/>
              <a:gd name="connsiteY0-34" fmla="*/ 6251181 h 6251181"/>
              <a:gd name="connsiteX1-35" fmla="*/ 0 w 7006730"/>
              <a:gd name="connsiteY1-36" fmla="*/ 736437 h 6251181"/>
              <a:gd name="connsiteX2-37" fmla="*/ 7006730 w 7006730"/>
              <a:gd name="connsiteY2-38" fmla="*/ 0 h 6251181"/>
              <a:gd name="connsiteX3-39" fmla="*/ 4153767 w 7006730"/>
              <a:gd name="connsiteY3-40" fmla="*/ 6251181 h 62511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7006730" h="6251181">
                <a:moveTo>
                  <a:pt x="4085373" y="6251181"/>
                </a:moveTo>
                <a:lnTo>
                  <a:pt x="0" y="736437"/>
                </a:lnTo>
                <a:lnTo>
                  <a:pt x="7006730" y="0"/>
                </a:lnTo>
                <a:lnTo>
                  <a:pt x="4153767" y="6251181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4" name="任意多边形: 形状 13"/>
          <p:cNvSpPr/>
          <p:nvPr userDrawn="1">
            <p:custDataLst>
              <p:tags r:id="rId21"/>
            </p:custDataLst>
          </p:nvPr>
        </p:nvSpPr>
        <p:spPr>
          <a:xfrm>
            <a:off x="1588693" y="76744"/>
            <a:ext cx="8638203" cy="6781256"/>
          </a:xfrm>
          <a:custGeom>
            <a:avLst/>
            <a:gdLst>
              <a:gd name="connsiteX0" fmla="*/ 8638203 w 8638203"/>
              <a:gd name="connsiteY0" fmla="*/ 0 h 6781256"/>
              <a:gd name="connsiteX1" fmla="*/ 5543837 w 8638203"/>
              <a:gd name="connsiteY1" fmla="*/ 6781256 h 6781256"/>
              <a:gd name="connsiteX2" fmla="*/ 4350454 w 8638203"/>
              <a:gd name="connsiteY2" fmla="*/ 6781256 h 6781256"/>
              <a:gd name="connsiteX3" fmla="*/ 0 w 8638203"/>
              <a:gd name="connsiteY3" fmla="*/ 907911 h 6781256"/>
              <a:gd name="connsiteX4" fmla="*/ 8638203 w 8638203"/>
              <a:gd name="connsiteY4" fmla="*/ 0 h 6781256"/>
              <a:gd name="connsiteX0-1" fmla="*/ 8638203 w 8638203"/>
              <a:gd name="connsiteY0-2" fmla="*/ 0 h 6781401"/>
              <a:gd name="connsiteX1-3" fmla="*/ 5543837 w 8638203"/>
              <a:gd name="connsiteY1-4" fmla="*/ 6781256 h 6781401"/>
              <a:gd name="connsiteX2-5" fmla="*/ 4959745 w 8638203"/>
              <a:gd name="connsiteY2-6" fmla="*/ 6781401 h 6781401"/>
              <a:gd name="connsiteX3-7" fmla="*/ 4350454 w 8638203"/>
              <a:gd name="connsiteY3-8" fmla="*/ 6781256 h 6781401"/>
              <a:gd name="connsiteX4-9" fmla="*/ 0 w 8638203"/>
              <a:gd name="connsiteY4-10" fmla="*/ 907911 h 6781401"/>
              <a:gd name="connsiteX5" fmla="*/ 8638203 w 8638203"/>
              <a:gd name="connsiteY5" fmla="*/ 0 h 6781401"/>
              <a:gd name="connsiteX0-11" fmla="*/ 4959745 w 8638203"/>
              <a:gd name="connsiteY0-12" fmla="*/ 6781401 h 6872841"/>
              <a:gd name="connsiteX1-13" fmla="*/ 4350454 w 8638203"/>
              <a:gd name="connsiteY1-14" fmla="*/ 6781256 h 6872841"/>
              <a:gd name="connsiteX2-15" fmla="*/ 0 w 8638203"/>
              <a:gd name="connsiteY2-16" fmla="*/ 907911 h 6872841"/>
              <a:gd name="connsiteX3-17" fmla="*/ 8638203 w 8638203"/>
              <a:gd name="connsiteY3-18" fmla="*/ 0 h 6872841"/>
              <a:gd name="connsiteX4-19" fmla="*/ 5543837 w 8638203"/>
              <a:gd name="connsiteY4-20" fmla="*/ 6781256 h 6872841"/>
              <a:gd name="connsiteX5-21" fmla="*/ 5051185 w 8638203"/>
              <a:gd name="connsiteY5-22" fmla="*/ 6872841 h 6872841"/>
              <a:gd name="connsiteX0-23" fmla="*/ 4959745 w 8638203"/>
              <a:gd name="connsiteY0-24" fmla="*/ 6781401 h 6781401"/>
              <a:gd name="connsiteX1-25" fmla="*/ 4350454 w 8638203"/>
              <a:gd name="connsiteY1-26" fmla="*/ 6781256 h 6781401"/>
              <a:gd name="connsiteX2-27" fmla="*/ 0 w 8638203"/>
              <a:gd name="connsiteY2-28" fmla="*/ 907911 h 6781401"/>
              <a:gd name="connsiteX3-29" fmla="*/ 8638203 w 8638203"/>
              <a:gd name="connsiteY3-30" fmla="*/ 0 h 6781401"/>
              <a:gd name="connsiteX4-31" fmla="*/ 5543837 w 8638203"/>
              <a:gd name="connsiteY4-32" fmla="*/ 6781256 h 6781401"/>
              <a:gd name="connsiteX0-33" fmla="*/ 4350454 w 8638203"/>
              <a:gd name="connsiteY0-34" fmla="*/ 6781256 h 6781256"/>
              <a:gd name="connsiteX1-35" fmla="*/ 0 w 8638203"/>
              <a:gd name="connsiteY1-36" fmla="*/ 907911 h 6781256"/>
              <a:gd name="connsiteX2-37" fmla="*/ 8638203 w 8638203"/>
              <a:gd name="connsiteY2-38" fmla="*/ 0 h 6781256"/>
              <a:gd name="connsiteX3-39" fmla="*/ 5543837 w 8638203"/>
              <a:gd name="connsiteY3-40" fmla="*/ 6781256 h 678125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8638203" h="6781256">
                <a:moveTo>
                  <a:pt x="4350454" y="6781256"/>
                </a:moveTo>
                <a:lnTo>
                  <a:pt x="0" y="907911"/>
                </a:lnTo>
                <a:lnTo>
                  <a:pt x="8638203" y="0"/>
                </a:lnTo>
                <a:lnTo>
                  <a:pt x="5543837" y="6781256"/>
                </a:lnTo>
              </a:path>
            </a:pathLst>
          </a:custGeom>
          <a:noFill/>
          <a:ln>
            <a:solidFill>
              <a:srgbClr val="FFFFFF">
                <a:alpha val="2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0" name="任意多边形: 形状 19"/>
          <p:cNvSpPr/>
          <p:nvPr userDrawn="1">
            <p:custDataLst>
              <p:tags r:id="rId22"/>
            </p:custDataLst>
          </p:nvPr>
        </p:nvSpPr>
        <p:spPr>
          <a:xfrm>
            <a:off x="9050655" y="1270"/>
            <a:ext cx="3131820" cy="6856730"/>
          </a:xfrm>
          <a:custGeom>
            <a:avLst/>
            <a:gdLst>
              <a:gd name="connsiteX0" fmla="*/ 0 w 12183661"/>
              <a:gd name="connsiteY0" fmla="*/ 0 h 6863092"/>
              <a:gd name="connsiteX1" fmla="*/ 12183661 w 12183661"/>
              <a:gd name="connsiteY1" fmla="*/ 0 h 6863092"/>
              <a:gd name="connsiteX2" fmla="*/ 9052041 w 12183661"/>
              <a:gd name="connsiteY2" fmla="*/ 6863092 h 6863092"/>
              <a:gd name="connsiteX3" fmla="*/ 3969903 w 12183661"/>
              <a:gd name="connsiteY3" fmla="*/ 6863092 h 6863092"/>
              <a:gd name="connsiteX4" fmla="*/ 0 w 12183661"/>
              <a:gd name="connsiteY4" fmla="*/ 1503390 h 6863092"/>
              <a:gd name="connsiteX5" fmla="*/ 0 w 12183661"/>
              <a:gd name="connsiteY5" fmla="*/ 0 h 6863092"/>
              <a:gd name="connsiteX0-1" fmla="*/ 0 w 12183661"/>
              <a:gd name="connsiteY0-2" fmla="*/ 0 h 6863092"/>
              <a:gd name="connsiteX1-3" fmla="*/ 12183661 w 12183661"/>
              <a:gd name="connsiteY1-4" fmla="*/ 0 h 6863092"/>
              <a:gd name="connsiteX2-5" fmla="*/ 9052041 w 12183661"/>
              <a:gd name="connsiteY2-6" fmla="*/ 6863092 h 6863092"/>
              <a:gd name="connsiteX3-7" fmla="*/ 3969903 w 12183661"/>
              <a:gd name="connsiteY3-8" fmla="*/ 6863092 h 6863092"/>
              <a:gd name="connsiteX4-9" fmla="*/ 0 w 12183661"/>
              <a:gd name="connsiteY4-10" fmla="*/ 0 h 6863092"/>
              <a:gd name="connsiteX0-11" fmla="*/ 0 w 12183661"/>
              <a:gd name="connsiteY0-12" fmla="*/ 0 h 6863092"/>
              <a:gd name="connsiteX1-13" fmla="*/ 12183661 w 12183661"/>
              <a:gd name="connsiteY1-14" fmla="*/ 0 h 6863092"/>
              <a:gd name="connsiteX2-15" fmla="*/ 9052041 w 12183661"/>
              <a:gd name="connsiteY2-16" fmla="*/ 6863092 h 6863092"/>
              <a:gd name="connsiteX3-17" fmla="*/ 3969903 w 12183661"/>
              <a:gd name="connsiteY3-18" fmla="*/ 6863092 h 6863092"/>
              <a:gd name="connsiteX4-19" fmla="*/ 91440 w 12183661"/>
              <a:gd name="connsiteY4-20" fmla="*/ 91440 h 6863092"/>
              <a:gd name="connsiteX0-21" fmla="*/ 0 w 12183661"/>
              <a:gd name="connsiteY0-22" fmla="*/ 0 h 6863092"/>
              <a:gd name="connsiteX1-23" fmla="*/ 12183661 w 12183661"/>
              <a:gd name="connsiteY1-24" fmla="*/ 0 h 6863092"/>
              <a:gd name="connsiteX2-25" fmla="*/ 9052041 w 12183661"/>
              <a:gd name="connsiteY2-26" fmla="*/ 6863092 h 6863092"/>
              <a:gd name="connsiteX3-27" fmla="*/ 3969903 w 12183661"/>
              <a:gd name="connsiteY3-28" fmla="*/ 6863092 h 6863092"/>
              <a:gd name="connsiteX0-29" fmla="*/ 8213758 w 8213758"/>
              <a:gd name="connsiteY0-30" fmla="*/ 0 h 6863092"/>
              <a:gd name="connsiteX1-31" fmla="*/ 5082138 w 8213758"/>
              <a:gd name="connsiteY1-32" fmla="*/ 6863092 h 6863092"/>
              <a:gd name="connsiteX2-33" fmla="*/ 0 w 8213758"/>
              <a:gd name="connsiteY2-34" fmla="*/ 6863092 h 6863092"/>
              <a:gd name="connsiteX0-35" fmla="*/ 3131620 w 3131620"/>
              <a:gd name="connsiteY0-36" fmla="*/ 0 h 6863092"/>
              <a:gd name="connsiteX1-37" fmla="*/ 0 w 3131620"/>
              <a:gd name="connsiteY1-38" fmla="*/ 6863092 h 68630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620" h="6863092">
                <a:moveTo>
                  <a:pt x="3131620" y="0"/>
                </a:moveTo>
                <a:lnTo>
                  <a:pt x="0" y="6863092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8" name="任意多边形: 形状 17"/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2793336" cy="293592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11514642 w 11606082"/>
              <a:gd name="connsiteY0-2" fmla="*/ 0 h 6863094"/>
              <a:gd name="connsiteX1-3" fmla="*/ 8383109 w 11606082"/>
              <a:gd name="connsiteY1-4" fmla="*/ 6863094 h 6863094"/>
              <a:gd name="connsiteX2-5" fmla="*/ 4645387 w 11606082"/>
              <a:gd name="connsiteY2-6" fmla="*/ 6863093 h 6863094"/>
              <a:gd name="connsiteX3-7" fmla="*/ 1 w 11606082"/>
              <a:gd name="connsiteY3-8" fmla="*/ 591295 h 6863094"/>
              <a:gd name="connsiteX4-9" fmla="*/ 0 w 11606082"/>
              <a:gd name="connsiteY4-10" fmla="*/ 293592 h 6863094"/>
              <a:gd name="connsiteX5-11" fmla="*/ 2793336 w 11606082"/>
              <a:gd name="connsiteY5-12" fmla="*/ 0 h 6863094"/>
              <a:gd name="connsiteX6-13" fmla="*/ 11606082 w 11606082"/>
              <a:gd name="connsiteY6-14" fmla="*/ 91440 h 6863094"/>
              <a:gd name="connsiteX0-15" fmla="*/ 11514642 w 11514642"/>
              <a:gd name="connsiteY0-16" fmla="*/ 0 h 6863094"/>
              <a:gd name="connsiteX1-17" fmla="*/ 8383109 w 11514642"/>
              <a:gd name="connsiteY1-18" fmla="*/ 6863094 h 6863094"/>
              <a:gd name="connsiteX2-19" fmla="*/ 4645387 w 11514642"/>
              <a:gd name="connsiteY2-20" fmla="*/ 6863093 h 6863094"/>
              <a:gd name="connsiteX3-21" fmla="*/ 1 w 11514642"/>
              <a:gd name="connsiteY3-22" fmla="*/ 591295 h 6863094"/>
              <a:gd name="connsiteX4-23" fmla="*/ 0 w 11514642"/>
              <a:gd name="connsiteY4-24" fmla="*/ 293592 h 6863094"/>
              <a:gd name="connsiteX5-25" fmla="*/ 2793336 w 11514642"/>
              <a:gd name="connsiteY5-26" fmla="*/ 0 h 6863094"/>
              <a:gd name="connsiteX0-27" fmla="*/ 8383109 w 8383109"/>
              <a:gd name="connsiteY0-28" fmla="*/ 6863094 h 6863094"/>
              <a:gd name="connsiteX1-29" fmla="*/ 4645387 w 8383109"/>
              <a:gd name="connsiteY1-30" fmla="*/ 6863093 h 6863094"/>
              <a:gd name="connsiteX2-31" fmla="*/ 1 w 8383109"/>
              <a:gd name="connsiteY2-32" fmla="*/ 591295 h 6863094"/>
              <a:gd name="connsiteX3-33" fmla="*/ 0 w 8383109"/>
              <a:gd name="connsiteY3-34" fmla="*/ 293592 h 6863094"/>
              <a:gd name="connsiteX4-35" fmla="*/ 2793336 w 8383109"/>
              <a:gd name="connsiteY4-36" fmla="*/ 0 h 6863094"/>
              <a:gd name="connsiteX0-37" fmla="*/ 4645387 w 4645387"/>
              <a:gd name="connsiteY0-38" fmla="*/ 6863093 h 6863093"/>
              <a:gd name="connsiteX1-39" fmla="*/ 1 w 4645387"/>
              <a:gd name="connsiteY1-40" fmla="*/ 591295 h 6863093"/>
              <a:gd name="connsiteX2-41" fmla="*/ 0 w 4645387"/>
              <a:gd name="connsiteY2-42" fmla="*/ 293592 h 6863093"/>
              <a:gd name="connsiteX3-43" fmla="*/ 2793336 w 4645387"/>
              <a:gd name="connsiteY3-44" fmla="*/ 0 h 6863093"/>
              <a:gd name="connsiteX0-45" fmla="*/ 1 w 2793336"/>
              <a:gd name="connsiteY0-46" fmla="*/ 591295 h 591295"/>
              <a:gd name="connsiteX1-47" fmla="*/ 0 w 2793336"/>
              <a:gd name="connsiteY1-48" fmla="*/ 293592 h 591295"/>
              <a:gd name="connsiteX2-49" fmla="*/ 2793336 w 2793336"/>
              <a:gd name="connsiteY2-50" fmla="*/ 0 h 591295"/>
              <a:gd name="connsiteX0-51" fmla="*/ 0 w 2793336"/>
              <a:gd name="connsiteY0-52" fmla="*/ 293592 h 293592"/>
              <a:gd name="connsiteX1-53" fmla="*/ 2793336 w 2793336"/>
              <a:gd name="connsiteY1-54" fmla="*/ 0 h 2935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2793336" h="293592">
                <a:moveTo>
                  <a:pt x="0" y="293592"/>
                </a:moveTo>
                <a:lnTo>
                  <a:pt x="2793336" y="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/>
          <p:cNvSpPr/>
          <p:nvPr userDrawn="1">
            <p:custDataLst>
              <p:tags r:id="rId24"/>
            </p:custDataLst>
          </p:nvPr>
        </p:nvSpPr>
        <p:spPr>
          <a:xfrm>
            <a:off x="686435" y="635"/>
            <a:ext cx="5932170" cy="6857365"/>
          </a:xfrm>
          <a:custGeom>
            <a:avLst/>
            <a:gdLst>
              <a:gd name="connsiteX0" fmla="*/ 5932361 w 10183388"/>
              <a:gd name="connsiteY0" fmla="*/ 0 h 6863095"/>
              <a:gd name="connsiteX1" fmla="*/ 10183388 w 10183388"/>
              <a:gd name="connsiteY1" fmla="*/ 1 h 6863095"/>
              <a:gd name="connsiteX2" fmla="*/ 7051956 w 10183388"/>
              <a:gd name="connsiteY2" fmla="*/ 6863095 h 6863095"/>
              <a:gd name="connsiteX3" fmla="*/ 4621402 w 10183388"/>
              <a:gd name="connsiteY3" fmla="*/ 6863095 h 6863095"/>
              <a:gd name="connsiteX4" fmla="*/ 0 w 10183388"/>
              <a:gd name="connsiteY4" fmla="*/ 623518 h 6863095"/>
              <a:gd name="connsiteX5" fmla="*/ 5932361 w 10183388"/>
              <a:gd name="connsiteY5" fmla="*/ 0 h 6863095"/>
              <a:gd name="connsiteX0-1" fmla="*/ 5932361 w 10183388"/>
              <a:gd name="connsiteY0-2" fmla="*/ 0 h 6877527"/>
              <a:gd name="connsiteX1-3" fmla="*/ 10183388 w 10183388"/>
              <a:gd name="connsiteY1-4" fmla="*/ 1 h 6877527"/>
              <a:gd name="connsiteX2-5" fmla="*/ 7051956 w 10183388"/>
              <a:gd name="connsiteY2-6" fmla="*/ 6863095 h 6877527"/>
              <a:gd name="connsiteX3-7" fmla="*/ 5805318 w 10183388"/>
              <a:gd name="connsiteY3-8" fmla="*/ 6877527 h 6877527"/>
              <a:gd name="connsiteX4-9" fmla="*/ 4621402 w 10183388"/>
              <a:gd name="connsiteY4-10" fmla="*/ 6863095 h 6877527"/>
              <a:gd name="connsiteX5-11" fmla="*/ 0 w 10183388"/>
              <a:gd name="connsiteY5-12" fmla="*/ 623518 h 6877527"/>
              <a:gd name="connsiteX6" fmla="*/ 5932361 w 10183388"/>
              <a:gd name="connsiteY6" fmla="*/ 0 h 6877527"/>
              <a:gd name="connsiteX0-13" fmla="*/ 5805318 w 10183388"/>
              <a:gd name="connsiteY0-14" fmla="*/ 6877527 h 6968967"/>
              <a:gd name="connsiteX1-15" fmla="*/ 4621402 w 10183388"/>
              <a:gd name="connsiteY1-16" fmla="*/ 6863095 h 6968967"/>
              <a:gd name="connsiteX2-17" fmla="*/ 0 w 10183388"/>
              <a:gd name="connsiteY2-18" fmla="*/ 623518 h 6968967"/>
              <a:gd name="connsiteX3-19" fmla="*/ 5932361 w 10183388"/>
              <a:gd name="connsiteY3-20" fmla="*/ 0 h 6968967"/>
              <a:gd name="connsiteX4-21" fmla="*/ 10183388 w 10183388"/>
              <a:gd name="connsiteY4-22" fmla="*/ 1 h 6968967"/>
              <a:gd name="connsiteX5-23" fmla="*/ 7051956 w 10183388"/>
              <a:gd name="connsiteY5-24" fmla="*/ 6863095 h 6968967"/>
              <a:gd name="connsiteX6-25" fmla="*/ 5896758 w 10183388"/>
              <a:gd name="connsiteY6-26" fmla="*/ 6968967 h 6968967"/>
              <a:gd name="connsiteX0-27" fmla="*/ 5805318 w 10183388"/>
              <a:gd name="connsiteY0-28" fmla="*/ 6877527 h 6877527"/>
              <a:gd name="connsiteX1-29" fmla="*/ 4621402 w 10183388"/>
              <a:gd name="connsiteY1-30" fmla="*/ 6863095 h 6877527"/>
              <a:gd name="connsiteX2-31" fmla="*/ 0 w 10183388"/>
              <a:gd name="connsiteY2-32" fmla="*/ 623518 h 6877527"/>
              <a:gd name="connsiteX3-33" fmla="*/ 5932361 w 10183388"/>
              <a:gd name="connsiteY3-34" fmla="*/ 0 h 6877527"/>
              <a:gd name="connsiteX4-35" fmla="*/ 10183388 w 10183388"/>
              <a:gd name="connsiteY4-36" fmla="*/ 1 h 6877527"/>
              <a:gd name="connsiteX5-37" fmla="*/ 7051956 w 10183388"/>
              <a:gd name="connsiteY5-38" fmla="*/ 6863095 h 6877527"/>
              <a:gd name="connsiteX0-39" fmla="*/ 4621402 w 10183388"/>
              <a:gd name="connsiteY0-40" fmla="*/ 6863095 h 6863095"/>
              <a:gd name="connsiteX1-41" fmla="*/ 0 w 10183388"/>
              <a:gd name="connsiteY1-42" fmla="*/ 623518 h 6863095"/>
              <a:gd name="connsiteX2-43" fmla="*/ 5932361 w 10183388"/>
              <a:gd name="connsiteY2-44" fmla="*/ 0 h 6863095"/>
              <a:gd name="connsiteX3-45" fmla="*/ 10183388 w 10183388"/>
              <a:gd name="connsiteY3-46" fmla="*/ 1 h 6863095"/>
              <a:gd name="connsiteX4-47" fmla="*/ 7051956 w 10183388"/>
              <a:gd name="connsiteY4-48" fmla="*/ 6863095 h 6863095"/>
              <a:gd name="connsiteX0-49" fmla="*/ 4621402 w 10183388"/>
              <a:gd name="connsiteY0-50" fmla="*/ 6863095 h 6863095"/>
              <a:gd name="connsiteX1-51" fmla="*/ 0 w 10183388"/>
              <a:gd name="connsiteY1-52" fmla="*/ 623518 h 6863095"/>
              <a:gd name="connsiteX2-53" fmla="*/ 5932361 w 10183388"/>
              <a:gd name="connsiteY2-54" fmla="*/ 0 h 6863095"/>
              <a:gd name="connsiteX3-55" fmla="*/ 8119893 w 10183388"/>
              <a:gd name="connsiteY3-56" fmla="*/ 477 h 6863095"/>
              <a:gd name="connsiteX4-57" fmla="*/ 10183388 w 10183388"/>
              <a:gd name="connsiteY4-58" fmla="*/ 1 h 6863095"/>
              <a:gd name="connsiteX5-59" fmla="*/ 7051956 w 10183388"/>
              <a:gd name="connsiteY5-60" fmla="*/ 6863095 h 6863095"/>
              <a:gd name="connsiteX0-61" fmla="*/ 4621402 w 10183388"/>
              <a:gd name="connsiteY0-62" fmla="*/ 6863095 h 6863095"/>
              <a:gd name="connsiteX1-63" fmla="*/ 0 w 10183388"/>
              <a:gd name="connsiteY1-64" fmla="*/ 623518 h 6863095"/>
              <a:gd name="connsiteX2-65" fmla="*/ 5932361 w 10183388"/>
              <a:gd name="connsiteY2-66" fmla="*/ 0 h 6863095"/>
              <a:gd name="connsiteX3-67" fmla="*/ 10183388 w 10183388"/>
              <a:gd name="connsiteY3-68" fmla="*/ 1 h 6863095"/>
              <a:gd name="connsiteX4-69" fmla="*/ 7051956 w 10183388"/>
              <a:gd name="connsiteY4-70" fmla="*/ 6863095 h 6863095"/>
              <a:gd name="connsiteX0-71" fmla="*/ 4621402 w 10183388"/>
              <a:gd name="connsiteY0-72" fmla="*/ 6863095 h 6863095"/>
              <a:gd name="connsiteX1-73" fmla="*/ 0 w 10183388"/>
              <a:gd name="connsiteY1-74" fmla="*/ 623518 h 6863095"/>
              <a:gd name="connsiteX2-75" fmla="*/ 5932361 w 10183388"/>
              <a:gd name="connsiteY2-76" fmla="*/ 0 h 6863095"/>
              <a:gd name="connsiteX3-77" fmla="*/ 10183388 w 10183388"/>
              <a:gd name="connsiteY3-78" fmla="*/ 1 h 6863095"/>
              <a:gd name="connsiteX0-79" fmla="*/ 4621402 w 5932361"/>
              <a:gd name="connsiteY0-80" fmla="*/ 6863095 h 6863095"/>
              <a:gd name="connsiteX1-81" fmla="*/ 0 w 5932361"/>
              <a:gd name="connsiteY1-82" fmla="*/ 623518 h 6863095"/>
              <a:gd name="connsiteX2-83" fmla="*/ 5932361 w 5932361"/>
              <a:gd name="connsiteY2-84" fmla="*/ 0 h 68630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932361" h="6863095">
                <a:moveTo>
                  <a:pt x="4621402" y="6863095"/>
                </a:moveTo>
                <a:lnTo>
                  <a:pt x="0" y="623518"/>
                </a:lnTo>
                <a:lnTo>
                  <a:pt x="5932361" y="0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9" name="任意多边形: 形状 28"/>
          <p:cNvSpPr/>
          <p:nvPr userDrawn="1">
            <p:custDataLst>
              <p:tags r:id="rId25"/>
            </p:custDataLst>
          </p:nvPr>
        </p:nvSpPr>
        <p:spPr>
          <a:xfrm>
            <a:off x="8383270" y="0"/>
            <a:ext cx="3131820" cy="6858000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2793336 w 11514642"/>
              <a:gd name="connsiteY0-2" fmla="*/ 0 h 6867525"/>
              <a:gd name="connsiteX1-3" fmla="*/ 11514642 w 11514642"/>
              <a:gd name="connsiteY1-4" fmla="*/ 0 h 6867525"/>
              <a:gd name="connsiteX2-5" fmla="*/ 8383109 w 11514642"/>
              <a:gd name="connsiteY2-6" fmla="*/ 6863094 h 6867525"/>
              <a:gd name="connsiteX3-7" fmla="*/ 7772400 w 11514642"/>
              <a:gd name="connsiteY3-8" fmla="*/ 6867525 h 6867525"/>
              <a:gd name="connsiteX4-9" fmla="*/ 4645387 w 11514642"/>
              <a:gd name="connsiteY4-10" fmla="*/ 6863093 h 6867525"/>
              <a:gd name="connsiteX5-11" fmla="*/ 1 w 11514642"/>
              <a:gd name="connsiteY5-12" fmla="*/ 591295 h 6867525"/>
              <a:gd name="connsiteX6-13" fmla="*/ 0 w 11514642"/>
              <a:gd name="connsiteY6-14" fmla="*/ 293592 h 6867525"/>
              <a:gd name="connsiteX7" fmla="*/ 2793336 w 11514642"/>
              <a:gd name="connsiteY7" fmla="*/ 0 h 6867525"/>
              <a:gd name="connsiteX0-15" fmla="*/ 7772400 w 11514642"/>
              <a:gd name="connsiteY0-16" fmla="*/ 6867525 h 6958965"/>
              <a:gd name="connsiteX1-17" fmla="*/ 4645387 w 11514642"/>
              <a:gd name="connsiteY1-18" fmla="*/ 6863093 h 6958965"/>
              <a:gd name="connsiteX2-19" fmla="*/ 1 w 11514642"/>
              <a:gd name="connsiteY2-20" fmla="*/ 591295 h 6958965"/>
              <a:gd name="connsiteX3-21" fmla="*/ 0 w 11514642"/>
              <a:gd name="connsiteY3-22" fmla="*/ 293592 h 6958965"/>
              <a:gd name="connsiteX4-23" fmla="*/ 2793336 w 11514642"/>
              <a:gd name="connsiteY4-24" fmla="*/ 0 h 6958965"/>
              <a:gd name="connsiteX5-25" fmla="*/ 11514642 w 11514642"/>
              <a:gd name="connsiteY5-26" fmla="*/ 0 h 6958965"/>
              <a:gd name="connsiteX6-27" fmla="*/ 8383109 w 11514642"/>
              <a:gd name="connsiteY6-28" fmla="*/ 6863094 h 6958965"/>
              <a:gd name="connsiteX7-29" fmla="*/ 7863840 w 11514642"/>
              <a:gd name="connsiteY7-30" fmla="*/ 6958965 h 6958965"/>
              <a:gd name="connsiteX0-31" fmla="*/ 7772400 w 11514642"/>
              <a:gd name="connsiteY0-32" fmla="*/ 6867525 h 6867525"/>
              <a:gd name="connsiteX1-33" fmla="*/ 4645387 w 11514642"/>
              <a:gd name="connsiteY1-34" fmla="*/ 6863093 h 6867525"/>
              <a:gd name="connsiteX2-35" fmla="*/ 1 w 11514642"/>
              <a:gd name="connsiteY2-36" fmla="*/ 591295 h 6867525"/>
              <a:gd name="connsiteX3-37" fmla="*/ 0 w 11514642"/>
              <a:gd name="connsiteY3-38" fmla="*/ 293592 h 6867525"/>
              <a:gd name="connsiteX4-39" fmla="*/ 2793336 w 11514642"/>
              <a:gd name="connsiteY4-40" fmla="*/ 0 h 6867525"/>
              <a:gd name="connsiteX5-41" fmla="*/ 11514642 w 11514642"/>
              <a:gd name="connsiteY5-42" fmla="*/ 0 h 6867525"/>
              <a:gd name="connsiteX6-43" fmla="*/ 8383109 w 11514642"/>
              <a:gd name="connsiteY6-44" fmla="*/ 6863094 h 6867525"/>
              <a:gd name="connsiteX0-45" fmla="*/ 4645387 w 11514642"/>
              <a:gd name="connsiteY0-46" fmla="*/ 6863093 h 6863094"/>
              <a:gd name="connsiteX1-47" fmla="*/ 1 w 11514642"/>
              <a:gd name="connsiteY1-48" fmla="*/ 591295 h 6863094"/>
              <a:gd name="connsiteX2-49" fmla="*/ 0 w 11514642"/>
              <a:gd name="connsiteY2-50" fmla="*/ 293592 h 6863094"/>
              <a:gd name="connsiteX3-51" fmla="*/ 2793336 w 11514642"/>
              <a:gd name="connsiteY3-52" fmla="*/ 0 h 6863094"/>
              <a:gd name="connsiteX4-53" fmla="*/ 11514642 w 11514642"/>
              <a:gd name="connsiteY4-54" fmla="*/ 0 h 6863094"/>
              <a:gd name="connsiteX5-55" fmla="*/ 8383109 w 11514642"/>
              <a:gd name="connsiteY5-56" fmla="*/ 6863094 h 6863094"/>
              <a:gd name="connsiteX0-57" fmla="*/ 1 w 11514642"/>
              <a:gd name="connsiteY0-58" fmla="*/ 591295 h 6863094"/>
              <a:gd name="connsiteX1-59" fmla="*/ 0 w 11514642"/>
              <a:gd name="connsiteY1-60" fmla="*/ 293592 h 6863094"/>
              <a:gd name="connsiteX2-61" fmla="*/ 2793336 w 11514642"/>
              <a:gd name="connsiteY2-62" fmla="*/ 0 h 6863094"/>
              <a:gd name="connsiteX3-63" fmla="*/ 11514642 w 11514642"/>
              <a:gd name="connsiteY3-64" fmla="*/ 0 h 6863094"/>
              <a:gd name="connsiteX4-65" fmla="*/ 8383109 w 11514642"/>
              <a:gd name="connsiteY4-66" fmla="*/ 6863094 h 6863094"/>
              <a:gd name="connsiteX0-67" fmla="*/ 0 w 11514642"/>
              <a:gd name="connsiteY0-68" fmla="*/ 293592 h 6863094"/>
              <a:gd name="connsiteX1-69" fmla="*/ 2793336 w 11514642"/>
              <a:gd name="connsiteY1-70" fmla="*/ 0 h 6863094"/>
              <a:gd name="connsiteX2-71" fmla="*/ 11514642 w 11514642"/>
              <a:gd name="connsiteY2-72" fmla="*/ 0 h 6863094"/>
              <a:gd name="connsiteX3-73" fmla="*/ 8383109 w 11514642"/>
              <a:gd name="connsiteY3-74" fmla="*/ 6863094 h 6863094"/>
              <a:gd name="connsiteX0-75" fmla="*/ 0 w 8721306"/>
              <a:gd name="connsiteY0-76" fmla="*/ 0 h 6863094"/>
              <a:gd name="connsiteX1-77" fmla="*/ 8721306 w 8721306"/>
              <a:gd name="connsiteY1-78" fmla="*/ 0 h 6863094"/>
              <a:gd name="connsiteX2-79" fmla="*/ 5589773 w 8721306"/>
              <a:gd name="connsiteY2-80" fmla="*/ 6863094 h 6863094"/>
              <a:gd name="connsiteX0-81" fmla="*/ 3131533 w 3131533"/>
              <a:gd name="connsiteY0-82" fmla="*/ 0 h 6863094"/>
              <a:gd name="connsiteX1-83" fmla="*/ 0 w 3131533"/>
              <a:gd name="connsiteY1-84" fmla="*/ 6863094 h 68630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533" h="6863094">
                <a:moveTo>
                  <a:pt x="3131533" y="0"/>
                </a:moveTo>
                <a:lnTo>
                  <a:pt x="0" y="6863094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0" name="任意多边形: 形状 29"/>
          <p:cNvSpPr/>
          <p:nvPr userDrawn="1">
            <p:custDataLst>
              <p:tags r:id="rId26"/>
            </p:custDataLst>
          </p:nvPr>
        </p:nvSpPr>
        <p:spPr>
          <a:xfrm>
            <a:off x="1" y="586202"/>
            <a:ext cx="4645386" cy="6271798"/>
          </a:xfrm>
          <a:custGeom>
            <a:avLst/>
            <a:gdLst>
              <a:gd name="connsiteX0" fmla="*/ 2793336 w 11514642"/>
              <a:gd name="connsiteY0" fmla="*/ 0 h 6863094"/>
              <a:gd name="connsiteX1" fmla="*/ 11514642 w 11514642"/>
              <a:gd name="connsiteY1" fmla="*/ 0 h 6863094"/>
              <a:gd name="connsiteX2" fmla="*/ 8383109 w 11514642"/>
              <a:gd name="connsiteY2" fmla="*/ 6863094 h 6863094"/>
              <a:gd name="connsiteX3" fmla="*/ 4645387 w 11514642"/>
              <a:gd name="connsiteY3" fmla="*/ 6863093 h 6863094"/>
              <a:gd name="connsiteX4" fmla="*/ 1 w 11514642"/>
              <a:gd name="connsiteY4" fmla="*/ 591295 h 6863094"/>
              <a:gd name="connsiteX5" fmla="*/ 0 w 11514642"/>
              <a:gd name="connsiteY5" fmla="*/ 293592 h 6863094"/>
              <a:gd name="connsiteX6" fmla="*/ 2793336 w 11514642"/>
              <a:gd name="connsiteY6" fmla="*/ 0 h 6863094"/>
              <a:gd name="connsiteX0-1" fmla="*/ 8383109 w 11514642"/>
              <a:gd name="connsiteY0-2" fmla="*/ 6863094 h 6954534"/>
              <a:gd name="connsiteX1-3" fmla="*/ 4645387 w 11514642"/>
              <a:gd name="connsiteY1-4" fmla="*/ 6863093 h 6954534"/>
              <a:gd name="connsiteX2-5" fmla="*/ 1 w 11514642"/>
              <a:gd name="connsiteY2-6" fmla="*/ 591295 h 6954534"/>
              <a:gd name="connsiteX3-7" fmla="*/ 0 w 11514642"/>
              <a:gd name="connsiteY3-8" fmla="*/ 293592 h 6954534"/>
              <a:gd name="connsiteX4-9" fmla="*/ 2793336 w 11514642"/>
              <a:gd name="connsiteY4-10" fmla="*/ 0 h 6954534"/>
              <a:gd name="connsiteX5-11" fmla="*/ 11514642 w 11514642"/>
              <a:gd name="connsiteY5-12" fmla="*/ 0 h 6954534"/>
              <a:gd name="connsiteX6-13" fmla="*/ 8474549 w 11514642"/>
              <a:gd name="connsiteY6-14" fmla="*/ 6954534 h 6954534"/>
              <a:gd name="connsiteX0-15" fmla="*/ 8383109 w 11514642"/>
              <a:gd name="connsiteY0-16" fmla="*/ 6863094 h 6863094"/>
              <a:gd name="connsiteX1-17" fmla="*/ 4645387 w 11514642"/>
              <a:gd name="connsiteY1-18" fmla="*/ 6863093 h 6863094"/>
              <a:gd name="connsiteX2-19" fmla="*/ 1 w 11514642"/>
              <a:gd name="connsiteY2-20" fmla="*/ 591295 h 6863094"/>
              <a:gd name="connsiteX3-21" fmla="*/ 0 w 11514642"/>
              <a:gd name="connsiteY3-22" fmla="*/ 293592 h 6863094"/>
              <a:gd name="connsiteX4-23" fmla="*/ 2793336 w 11514642"/>
              <a:gd name="connsiteY4-24" fmla="*/ 0 h 6863094"/>
              <a:gd name="connsiteX5-25" fmla="*/ 11514642 w 11514642"/>
              <a:gd name="connsiteY5-26" fmla="*/ 0 h 6863094"/>
              <a:gd name="connsiteX0-27" fmla="*/ 4645387 w 11514642"/>
              <a:gd name="connsiteY0-28" fmla="*/ 6863093 h 6863093"/>
              <a:gd name="connsiteX1-29" fmla="*/ 1 w 11514642"/>
              <a:gd name="connsiteY1-30" fmla="*/ 591295 h 6863093"/>
              <a:gd name="connsiteX2-31" fmla="*/ 0 w 11514642"/>
              <a:gd name="connsiteY2-32" fmla="*/ 293592 h 6863093"/>
              <a:gd name="connsiteX3-33" fmla="*/ 2793336 w 11514642"/>
              <a:gd name="connsiteY3-34" fmla="*/ 0 h 6863093"/>
              <a:gd name="connsiteX4-35" fmla="*/ 11514642 w 11514642"/>
              <a:gd name="connsiteY4-36" fmla="*/ 0 h 6863093"/>
              <a:gd name="connsiteX0-37" fmla="*/ 4645387 w 4645387"/>
              <a:gd name="connsiteY0-38" fmla="*/ 6863093 h 6863093"/>
              <a:gd name="connsiteX1-39" fmla="*/ 1 w 4645387"/>
              <a:gd name="connsiteY1-40" fmla="*/ 591295 h 6863093"/>
              <a:gd name="connsiteX2-41" fmla="*/ 0 w 4645387"/>
              <a:gd name="connsiteY2-42" fmla="*/ 293592 h 6863093"/>
              <a:gd name="connsiteX3-43" fmla="*/ 2793336 w 4645387"/>
              <a:gd name="connsiteY3-44" fmla="*/ 0 h 6863093"/>
              <a:gd name="connsiteX0-45" fmla="*/ 4645387 w 4645387"/>
              <a:gd name="connsiteY0-46" fmla="*/ 6569501 h 6569501"/>
              <a:gd name="connsiteX1-47" fmla="*/ 1 w 4645387"/>
              <a:gd name="connsiteY1-48" fmla="*/ 297703 h 6569501"/>
              <a:gd name="connsiteX2-49" fmla="*/ 0 w 4645387"/>
              <a:gd name="connsiteY2-50" fmla="*/ 0 h 6569501"/>
              <a:gd name="connsiteX0-51" fmla="*/ 4645386 w 4645386"/>
              <a:gd name="connsiteY0-52" fmla="*/ 6271798 h 6271798"/>
              <a:gd name="connsiteX1-53" fmla="*/ 0 w 4645386"/>
              <a:gd name="connsiteY1-54" fmla="*/ 0 h 62717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4645386" h="6271798">
                <a:moveTo>
                  <a:pt x="4645386" y="6271798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 userDrawn="1">
            <p:custDataLst>
              <p:tags r:id="rId27"/>
            </p:custDataLst>
          </p:nvPr>
        </p:nvSpPr>
        <p:spPr>
          <a:xfrm>
            <a:off x="0" y="1498298"/>
            <a:ext cx="3969903" cy="5359702"/>
          </a:xfrm>
          <a:custGeom>
            <a:avLst/>
            <a:gdLst>
              <a:gd name="connsiteX0" fmla="*/ 0 w 12183661"/>
              <a:gd name="connsiteY0" fmla="*/ 0 h 6863092"/>
              <a:gd name="connsiteX1" fmla="*/ 12183661 w 12183661"/>
              <a:gd name="connsiteY1" fmla="*/ 0 h 6863092"/>
              <a:gd name="connsiteX2" fmla="*/ 9052041 w 12183661"/>
              <a:gd name="connsiteY2" fmla="*/ 6863092 h 6863092"/>
              <a:gd name="connsiteX3" fmla="*/ 3969903 w 12183661"/>
              <a:gd name="connsiteY3" fmla="*/ 6863092 h 6863092"/>
              <a:gd name="connsiteX4" fmla="*/ 0 w 12183661"/>
              <a:gd name="connsiteY4" fmla="*/ 1503390 h 6863092"/>
              <a:gd name="connsiteX5" fmla="*/ 0 w 12183661"/>
              <a:gd name="connsiteY5" fmla="*/ 0 h 6863092"/>
              <a:gd name="connsiteX0-1" fmla="*/ 9052041 w 12183661"/>
              <a:gd name="connsiteY0-2" fmla="*/ 6863092 h 6954532"/>
              <a:gd name="connsiteX1-3" fmla="*/ 3969903 w 12183661"/>
              <a:gd name="connsiteY1-4" fmla="*/ 6863092 h 6954532"/>
              <a:gd name="connsiteX2-5" fmla="*/ 0 w 12183661"/>
              <a:gd name="connsiteY2-6" fmla="*/ 1503390 h 6954532"/>
              <a:gd name="connsiteX3-7" fmla="*/ 0 w 12183661"/>
              <a:gd name="connsiteY3-8" fmla="*/ 0 h 6954532"/>
              <a:gd name="connsiteX4-9" fmla="*/ 12183661 w 12183661"/>
              <a:gd name="connsiteY4-10" fmla="*/ 0 h 6954532"/>
              <a:gd name="connsiteX5-11" fmla="*/ 9143481 w 12183661"/>
              <a:gd name="connsiteY5-12" fmla="*/ 6954532 h 6954532"/>
              <a:gd name="connsiteX0-13" fmla="*/ 9052041 w 12183661"/>
              <a:gd name="connsiteY0-14" fmla="*/ 6863092 h 6863092"/>
              <a:gd name="connsiteX1-15" fmla="*/ 3969903 w 12183661"/>
              <a:gd name="connsiteY1-16" fmla="*/ 6863092 h 6863092"/>
              <a:gd name="connsiteX2-17" fmla="*/ 0 w 12183661"/>
              <a:gd name="connsiteY2-18" fmla="*/ 1503390 h 6863092"/>
              <a:gd name="connsiteX3-19" fmla="*/ 0 w 12183661"/>
              <a:gd name="connsiteY3-20" fmla="*/ 0 h 6863092"/>
              <a:gd name="connsiteX4-21" fmla="*/ 12183661 w 12183661"/>
              <a:gd name="connsiteY4-22" fmla="*/ 0 h 6863092"/>
              <a:gd name="connsiteX0-23" fmla="*/ 3969903 w 12183661"/>
              <a:gd name="connsiteY0-24" fmla="*/ 6863092 h 6863092"/>
              <a:gd name="connsiteX1-25" fmla="*/ 0 w 12183661"/>
              <a:gd name="connsiteY1-26" fmla="*/ 1503390 h 6863092"/>
              <a:gd name="connsiteX2-27" fmla="*/ 0 w 12183661"/>
              <a:gd name="connsiteY2-28" fmla="*/ 0 h 6863092"/>
              <a:gd name="connsiteX3-29" fmla="*/ 12183661 w 12183661"/>
              <a:gd name="connsiteY3-30" fmla="*/ 0 h 6863092"/>
              <a:gd name="connsiteX0-31" fmla="*/ 3969903 w 3969903"/>
              <a:gd name="connsiteY0-32" fmla="*/ 6863092 h 6863092"/>
              <a:gd name="connsiteX1-33" fmla="*/ 0 w 3969903"/>
              <a:gd name="connsiteY1-34" fmla="*/ 1503390 h 6863092"/>
              <a:gd name="connsiteX2-35" fmla="*/ 0 w 3969903"/>
              <a:gd name="connsiteY2-36" fmla="*/ 0 h 6863092"/>
              <a:gd name="connsiteX0-37" fmla="*/ 3969903 w 3969903"/>
              <a:gd name="connsiteY0-38" fmla="*/ 5359702 h 5359702"/>
              <a:gd name="connsiteX1-39" fmla="*/ 0 w 3969903"/>
              <a:gd name="connsiteY1-40" fmla="*/ 0 h 535970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969903" h="5359702">
                <a:moveTo>
                  <a:pt x="3969903" y="5359702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FFFF">
                <a:alpha val="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3" name="任意多边形: 形状 32"/>
          <p:cNvSpPr/>
          <p:nvPr userDrawn="1">
            <p:custDataLst>
              <p:tags r:id="rId28"/>
            </p:custDataLst>
          </p:nvPr>
        </p:nvSpPr>
        <p:spPr>
          <a:xfrm>
            <a:off x="3614329" y="1377172"/>
            <a:ext cx="4769029" cy="1182791"/>
          </a:xfrm>
          <a:custGeom>
            <a:avLst/>
            <a:gdLst>
              <a:gd name="connsiteX0" fmla="*/ 4769029 w 4769029"/>
              <a:gd name="connsiteY0" fmla="*/ 0 h 1182791"/>
              <a:gd name="connsiteX1" fmla="*/ 4384704 w 4769029"/>
              <a:gd name="connsiteY1" fmla="*/ 790998 h 1182791"/>
              <a:gd name="connsiteX2" fmla="*/ 518511 w 4769029"/>
              <a:gd name="connsiteY2" fmla="*/ 1182791 h 1182791"/>
              <a:gd name="connsiteX3" fmla="*/ 0 w 4769029"/>
              <a:gd name="connsiteY3" fmla="*/ 509034 h 1182791"/>
              <a:gd name="connsiteX4" fmla="*/ 4769029 w 4769029"/>
              <a:gd name="connsiteY4" fmla="*/ 0 h 1182791"/>
              <a:gd name="connsiteX0-1" fmla="*/ 4769029 w 4769029"/>
              <a:gd name="connsiteY0-2" fmla="*/ 0 h 1182791"/>
              <a:gd name="connsiteX1-3" fmla="*/ 4384704 w 4769029"/>
              <a:gd name="connsiteY1-4" fmla="*/ 790998 h 1182791"/>
              <a:gd name="connsiteX2-5" fmla="*/ 2424521 w 4769029"/>
              <a:gd name="connsiteY2-6" fmla="*/ 965978 h 1182791"/>
              <a:gd name="connsiteX3-7" fmla="*/ 518511 w 4769029"/>
              <a:gd name="connsiteY3-8" fmla="*/ 1182791 h 1182791"/>
              <a:gd name="connsiteX4-9" fmla="*/ 0 w 4769029"/>
              <a:gd name="connsiteY4-10" fmla="*/ 509034 h 1182791"/>
              <a:gd name="connsiteX5" fmla="*/ 4769029 w 4769029"/>
              <a:gd name="connsiteY5" fmla="*/ 0 h 1182791"/>
              <a:gd name="connsiteX0-11" fmla="*/ 2424521 w 4769029"/>
              <a:gd name="connsiteY0-12" fmla="*/ 965978 h 1182791"/>
              <a:gd name="connsiteX1-13" fmla="*/ 518511 w 4769029"/>
              <a:gd name="connsiteY1-14" fmla="*/ 1182791 h 1182791"/>
              <a:gd name="connsiteX2-15" fmla="*/ 0 w 4769029"/>
              <a:gd name="connsiteY2-16" fmla="*/ 509034 h 1182791"/>
              <a:gd name="connsiteX3-17" fmla="*/ 4769029 w 4769029"/>
              <a:gd name="connsiteY3-18" fmla="*/ 0 h 1182791"/>
              <a:gd name="connsiteX4-19" fmla="*/ 4384704 w 4769029"/>
              <a:gd name="connsiteY4-20" fmla="*/ 790998 h 1182791"/>
              <a:gd name="connsiteX5-21" fmla="*/ 2515961 w 4769029"/>
              <a:gd name="connsiteY5-22" fmla="*/ 1057418 h 1182791"/>
              <a:gd name="connsiteX0-23" fmla="*/ 2424521 w 4769029"/>
              <a:gd name="connsiteY0-24" fmla="*/ 965978 h 1182791"/>
              <a:gd name="connsiteX1-25" fmla="*/ 518511 w 4769029"/>
              <a:gd name="connsiteY1-26" fmla="*/ 1182791 h 1182791"/>
              <a:gd name="connsiteX2-27" fmla="*/ 0 w 4769029"/>
              <a:gd name="connsiteY2-28" fmla="*/ 509034 h 1182791"/>
              <a:gd name="connsiteX3-29" fmla="*/ 4769029 w 4769029"/>
              <a:gd name="connsiteY3-30" fmla="*/ 0 h 1182791"/>
              <a:gd name="connsiteX4-31" fmla="*/ 4384704 w 4769029"/>
              <a:gd name="connsiteY4-32" fmla="*/ 790998 h 1182791"/>
              <a:gd name="connsiteX0-33" fmla="*/ 518511 w 4769029"/>
              <a:gd name="connsiteY0-34" fmla="*/ 1182791 h 1182791"/>
              <a:gd name="connsiteX1-35" fmla="*/ 0 w 4769029"/>
              <a:gd name="connsiteY1-36" fmla="*/ 509034 h 1182791"/>
              <a:gd name="connsiteX2-37" fmla="*/ 4769029 w 4769029"/>
              <a:gd name="connsiteY2-38" fmla="*/ 0 h 1182791"/>
              <a:gd name="connsiteX3-39" fmla="*/ 4384704 w 4769029"/>
              <a:gd name="connsiteY3-40" fmla="*/ 790998 h 118279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769029" h="1182791">
                <a:moveTo>
                  <a:pt x="518511" y="1182791"/>
                </a:moveTo>
                <a:lnTo>
                  <a:pt x="0" y="509034"/>
                </a:lnTo>
                <a:lnTo>
                  <a:pt x="4769029" y="0"/>
                </a:lnTo>
                <a:lnTo>
                  <a:pt x="4384704" y="790998"/>
                </a:lnTo>
              </a:path>
            </a:pathLst>
          </a:custGeom>
          <a:noFill/>
          <a:ln w="177800">
            <a:solidFill>
              <a:srgbClr val="FFFFFF"/>
            </a:solidFill>
          </a:ln>
          <a:effectLst>
            <a:outerShdw dist="101600" dir="2700000" algn="tl" rotWithShape="0">
              <a:schemeClr val="bg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" name="任意多边形: 形状 60"/>
          <p:cNvSpPr/>
          <p:nvPr userDrawn="1">
            <p:custDataLst>
              <p:tags r:id="rId29"/>
            </p:custDataLst>
          </p:nvPr>
        </p:nvSpPr>
        <p:spPr>
          <a:xfrm>
            <a:off x="7733030" y="1270"/>
            <a:ext cx="3131185" cy="6856730"/>
          </a:xfrm>
          <a:custGeom>
            <a:avLst/>
            <a:gdLst>
              <a:gd name="connsiteX0" fmla="*/ 5932361 w 10183388"/>
              <a:gd name="connsiteY0" fmla="*/ 0 h 6863095"/>
              <a:gd name="connsiteX1" fmla="*/ 10183388 w 10183388"/>
              <a:gd name="connsiteY1" fmla="*/ 1 h 6863095"/>
              <a:gd name="connsiteX2" fmla="*/ 7051956 w 10183388"/>
              <a:gd name="connsiteY2" fmla="*/ 6863095 h 6863095"/>
              <a:gd name="connsiteX3" fmla="*/ 4621402 w 10183388"/>
              <a:gd name="connsiteY3" fmla="*/ 6863095 h 6863095"/>
              <a:gd name="connsiteX4" fmla="*/ 0 w 10183388"/>
              <a:gd name="connsiteY4" fmla="*/ 623518 h 6863095"/>
              <a:gd name="connsiteX5" fmla="*/ 5932361 w 10183388"/>
              <a:gd name="connsiteY5" fmla="*/ 0 h 6863095"/>
              <a:gd name="connsiteX0-1" fmla="*/ 5932361 w 10183388"/>
              <a:gd name="connsiteY0-2" fmla="*/ 0 h 6877527"/>
              <a:gd name="connsiteX1-3" fmla="*/ 10183388 w 10183388"/>
              <a:gd name="connsiteY1-4" fmla="*/ 1 h 6877527"/>
              <a:gd name="connsiteX2-5" fmla="*/ 7051956 w 10183388"/>
              <a:gd name="connsiteY2-6" fmla="*/ 6863095 h 6877527"/>
              <a:gd name="connsiteX3-7" fmla="*/ 5805318 w 10183388"/>
              <a:gd name="connsiteY3-8" fmla="*/ 6877527 h 6877527"/>
              <a:gd name="connsiteX4-9" fmla="*/ 4621402 w 10183388"/>
              <a:gd name="connsiteY4-10" fmla="*/ 6863095 h 6877527"/>
              <a:gd name="connsiteX5-11" fmla="*/ 0 w 10183388"/>
              <a:gd name="connsiteY5-12" fmla="*/ 623518 h 6877527"/>
              <a:gd name="connsiteX6" fmla="*/ 5932361 w 10183388"/>
              <a:gd name="connsiteY6" fmla="*/ 0 h 6877527"/>
              <a:gd name="connsiteX0-13" fmla="*/ 5805318 w 10183388"/>
              <a:gd name="connsiteY0-14" fmla="*/ 6877527 h 6968967"/>
              <a:gd name="connsiteX1-15" fmla="*/ 4621402 w 10183388"/>
              <a:gd name="connsiteY1-16" fmla="*/ 6863095 h 6968967"/>
              <a:gd name="connsiteX2-17" fmla="*/ 0 w 10183388"/>
              <a:gd name="connsiteY2-18" fmla="*/ 623518 h 6968967"/>
              <a:gd name="connsiteX3-19" fmla="*/ 5932361 w 10183388"/>
              <a:gd name="connsiteY3-20" fmla="*/ 0 h 6968967"/>
              <a:gd name="connsiteX4-21" fmla="*/ 10183388 w 10183388"/>
              <a:gd name="connsiteY4-22" fmla="*/ 1 h 6968967"/>
              <a:gd name="connsiteX5-23" fmla="*/ 7051956 w 10183388"/>
              <a:gd name="connsiteY5-24" fmla="*/ 6863095 h 6968967"/>
              <a:gd name="connsiteX6-25" fmla="*/ 5896758 w 10183388"/>
              <a:gd name="connsiteY6-26" fmla="*/ 6968967 h 6968967"/>
              <a:gd name="connsiteX0-27" fmla="*/ 5805318 w 10183388"/>
              <a:gd name="connsiteY0-28" fmla="*/ 6877527 h 6877527"/>
              <a:gd name="connsiteX1-29" fmla="*/ 4621402 w 10183388"/>
              <a:gd name="connsiteY1-30" fmla="*/ 6863095 h 6877527"/>
              <a:gd name="connsiteX2-31" fmla="*/ 0 w 10183388"/>
              <a:gd name="connsiteY2-32" fmla="*/ 623518 h 6877527"/>
              <a:gd name="connsiteX3-33" fmla="*/ 5932361 w 10183388"/>
              <a:gd name="connsiteY3-34" fmla="*/ 0 h 6877527"/>
              <a:gd name="connsiteX4-35" fmla="*/ 10183388 w 10183388"/>
              <a:gd name="connsiteY4-36" fmla="*/ 1 h 6877527"/>
              <a:gd name="connsiteX5-37" fmla="*/ 7051956 w 10183388"/>
              <a:gd name="connsiteY5-38" fmla="*/ 6863095 h 6877527"/>
              <a:gd name="connsiteX0-39" fmla="*/ 4621402 w 10183388"/>
              <a:gd name="connsiteY0-40" fmla="*/ 6863095 h 6863095"/>
              <a:gd name="connsiteX1-41" fmla="*/ 0 w 10183388"/>
              <a:gd name="connsiteY1-42" fmla="*/ 623518 h 6863095"/>
              <a:gd name="connsiteX2-43" fmla="*/ 5932361 w 10183388"/>
              <a:gd name="connsiteY2-44" fmla="*/ 0 h 6863095"/>
              <a:gd name="connsiteX3-45" fmla="*/ 10183388 w 10183388"/>
              <a:gd name="connsiteY3-46" fmla="*/ 1 h 6863095"/>
              <a:gd name="connsiteX4-47" fmla="*/ 7051956 w 10183388"/>
              <a:gd name="connsiteY4-48" fmla="*/ 6863095 h 6863095"/>
              <a:gd name="connsiteX0-49" fmla="*/ 4621402 w 10183388"/>
              <a:gd name="connsiteY0-50" fmla="*/ 6863095 h 6863095"/>
              <a:gd name="connsiteX1-51" fmla="*/ 0 w 10183388"/>
              <a:gd name="connsiteY1-52" fmla="*/ 623518 h 6863095"/>
              <a:gd name="connsiteX2-53" fmla="*/ 5932361 w 10183388"/>
              <a:gd name="connsiteY2-54" fmla="*/ 0 h 6863095"/>
              <a:gd name="connsiteX3-55" fmla="*/ 8119893 w 10183388"/>
              <a:gd name="connsiteY3-56" fmla="*/ 477 h 6863095"/>
              <a:gd name="connsiteX4-57" fmla="*/ 10183388 w 10183388"/>
              <a:gd name="connsiteY4-58" fmla="*/ 1 h 6863095"/>
              <a:gd name="connsiteX5-59" fmla="*/ 7051956 w 10183388"/>
              <a:gd name="connsiteY5-60" fmla="*/ 6863095 h 6863095"/>
              <a:gd name="connsiteX0-61" fmla="*/ 4621402 w 10183388"/>
              <a:gd name="connsiteY0-62" fmla="*/ 6863095 h 6863095"/>
              <a:gd name="connsiteX1-63" fmla="*/ 0 w 10183388"/>
              <a:gd name="connsiteY1-64" fmla="*/ 623518 h 6863095"/>
              <a:gd name="connsiteX2-65" fmla="*/ 5932361 w 10183388"/>
              <a:gd name="connsiteY2-66" fmla="*/ 0 h 6863095"/>
              <a:gd name="connsiteX3-67" fmla="*/ 10183388 w 10183388"/>
              <a:gd name="connsiteY3-68" fmla="*/ 1 h 6863095"/>
              <a:gd name="connsiteX4-69" fmla="*/ 7051956 w 10183388"/>
              <a:gd name="connsiteY4-70" fmla="*/ 6863095 h 6863095"/>
              <a:gd name="connsiteX0-71" fmla="*/ 0 w 10183388"/>
              <a:gd name="connsiteY0-72" fmla="*/ 623518 h 6863095"/>
              <a:gd name="connsiteX1-73" fmla="*/ 5932361 w 10183388"/>
              <a:gd name="connsiteY1-74" fmla="*/ 0 h 6863095"/>
              <a:gd name="connsiteX2-75" fmla="*/ 10183388 w 10183388"/>
              <a:gd name="connsiteY2-76" fmla="*/ 1 h 6863095"/>
              <a:gd name="connsiteX3-77" fmla="*/ 7051956 w 10183388"/>
              <a:gd name="connsiteY3-78" fmla="*/ 6863095 h 6863095"/>
              <a:gd name="connsiteX0-79" fmla="*/ 0 w 4251027"/>
              <a:gd name="connsiteY0-80" fmla="*/ 0 h 6863095"/>
              <a:gd name="connsiteX1-81" fmla="*/ 4251027 w 4251027"/>
              <a:gd name="connsiteY1-82" fmla="*/ 1 h 6863095"/>
              <a:gd name="connsiteX2-83" fmla="*/ 1119595 w 4251027"/>
              <a:gd name="connsiteY2-84" fmla="*/ 6863095 h 6863095"/>
              <a:gd name="connsiteX0-85" fmla="*/ 3131432 w 3131432"/>
              <a:gd name="connsiteY0-86" fmla="*/ 0 h 6863094"/>
              <a:gd name="connsiteX1-87" fmla="*/ 0 w 3131432"/>
              <a:gd name="connsiteY1-88" fmla="*/ 6863094 h 686309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3131432" h="6863094">
                <a:moveTo>
                  <a:pt x="3131432" y="0"/>
                </a:moveTo>
                <a:lnTo>
                  <a:pt x="0" y="6863094"/>
                </a:lnTo>
              </a:path>
            </a:pathLst>
          </a:custGeom>
          <a:noFill/>
          <a:ln>
            <a:solidFill>
              <a:srgbClr val="FFFFFF">
                <a:alpha val="1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tags" Target="../tags/tag182.xml"/><Relationship Id="rId20" Type="http://schemas.openxmlformats.org/officeDocument/2006/relationships/tags" Target="../tags/tag18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80.xml"/><Relationship Id="rId18" Type="http://schemas.openxmlformats.org/officeDocument/2006/relationships/tags" Target="../tags/tag179.xml"/><Relationship Id="rId17" Type="http://schemas.openxmlformats.org/officeDocument/2006/relationships/tags" Target="../tags/tag178.xml"/><Relationship Id="rId16" Type="http://schemas.openxmlformats.org/officeDocument/2006/relationships/tags" Target="../tags/tag177.xml"/><Relationship Id="rId15" Type="http://schemas.openxmlformats.org/officeDocument/2006/relationships/tags" Target="../tags/tag176.xml"/><Relationship Id="rId14" Type="http://schemas.openxmlformats.org/officeDocument/2006/relationships/tags" Target="../tags/tag175.xml"/><Relationship Id="rId13" Type="http://schemas.openxmlformats.org/officeDocument/2006/relationships/tags" Target="../tags/tag174.xml"/><Relationship Id="rId12" Type="http://schemas.openxmlformats.org/officeDocument/2006/relationships/tags" Target="../tags/tag17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3"/>
          <p:cNvSpPr/>
          <p:nvPr userDrawn="1">
            <p:custDataLst>
              <p:tags r:id="rId12"/>
            </p:custDataLst>
          </p:nvPr>
        </p:nvSpPr>
        <p:spPr>
          <a:xfrm>
            <a:off x="0" y="5814060"/>
            <a:ext cx="12192000" cy="1043940"/>
          </a:xfrm>
          <a:custGeom>
            <a:avLst/>
            <a:gdLst>
              <a:gd name="connsiteX0" fmla="*/ 0 w 19244"/>
              <a:gd name="connsiteY0" fmla="*/ 467 h 1786"/>
              <a:gd name="connsiteX1" fmla="*/ 5109 w 19244"/>
              <a:gd name="connsiteY1" fmla="*/ 500 h 1786"/>
              <a:gd name="connsiteX2" fmla="*/ 19244 w 19244"/>
              <a:gd name="connsiteY2" fmla="*/ 1759 h 1786"/>
              <a:gd name="connsiteX3" fmla="*/ 19208 w 19244"/>
              <a:gd name="connsiteY3" fmla="*/ 1786 h 1786"/>
              <a:gd name="connsiteX4" fmla="*/ 9 w 19244"/>
              <a:gd name="connsiteY4" fmla="*/ 1786 h 1786"/>
              <a:gd name="connsiteX5" fmla="*/ 0 w 19244"/>
              <a:gd name="connsiteY5" fmla="*/ 467 h 1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44" h="1786">
                <a:moveTo>
                  <a:pt x="0" y="467"/>
                </a:moveTo>
                <a:cubicBezTo>
                  <a:pt x="945" y="211"/>
                  <a:pt x="2397" y="-460"/>
                  <a:pt x="5109" y="500"/>
                </a:cubicBezTo>
                <a:cubicBezTo>
                  <a:pt x="7979" y="1518"/>
                  <a:pt x="10649" y="1789"/>
                  <a:pt x="19244" y="1759"/>
                </a:cubicBezTo>
                <a:lnTo>
                  <a:pt x="19208" y="1786"/>
                </a:lnTo>
                <a:lnTo>
                  <a:pt x="9" y="1786"/>
                </a:lnTo>
                <a:lnTo>
                  <a:pt x="0" y="467"/>
                </a:lnTo>
                <a:close/>
              </a:path>
            </a:pathLst>
          </a:custGeom>
          <a:gradFill>
            <a:gsLst>
              <a:gs pos="22000">
                <a:schemeClr val="accent1">
                  <a:alpha val="8000"/>
                </a:schemeClr>
              </a:gs>
              <a:gs pos="100000">
                <a:schemeClr val="accent1">
                  <a:alpha val="3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sp>
        <p:nvSpPr>
          <p:cNvPr id="9" name="任意多边形 39"/>
          <p:cNvSpPr/>
          <p:nvPr userDrawn="1">
            <p:custDataLst>
              <p:tags r:id="rId13"/>
            </p:custDataLst>
          </p:nvPr>
        </p:nvSpPr>
        <p:spPr>
          <a:xfrm>
            <a:off x="0" y="5761355"/>
            <a:ext cx="12192000" cy="10966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42" h="1877">
                <a:moveTo>
                  <a:pt x="18111" y="0"/>
                </a:moveTo>
                <a:cubicBezTo>
                  <a:pt x="18533" y="1"/>
                  <a:pt x="18906" y="41"/>
                  <a:pt x="19239" y="105"/>
                </a:cubicBezTo>
                <a:lnTo>
                  <a:pt x="19242" y="106"/>
                </a:lnTo>
                <a:lnTo>
                  <a:pt x="19242" y="1865"/>
                </a:lnTo>
                <a:lnTo>
                  <a:pt x="0" y="1877"/>
                </a:lnTo>
                <a:lnTo>
                  <a:pt x="0" y="1021"/>
                </a:lnTo>
                <a:cubicBezTo>
                  <a:pt x="3659" y="1958"/>
                  <a:pt x="11307" y="1790"/>
                  <a:pt x="14742" y="635"/>
                </a:cubicBezTo>
                <a:cubicBezTo>
                  <a:pt x="16137" y="166"/>
                  <a:pt x="17231" y="-2"/>
                  <a:pt x="1811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"/>
                </a:schemeClr>
              </a:gs>
              <a:gs pos="84000">
                <a:schemeClr val="accent1">
                  <a:alpha val="0"/>
                </a:schemeClr>
              </a:gs>
            </a:gsLst>
            <a:lin ang="66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 altLang="zh-CN">
              <a:solidFill>
                <a:schemeClr val="dk1"/>
              </a:solidFill>
              <a:cs typeface="微软雅黑" panose="020B0503020204020204" charset="-122"/>
              <a:sym typeface="+mn-ea"/>
            </a:endParaRPr>
          </a:p>
        </p:txBody>
      </p:sp>
      <p:sp>
        <p:nvSpPr>
          <p:cNvPr id="10" name="任意多边形 5"/>
          <p:cNvSpPr/>
          <p:nvPr userDrawn="1">
            <p:custDataLst>
              <p:tags r:id="rId14"/>
            </p:custDataLst>
          </p:nvPr>
        </p:nvSpPr>
        <p:spPr>
          <a:xfrm>
            <a:off x="0" y="5563235"/>
            <a:ext cx="12192000" cy="12947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34" h="2216">
                <a:moveTo>
                  <a:pt x="16008" y="0"/>
                </a:moveTo>
                <a:cubicBezTo>
                  <a:pt x="17327" y="-8"/>
                  <a:pt x="18275" y="380"/>
                  <a:pt x="19157" y="707"/>
                </a:cubicBezTo>
                <a:lnTo>
                  <a:pt x="19234" y="736"/>
                </a:lnTo>
                <a:lnTo>
                  <a:pt x="19234" y="2216"/>
                </a:lnTo>
                <a:lnTo>
                  <a:pt x="0" y="2215"/>
                </a:lnTo>
                <a:lnTo>
                  <a:pt x="0" y="1865"/>
                </a:lnTo>
                <a:cubicBezTo>
                  <a:pt x="11748" y="1817"/>
                  <a:pt x="12501" y="535"/>
                  <a:pt x="14691" y="130"/>
                </a:cubicBezTo>
                <a:cubicBezTo>
                  <a:pt x="15170" y="42"/>
                  <a:pt x="15606" y="3"/>
                  <a:pt x="16008" y="0"/>
                </a:cubicBezTo>
                <a:close/>
              </a:path>
            </a:pathLst>
          </a:custGeom>
          <a:gradFill>
            <a:gsLst>
              <a:gs pos="32000">
                <a:schemeClr val="accent1">
                  <a:alpha val="3000"/>
                </a:schemeClr>
              </a:gs>
              <a:gs pos="90000">
                <a:schemeClr val="accent1">
                  <a:alpha val="8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cs typeface="微软雅黑" panose="020B0503020204020204" charset="-122"/>
              <a:sym typeface="+mn-ea"/>
            </a:endParaRPr>
          </a:p>
        </p:txBody>
      </p:sp>
      <p:sp>
        <p:nvSpPr>
          <p:cNvPr id="11" name="等腰三角形 10"/>
          <p:cNvSpPr/>
          <p:nvPr userDrawn="1">
            <p:custDataLst>
              <p:tags r:id="rId15"/>
            </p:custDataLst>
          </p:nvPr>
        </p:nvSpPr>
        <p:spPr>
          <a:xfrm rot="20460000" flipV="1">
            <a:off x="10627360" y="702945"/>
            <a:ext cx="935990" cy="756285"/>
          </a:xfrm>
          <a:prstGeom prst="triangl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72"/>
          <p:cNvSpPr/>
          <p:nvPr userDrawn="1">
            <p:custDataLst>
              <p:tags r:id="rId16"/>
            </p:custDataLst>
          </p:nvPr>
        </p:nvSpPr>
        <p:spPr>
          <a:xfrm rot="16680000" flipV="1">
            <a:off x="10758170" y="1198245"/>
            <a:ext cx="243840" cy="224155"/>
          </a:xfrm>
          <a:custGeom>
            <a:avLst/>
            <a:gdLst>
              <a:gd name="connsiteX0" fmla="*/ 384 w 384"/>
              <a:gd name="connsiteY0" fmla="*/ 353 h 353"/>
              <a:gd name="connsiteX1" fmla="*/ 0 w 384"/>
              <a:gd name="connsiteY1" fmla="*/ 351 h 353"/>
              <a:gd name="connsiteX2" fmla="*/ 215 w 384"/>
              <a:gd name="connsiteY2" fmla="*/ 0 h 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4" h="353">
                <a:moveTo>
                  <a:pt x="384" y="353"/>
                </a:moveTo>
                <a:lnTo>
                  <a:pt x="0" y="351"/>
                </a:lnTo>
                <a:lnTo>
                  <a:pt x="215" y="0"/>
                </a:lnTo>
              </a:path>
            </a:pathLst>
          </a:custGeom>
          <a:noFill/>
          <a:ln w="31750"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任意多边形 73"/>
          <p:cNvSpPr/>
          <p:nvPr userDrawn="1">
            <p:custDataLst>
              <p:tags r:id="rId17"/>
            </p:custDataLst>
          </p:nvPr>
        </p:nvSpPr>
        <p:spPr>
          <a:xfrm rot="16680000" flipV="1">
            <a:off x="11337290" y="942975"/>
            <a:ext cx="247015" cy="214630"/>
          </a:xfrm>
          <a:custGeom>
            <a:avLst/>
            <a:gdLst>
              <a:gd name="connsiteX0" fmla="*/ 0 w 389"/>
              <a:gd name="connsiteY0" fmla="*/ 338 h 338"/>
              <a:gd name="connsiteX1" fmla="*/ 207 w 389"/>
              <a:gd name="connsiteY1" fmla="*/ 0 h 338"/>
              <a:gd name="connsiteX2" fmla="*/ 389 w 389"/>
              <a:gd name="connsiteY2" fmla="*/ 304 h 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" h="338">
                <a:moveTo>
                  <a:pt x="0" y="338"/>
                </a:moveTo>
                <a:lnTo>
                  <a:pt x="207" y="0"/>
                </a:lnTo>
                <a:lnTo>
                  <a:pt x="389" y="304"/>
                </a:lnTo>
              </a:path>
            </a:pathLst>
          </a:custGeom>
          <a:noFill/>
          <a:ln w="31750"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74"/>
          <p:cNvSpPr/>
          <p:nvPr userDrawn="1">
            <p:custDataLst>
              <p:tags r:id="rId18"/>
            </p:custDataLst>
          </p:nvPr>
        </p:nvSpPr>
        <p:spPr>
          <a:xfrm rot="16680000" flipV="1">
            <a:off x="10846435" y="521335"/>
            <a:ext cx="247015" cy="209550"/>
          </a:xfrm>
          <a:custGeom>
            <a:avLst/>
            <a:gdLst>
              <a:gd name="connsiteX0" fmla="*/ 191 w 389"/>
              <a:gd name="connsiteY0" fmla="*/ 0 h 330"/>
              <a:gd name="connsiteX1" fmla="*/ 389 w 389"/>
              <a:gd name="connsiteY1" fmla="*/ 328 h 330"/>
              <a:gd name="connsiteX2" fmla="*/ 0 w 389"/>
              <a:gd name="connsiteY2" fmla="*/ 330 h 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" h="330">
                <a:moveTo>
                  <a:pt x="191" y="0"/>
                </a:moveTo>
                <a:lnTo>
                  <a:pt x="389" y="328"/>
                </a:lnTo>
                <a:lnTo>
                  <a:pt x="0" y="330"/>
                </a:lnTo>
              </a:path>
            </a:pathLst>
          </a:custGeom>
          <a:noFill/>
          <a:ln w="31750">
            <a:gradFill>
              <a:gsLst>
                <a:gs pos="0">
                  <a:schemeClr val="accent1">
                    <a:lumMod val="20000"/>
                    <a:lumOff val="80000"/>
                    <a:alpha val="50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27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image" Target="../media/image7.jpe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213.xml"/><Relationship Id="rId1" Type="http://schemas.openxmlformats.org/officeDocument/2006/relationships/tags" Target="../tags/tag20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236.xml"/><Relationship Id="rId2" Type="http://schemas.openxmlformats.org/officeDocument/2006/relationships/tags" Target="../tags/tag218.xml"/><Relationship Id="rId19" Type="http://schemas.openxmlformats.org/officeDocument/2006/relationships/tags" Target="../tags/tag235.xml"/><Relationship Id="rId18" Type="http://schemas.openxmlformats.org/officeDocument/2006/relationships/tags" Target="../tags/tag234.xml"/><Relationship Id="rId17" Type="http://schemas.openxmlformats.org/officeDocument/2006/relationships/tags" Target="../tags/tag233.xml"/><Relationship Id="rId16" Type="http://schemas.openxmlformats.org/officeDocument/2006/relationships/tags" Target="../tags/tag232.xml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tags" Target="../tags/tag243.xml"/><Relationship Id="rId7" Type="http://schemas.openxmlformats.org/officeDocument/2006/relationships/image" Target="../media/image8.jpeg"/><Relationship Id="rId6" Type="http://schemas.openxmlformats.org/officeDocument/2006/relationships/tags" Target="../tags/tag242.xml"/><Relationship Id="rId5" Type="http://schemas.openxmlformats.org/officeDocument/2006/relationships/tags" Target="../tags/tag241.xml"/><Relationship Id="rId4" Type="http://schemas.openxmlformats.org/officeDocument/2006/relationships/tags" Target="../tags/tag240.xml"/><Relationship Id="rId3" Type="http://schemas.openxmlformats.org/officeDocument/2006/relationships/tags" Target="../tags/tag239.xml"/><Relationship Id="rId23" Type="http://schemas.openxmlformats.org/officeDocument/2006/relationships/slideLayout" Target="../slideLayouts/slideLayout18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tags" Target="../tags/tag238.xml"/><Relationship Id="rId19" Type="http://schemas.openxmlformats.org/officeDocument/2006/relationships/tags" Target="../tags/tag251.xml"/><Relationship Id="rId18" Type="http://schemas.openxmlformats.org/officeDocument/2006/relationships/tags" Target="../tags/tag250.xml"/><Relationship Id="rId17" Type="http://schemas.openxmlformats.org/officeDocument/2006/relationships/tags" Target="../tags/tag249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image" Target="../media/image11.jpeg"/><Relationship Id="rId12" Type="http://schemas.openxmlformats.org/officeDocument/2006/relationships/tags" Target="../tags/tag245.xml"/><Relationship Id="rId11" Type="http://schemas.openxmlformats.org/officeDocument/2006/relationships/image" Target="../media/image10.jpeg"/><Relationship Id="rId10" Type="http://schemas.openxmlformats.org/officeDocument/2006/relationships/tags" Target="../tags/tag244.xml"/><Relationship Id="rId1" Type="http://schemas.openxmlformats.org/officeDocument/2006/relationships/tags" Target="../tags/tag23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image" Target="../media/image12.jpeg"/><Relationship Id="rId10" Type="http://schemas.openxmlformats.org/officeDocument/2006/relationships/notesSlide" Target="../notesSlides/notesSlide3.xml"/><Relationship Id="rId1" Type="http://schemas.openxmlformats.org/officeDocument/2006/relationships/tags" Target="../tags/tag25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77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tags" Target="../tags/tag26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tags" Target="../tags/tag295.xml"/><Relationship Id="rId4" Type="http://schemas.openxmlformats.org/officeDocument/2006/relationships/tags" Target="../tags/tag294.xml"/><Relationship Id="rId3" Type="http://schemas.openxmlformats.org/officeDocument/2006/relationships/tags" Target="../tags/tag293.xml"/><Relationship Id="rId2" Type="http://schemas.openxmlformats.org/officeDocument/2006/relationships/tags" Target="../tags/tag292.xml"/><Relationship Id="rId14" Type="http://schemas.openxmlformats.org/officeDocument/2006/relationships/slideLayout" Target="../slideLayouts/slideLayout18.xml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13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314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tags" Target="../tags/tag30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17.xml"/><Relationship Id="rId2" Type="http://schemas.openxmlformats.org/officeDocument/2006/relationships/tags" Target="../tags/tag316.xml"/><Relationship Id="rId1" Type="http://schemas.openxmlformats.org/officeDocument/2006/relationships/tags" Target="../tags/tag31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337.xml"/><Relationship Id="rId2" Type="http://schemas.openxmlformats.org/officeDocument/2006/relationships/tags" Target="../tags/tag319.xml"/><Relationship Id="rId19" Type="http://schemas.openxmlformats.org/officeDocument/2006/relationships/tags" Target="../tags/tag336.xml"/><Relationship Id="rId18" Type="http://schemas.openxmlformats.org/officeDocument/2006/relationships/tags" Target="../tags/tag335.xml"/><Relationship Id="rId17" Type="http://schemas.openxmlformats.org/officeDocument/2006/relationships/tags" Target="../tags/tag334.xml"/><Relationship Id="rId16" Type="http://schemas.openxmlformats.org/officeDocument/2006/relationships/tags" Target="../tags/tag333.xml"/><Relationship Id="rId15" Type="http://schemas.openxmlformats.org/officeDocument/2006/relationships/tags" Target="../tags/tag332.xml"/><Relationship Id="rId14" Type="http://schemas.openxmlformats.org/officeDocument/2006/relationships/tags" Target="../tags/tag331.xml"/><Relationship Id="rId13" Type="http://schemas.openxmlformats.org/officeDocument/2006/relationships/tags" Target="../tags/tag330.xml"/><Relationship Id="rId12" Type="http://schemas.openxmlformats.org/officeDocument/2006/relationships/tags" Target="../tags/tag329.xml"/><Relationship Id="rId11" Type="http://schemas.openxmlformats.org/officeDocument/2006/relationships/tags" Target="../tags/tag328.xml"/><Relationship Id="rId10" Type="http://schemas.openxmlformats.org/officeDocument/2006/relationships/tags" Target="../tags/tag327.xml"/><Relationship Id="rId1" Type="http://schemas.openxmlformats.org/officeDocument/2006/relationships/tags" Target="../tags/tag31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tags" Target="../tags/tag3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>
                <a:sym typeface="+mn-ea"/>
              </a:rPr>
              <a:t>优化生态，激发活力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​​</a:t>
            </a:r>
            <a:endParaRPr lang="zh-CN" altLang="en-US" dirty="0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——新时代促进民营经济健康发展的实践路径探析</a:t>
            </a:r>
            <a:endParaRPr lang="en-US" altLang="zh-CN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汇报人: </a:t>
            </a:r>
            <a:r>
              <a:rPr lang="zh-CN" altLang="en-US"/>
              <a:t>童逸轩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目录</a:t>
            </a:r>
            <a:endParaRPr lang="en-US" altLang="zh-CN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19455" y="2625725"/>
            <a:ext cx="1706245" cy="11125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>
                    <a:alpha val="50000"/>
                  </a:srgbClr>
                </a:solidFill>
                <a:latin typeface="+mn-ea"/>
              </a:rPr>
              <a:t>01</a:t>
            </a:r>
            <a:endParaRPr lang="en-US" sz="5200" b="1" dirty="0">
              <a:solidFill>
                <a:srgbClr val="FFFFFF">
                  <a:alpha val="50000"/>
                </a:srgb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600075" y="3891280"/>
            <a:ext cx="1943735" cy="1332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300" b="1" spc="300" dirty="0">
                <a:solidFill>
                  <a:srgbClr val="FFFFFF"/>
                </a:solidFill>
                <a:latin typeface="+mn-ea"/>
              </a:rPr>
              <a:t>引言</a:t>
            </a:r>
            <a:endParaRPr lang="zh-CN" altLang="en-US" sz="23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" name="序号"/>
          <p:cNvSpPr txBox="1"/>
          <p:nvPr>
            <p:custDataLst>
              <p:tags r:id="rId4"/>
            </p:custDataLst>
          </p:nvPr>
        </p:nvSpPr>
        <p:spPr>
          <a:xfrm>
            <a:off x="2981325" y="2571750"/>
            <a:ext cx="1706245" cy="11125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>
                    <a:alpha val="50000"/>
                  </a:srgbClr>
                </a:solidFill>
                <a:latin typeface="+mn-ea"/>
              </a:rPr>
              <a:t>02</a:t>
            </a:r>
            <a:endParaRPr lang="en-US" sz="5200" b="1" dirty="0">
              <a:solidFill>
                <a:srgbClr val="FFFFFF">
                  <a:alpha val="50000"/>
                </a:srgbClr>
              </a:solidFill>
              <a:latin typeface="+mn-ea"/>
            </a:endParaRPr>
          </a:p>
        </p:txBody>
      </p:sp>
      <p:sp>
        <p:nvSpPr>
          <p:cNvPr id="16" name="项标题"/>
          <p:cNvSpPr txBox="1"/>
          <p:nvPr>
            <p:custDataLst>
              <p:tags r:id="rId5"/>
            </p:custDataLst>
          </p:nvPr>
        </p:nvSpPr>
        <p:spPr>
          <a:xfrm>
            <a:off x="2861945" y="3837940"/>
            <a:ext cx="1943735" cy="1332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300" b="1" spc="300" dirty="0">
                <a:solidFill>
                  <a:srgbClr val="FFFFFF"/>
                </a:solidFill>
                <a:latin typeface="+mn-ea"/>
              </a:rPr>
              <a:t>“健康发展”的内涵解析与实践痛点</a:t>
            </a:r>
            <a:endParaRPr lang="zh-CN" altLang="en-US" sz="23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8" name="序号"/>
          <p:cNvSpPr txBox="1"/>
          <p:nvPr>
            <p:custDataLst>
              <p:tags r:id="rId6"/>
            </p:custDataLst>
          </p:nvPr>
        </p:nvSpPr>
        <p:spPr>
          <a:xfrm>
            <a:off x="5243195" y="2571750"/>
            <a:ext cx="1706245" cy="11125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>
                    <a:alpha val="50000"/>
                  </a:srgbClr>
                </a:solidFill>
                <a:latin typeface="+mn-ea"/>
              </a:rPr>
              <a:t>03</a:t>
            </a:r>
            <a:endParaRPr lang="en-US" sz="5200" b="1" dirty="0">
              <a:solidFill>
                <a:srgbClr val="FFFFFF">
                  <a:alpha val="50000"/>
                </a:srgbClr>
              </a:solidFill>
              <a:latin typeface="+mn-ea"/>
            </a:endParaRPr>
          </a:p>
        </p:txBody>
      </p:sp>
      <p:sp>
        <p:nvSpPr>
          <p:cNvPr id="19" name="项标题"/>
          <p:cNvSpPr txBox="1"/>
          <p:nvPr>
            <p:custDataLst>
              <p:tags r:id="rId7"/>
            </p:custDataLst>
          </p:nvPr>
        </p:nvSpPr>
        <p:spPr>
          <a:xfrm>
            <a:off x="5123815" y="3837940"/>
            <a:ext cx="1943735" cy="1332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300" b="1" spc="300" dirty="0">
                <a:solidFill>
                  <a:srgbClr val="FFFFFF"/>
                </a:solidFill>
                <a:latin typeface="+mn-ea"/>
              </a:rPr>
              <a:t>促进民营经济健康发展的关键实践路径</a:t>
            </a:r>
            <a:endParaRPr lang="zh-CN" altLang="en-US" sz="23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1" name="序号"/>
          <p:cNvSpPr txBox="1"/>
          <p:nvPr>
            <p:custDataLst>
              <p:tags r:id="rId8"/>
            </p:custDataLst>
          </p:nvPr>
        </p:nvSpPr>
        <p:spPr>
          <a:xfrm>
            <a:off x="7505065" y="2571750"/>
            <a:ext cx="1706245" cy="11125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>
                    <a:alpha val="50000"/>
                  </a:srgbClr>
                </a:solidFill>
                <a:latin typeface="+mn-ea"/>
              </a:rPr>
              <a:t>04</a:t>
            </a:r>
            <a:endParaRPr lang="en-US" sz="5200" b="1" dirty="0">
              <a:solidFill>
                <a:srgbClr val="FFFFFF">
                  <a:alpha val="50000"/>
                </a:srgbClr>
              </a:solidFill>
              <a:latin typeface="+mn-ea"/>
            </a:endParaRPr>
          </a:p>
        </p:txBody>
      </p:sp>
      <p:sp>
        <p:nvSpPr>
          <p:cNvPr id="22" name="项标题"/>
          <p:cNvSpPr txBox="1"/>
          <p:nvPr>
            <p:custDataLst>
              <p:tags r:id="rId9"/>
            </p:custDataLst>
          </p:nvPr>
        </p:nvSpPr>
        <p:spPr>
          <a:xfrm>
            <a:off x="7385685" y="3837940"/>
            <a:ext cx="1943735" cy="1332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300" b="1" spc="300" dirty="0">
                <a:solidFill>
                  <a:srgbClr val="FFFFFF"/>
                </a:solidFill>
                <a:latin typeface="+mn-ea"/>
              </a:rPr>
              <a:t>坚实法治保障，护航行稳致远</a:t>
            </a:r>
            <a:endParaRPr lang="zh-CN" altLang="en-US" sz="2300" b="1" spc="3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10"/>
            </p:custDataLst>
          </p:nvPr>
        </p:nvSpPr>
        <p:spPr>
          <a:xfrm>
            <a:off x="9766300" y="2569845"/>
            <a:ext cx="1706245" cy="111252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>
                    <a:alpha val="50000"/>
                  </a:srgbClr>
                </a:solidFill>
                <a:latin typeface="+mn-ea"/>
              </a:rPr>
              <a:t>05</a:t>
            </a:r>
            <a:endParaRPr lang="en-US" sz="5200" b="1" dirty="0">
              <a:solidFill>
                <a:srgbClr val="FFFFFF">
                  <a:alpha val="50000"/>
                </a:srgb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11"/>
            </p:custDataLst>
          </p:nvPr>
        </p:nvSpPr>
        <p:spPr>
          <a:xfrm>
            <a:off x="9647555" y="3835400"/>
            <a:ext cx="1943735" cy="13328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2300" b="1" spc="300" dirty="0">
                <a:solidFill>
                  <a:srgbClr val="FFFFFF"/>
                </a:solidFill>
                <a:latin typeface="+mn-ea"/>
              </a:rPr>
              <a:t>结语</a:t>
            </a:r>
            <a:endParaRPr lang="zh-CN" altLang="en-US" sz="2300" b="1" spc="300" dirty="0">
              <a:solidFill>
                <a:srgbClr val="FFFFFF"/>
              </a:solidFill>
              <a:latin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引言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PART ONE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data/temp/b2c471f6-43a5-11f0-be5a-8afd7145c84b.jpgb2c471f6-43a5-11f0-be5a-8afd7145c84b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 t="521" b="5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任意多边形: 形状 3"/>
          <p:cNvSpPr/>
          <p:nvPr>
            <p:custDataLst>
              <p:tags r:id="rId3"/>
            </p:custDataLst>
          </p:nvPr>
        </p:nvSpPr>
        <p:spPr>
          <a:xfrm>
            <a:off x="0" y="607060"/>
            <a:ext cx="10895330" cy="5643880"/>
          </a:xfrm>
          <a:custGeom>
            <a:avLst/>
            <a:gdLst>
              <a:gd name="connsiteX0" fmla="*/ 5268375 w 10663767"/>
              <a:gd name="connsiteY0" fmla="*/ 423545 h 5643880"/>
              <a:gd name="connsiteX1" fmla="*/ 5268375 w 10663767"/>
              <a:gd name="connsiteY1" fmla="*/ 5220335 h 5643880"/>
              <a:gd name="connsiteX2" fmla="*/ 10065165 w 10663767"/>
              <a:gd name="connsiteY2" fmla="*/ 5220335 h 5643880"/>
              <a:gd name="connsiteX3" fmla="*/ 10065165 w 10663767"/>
              <a:gd name="connsiteY3" fmla="*/ 423545 h 5643880"/>
              <a:gd name="connsiteX4" fmla="*/ 905880 w 10663767"/>
              <a:gd name="connsiteY4" fmla="*/ 0 h 5643880"/>
              <a:gd name="connsiteX5" fmla="*/ 10663767 w 10663767"/>
              <a:gd name="connsiteY5" fmla="*/ 0 h 5643880"/>
              <a:gd name="connsiteX6" fmla="*/ 10663767 w 10663767"/>
              <a:gd name="connsiteY6" fmla="*/ 5643880 h 5643880"/>
              <a:gd name="connsiteX7" fmla="*/ 905880 w 10663767"/>
              <a:gd name="connsiteY7" fmla="*/ 5643880 h 5643880"/>
              <a:gd name="connsiteX8" fmla="*/ 0 w 10663767"/>
              <a:gd name="connsiteY8" fmla="*/ 0 h 5643880"/>
              <a:gd name="connsiteX9" fmla="*/ 767080 w 10663767"/>
              <a:gd name="connsiteY9" fmla="*/ 0 h 5643880"/>
              <a:gd name="connsiteX10" fmla="*/ 767080 w 10663767"/>
              <a:gd name="connsiteY10" fmla="*/ 5643880 h 5643880"/>
              <a:gd name="connsiteX11" fmla="*/ 0 w 10663767"/>
              <a:gd name="connsiteY11" fmla="*/ 5643880 h 5643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793" h="8888">
                <a:moveTo>
                  <a:pt x="9065" y="667"/>
                </a:moveTo>
                <a:lnTo>
                  <a:pt x="9065" y="8221"/>
                </a:lnTo>
                <a:lnTo>
                  <a:pt x="15851" y="8221"/>
                </a:lnTo>
                <a:lnTo>
                  <a:pt x="15851" y="667"/>
                </a:lnTo>
                <a:lnTo>
                  <a:pt x="9065" y="667"/>
                </a:lnTo>
                <a:close/>
                <a:moveTo>
                  <a:pt x="1427" y="0"/>
                </a:moveTo>
                <a:lnTo>
                  <a:pt x="16793" y="0"/>
                </a:lnTo>
                <a:lnTo>
                  <a:pt x="16793" y="8888"/>
                </a:lnTo>
                <a:lnTo>
                  <a:pt x="1427" y="8888"/>
                </a:lnTo>
                <a:lnTo>
                  <a:pt x="1427" y="0"/>
                </a:lnTo>
                <a:close/>
                <a:moveTo>
                  <a:pt x="0" y="0"/>
                </a:moveTo>
                <a:lnTo>
                  <a:pt x="1208" y="0"/>
                </a:lnTo>
                <a:lnTo>
                  <a:pt x="1208" y="8888"/>
                </a:lnTo>
                <a:lnTo>
                  <a:pt x="0" y="88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215265" y="1027430"/>
            <a:ext cx="336550" cy="336550"/>
          </a:xfrm>
          <a:prstGeom prst="ellips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等腰三角形 8"/>
          <p:cNvSpPr/>
          <p:nvPr>
            <p:custDataLst>
              <p:tags r:id="rId5"/>
            </p:custDataLst>
          </p:nvPr>
        </p:nvSpPr>
        <p:spPr>
          <a:xfrm rot="5400000">
            <a:off x="346998" y="1151531"/>
            <a:ext cx="102484" cy="88348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FF0909">
              <a:shade val="50000"/>
            </a:srgbClr>
          </a:lnRef>
          <a:fillRef idx="1">
            <a:srgbClr val="FF0909"/>
          </a:fillRef>
          <a:effectRef idx="0">
            <a:srgbClr val="FF0909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6"/>
            </p:custDataLst>
          </p:nvPr>
        </p:nvCxnSpPr>
        <p:spPr>
          <a:xfrm>
            <a:off x="281940" y="5753100"/>
            <a:ext cx="203835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rgbClr val="FF0909"/>
          </a:lnRef>
          <a:fillRef idx="0">
            <a:srgbClr val="FF0909"/>
          </a:fillRef>
          <a:effectRef idx="0">
            <a:srgbClr val="FF0909"/>
          </a:effectRef>
          <a:fontRef idx="minor">
            <a:sysClr val="windowText" lastClr="000000"/>
          </a:fontRef>
        </p:style>
      </p:cxnSp>
      <p:cxnSp>
        <p:nvCxnSpPr>
          <p:cNvPr id="5" name="直接连接符 4"/>
          <p:cNvCxnSpPr/>
          <p:nvPr>
            <p:custDataLst>
              <p:tags r:id="rId7"/>
            </p:custDataLst>
          </p:nvPr>
        </p:nvCxnSpPr>
        <p:spPr>
          <a:xfrm>
            <a:off x="281940" y="5827395"/>
            <a:ext cx="155575" cy="0"/>
          </a:xfrm>
          <a:prstGeom prst="line">
            <a:avLst/>
          </a:prstGeom>
          <a:noFill/>
          <a:ln w="254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rgbClr val="FF0909"/>
          </a:lnRef>
          <a:fillRef idx="0">
            <a:srgbClr val="FF0909"/>
          </a:fillRef>
          <a:effectRef idx="0">
            <a:srgbClr val="FF0909"/>
          </a:effectRef>
          <a:fontRef idx="minor">
            <a:sysClr val="windowText" lastClr="000000"/>
          </a:fontRef>
        </p:style>
      </p:cxn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972185" y="1784985"/>
            <a:ext cx="4611370" cy="40424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 marL="457200" lvl="1" indent="457200" algn="l" fontAlgn="auto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zh-CN" altLang="en-US" sz="1500" dirty="0">
                <a:solidFill>
                  <a:srgbClr val="262626"/>
                </a:solidFill>
                <a:latin typeface="+mn-ea"/>
                <a:cs typeface="+mn-ea"/>
                <a:sym typeface="+mn-ea"/>
              </a:rPr>
              <a:t> 民营经济是我国社会主义市场经济的重要组成部分，是推动高质量发展不可或缺的力量。总书记在座谈会上的重要论述，特别是将支持民营经济的方针政策明确“纳入中国特色社会主义法律体系”，并“一以贯之坚持和落实”，从根本上稳定了社会预期，提振了市场信心。讲话提出“促进民营经济健康发展、高质量发展”，并将“胸怀报国志、一心谋发展、守法善经营、先富促共富”作为对企业和企业家的殷切希望，为我们指明了促进民营经济行稳致远的核心方向。因此，聚焦“健康发展”，探寻行之有效的实践路径，具有重大现实意义</a:t>
            </a:r>
            <a:endParaRPr lang="zh-CN" altLang="en-US" sz="15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1408430" y="897890"/>
            <a:ext cx="4063365" cy="668655"/>
          </a:xfrm>
        </p:spPr>
        <p:txBody>
          <a:bodyPr anchor="b" anchorCtr="0"/>
          <a:lstStyle/>
          <a:p>
            <a:r>
              <a:rPr lang="zh-CN" altLang="en-US">
                <a:solidFill>
                  <a:srgbClr val="262626"/>
                </a:solidFill>
              </a:rPr>
              <a:t>引言</a:t>
            </a:r>
            <a:endParaRPr lang="zh-CN" altLang="en-US">
              <a:solidFill>
                <a:srgbClr val="262626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“健康发展”的内涵解析与实践痛点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PART TWO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7" name="任意多边形: 形状 356"/>
          <p:cNvSpPr/>
          <p:nvPr>
            <p:custDataLst>
              <p:tags r:id="rId1"/>
            </p:custDataLst>
          </p:nvPr>
        </p:nvSpPr>
        <p:spPr>
          <a:xfrm>
            <a:off x="673100" y="180149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“健康发展”的内涵解析与实践痛点</a:t>
            </a:r>
            <a:endParaRPr lang="zh-CN" altLang="en-US"/>
          </a:p>
        </p:txBody>
      </p:sp>
      <p:sp>
        <p:nvSpPr>
          <p:cNvPr id="11" name="任意多边形: 形状 1388"/>
          <p:cNvSpPr/>
          <p:nvPr>
            <p:custDataLst>
              <p:tags r:id="rId3"/>
            </p:custDataLst>
          </p:nvPr>
        </p:nvSpPr>
        <p:spPr>
          <a:xfrm>
            <a:off x="673100" y="1717675"/>
            <a:ext cx="10904220" cy="4562475"/>
          </a:xfrm>
          <a:custGeom>
            <a:avLst/>
            <a:gdLst>
              <a:gd name="connsiteX0" fmla="*/ 4515326 w 4682585"/>
              <a:gd name="connsiteY0" fmla="*/ 1881473 h 2174272"/>
              <a:gd name="connsiteX1" fmla="*/ 4515326 w 4682585"/>
              <a:gd name="connsiteY1" fmla="*/ 2028063 h 2174272"/>
              <a:gd name="connsiteX2" fmla="*/ 4673060 w 4682585"/>
              <a:gd name="connsiteY2" fmla="*/ 2028063 h 2174272"/>
              <a:gd name="connsiteX3" fmla="*/ 4673060 w 4682585"/>
              <a:gd name="connsiteY3" fmla="*/ 1881473 h 2174272"/>
              <a:gd name="connsiteX4" fmla="*/ 4348068 w 4682585"/>
              <a:gd name="connsiteY4" fmla="*/ 1881473 h 2174272"/>
              <a:gd name="connsiteX5" fmla="*/ 4348068 w 4682585"/>
              <a:gd name="connsiteY5" fmla="*/ 2028063 h 2174272"/>
              <a:gd name="connsiteX6" fmla="*/ 4505801 w 4682585"/>
              <a:gd name="connsiteY6" fmla="*/ 2028063 h 2174272"/>
              <a:gd name="connsiteX7" fmla="*/ 4505801 w 4682585"/>
              <a:gd name="connsiteY7" fmla="*/ 1881473 h 2174272"/>
              <a:gd name="connsiteX8" fmla="*/ 4180809 w 4682585"/>
              <a:gd name="connsiteY8" fmla="*/ 1881473 h 2174272"/>
              <a:gd name="connsiteX9" fmla="*/ 4180809 w 4682585"/>
              <a:gd name="connsiteY9" fmla="*/ 2028063 h 2174272"/>
              <a:gd name="connsiteX10" fmla="*/ 4338543 w 4682585"/>
              <a:gd name="connsiteY10" fmla="*/ 2028063 h 2174272"/>
              <a:gd name="connsiteX11" fmla="*/ 4338543 w 4682585"/>
              <a:gd name="connsiteY11" fmla="*/ 1881473 h 2174272"/>
              <a:gd name="connsiteX12" fmla="*/ 4013550 w 4682585"/>
              <a:gd name="connsiteY12" fmla="*/ 1881473 h 2174272"/>
              <a:gd name="connsiteX13" fmla="*/ 4013550 w 4682585"/>
              <a:gd name="connsiteY13" fmla="*/ 2028063 h 2174272"/>
              <a:gd name="connsiteX14" fmla="*/ 4171284 w 4682585"/>
              <a:gd name="connsiteY14" fmla="*/ 2028063 h 2174272"/>
              <a:gd name="connsiteX15" fmla="*/ 4171284 w 4682585"/>
              <a:gd name="connsiteY15" fmla="*/ 1881473 h 2174272"/>
              <a:gd name="connsiteX16" fmla="*/ 3846291 w 4682585"/>
              <a:gd name="connsiteY16" fmla="*/ 1881473 h 2174272"/>
              <a:gd name="connsiteX17" fmla="*/ 3846291 w 4682585"/>
              <a:gd name="connsiteY17" fmla="*/ 2028063 h 2174272"/>
              <a:gd name="connsiteX18" fmla="*/ 4004025 w 4682585"/>
              <a:gd name="connsiteY18" fmla="*/ 2028063 h 2174272"/>
              <a:gd name="connsiteX19" fmla="*/ 4004025 w 4682585"/>
              <a:gd name="connsiteY19" fmla="*/ 1881473 h 2174272"/>
              <a:gd name="connsiteX20" fmla="*/ 3678936 w 4682585"/>
              <a:gd name="connsiteY20" fmla="*/ 1881473 h 2174272"/>
              <a:gd name="connsiteX21" fmla="*/ 3678936 w 4682585"/>
              <a:gd name="connsiteY21" fmla="*/ 2028063 h 2174272"/>
              <a:gd name="connsiteX22" fmla="*/ 3836766 w 4682585"/>
              <a:gd name="connsiteY22" fmla="*/ 2028063 h 2174272"/>
              <a:gd name="connsiteX23" fmla="*/ 3836766 w 4682585"/>
              <a:gd name="connsiteY23" fmla="*/ 1881473 h 2174272"/>
              <a:gd name="connsiteX24" fmla="*/ 3511677 w 4682585"/>
              <a:gd name="connsiteY24" fmla="*/ 1881473 h 2174272"/>
              <a:gd name="connsiteX25" fmla="*/ 3511677 w 4682585"/>
              <a:gd name="connsiteY25" fmla="*/ 2028063 h 2174272"/>
              <a:gd name="connsiteX26" fmla="*/ 3669411 w 4682585"/>
              <a:gd name="connsiteY26" fmla="*/ 2028063 h 2174272"/>
              <a:gd name="connsiteX27" fmla="*/ 3669411 w 4682585"/>
              <a:gd name="connsiteY27" fmla="*/ 1881473 h 2174272"/>
              <a:gd name="connsiteX28" fmla="*/ 3344418 w 4682585"/>
              <a:gd name="connsiteY28" fmla="*/ 1881473 h 2174272"/>
              <a:gd name="connsiteX29" fmla="*/ 3344418 w 4682585"/>
              <a:gd name="connsiteY29" fmla="*/ 2028063 h 2174272"/>
              <a:gd name="connsiteX30" fmla="*/ 3502152 w 4682585"/>
              <a:gd name="connsiteY30" fmla="*/ 2028063 h 2174272"/>
              <a:gd name="connsiteX31" fmla="*/ 3502152 w 4682585"/>
              <a:gd name="connsiteY31" fmla="*/ 1881473 h 2174272"/>
              <a:gd name="connsiteX32" fmla="*/ 3177159 w 4682585"/>
              <a:gd name="connsiteY32" fmla="*/ 1881473 h 2174272"/>
              <a:gd name="connsiteX33" fmla="*/ 3177159 w 4682585"/>
              <a:gd name="connsiteY33" fmla="*/ 2028063 h 2174272"/>
              <a:gd name="connsiteX34" fmla="*/ 3334893 w 4682585"/>
              <a:gd name="connsiteY34" fmla="*/ 2028063 h 2174272"/>
              <a:gd name="connsiteX35" fmla="*/ 3334893 w 4682585"/>
              <a:gd name="connsiteY35" fmla="*/ 1881473 h 2174272"/>
              <a:gd name="connsiteX36" fmla="*/ 3009900 w 4682585"/>
              <a:gd name="connsiteY36" fmla="*/ 1881473 h 2174272"/>
              <a:gd name="connsiteX37" fmla="*/ 3009900 w 4682585"/>
              <a:gd name="connsiteY37" fmla="*/ 2028063 h 2174272"/>
              <a:gd name="connsiteX38" fmla="*/ 3167634 w 4682585"/>
              <a:gd name="connsiteY38" fmla="*/ 2028063 h 2174272"/>
              <a:gd name="connsiteX39" fmla="*/ 3167634 w 4682585"/>
              <a:gd name="connsiteY39" fmla="*/ 1881473 h 2174272"/>
              <a:gd name="connsiteX40" fmla="*/ 2842641 w 4682585"/>
              <a:gd name="connsiteY40" fmla="*/ 1881473 h 2174272"/>
              <a:gd name="connsiteX41" fmla="*/ 2842641 w 4682585"/>
              <a:gd name="connsiteY41" fmla="*/ 2028063 h 2174272"/>
              <a:gd name="connsiteX42" fmla="*/ 3000375 w 4682585"/>
              <a:gd name="connsiteY42" fmla="*/ 2028063 h 2174272"/>
              <a:gd name="connsiteX43" fmla="*/ 3000375 w 4682585"/>
              <a:gd name="connsiteY43" fmla="*/ 1881473 h 2174272"/>
              <a:gd name="connsiteX44" fmla="*/ 2675382 w 4682585"/>
              <a:gd name="connsiteY44" fmla="*/ 1881473 h 2174272"/>
              <a:gd name="connsiteX45" fmla="*/ 2675382 w 4682585"/>
              <a:gd name="connsiteY45" fmla="*/ 2028063 h 2174272"/>
              <a:gd name="connsiteX46" fmla="*/ 2833116 w 4682585"/>
              <a:gd name="connsiteY46" fmla="*/ 2028063 h 2174272"/>
              <a:gd name="connsiteX47" fmla="*/ 2833116 w 4682585"/>
              <a:gd name="connsiteY47" fmla="*/ 1881473 h 2174272"/>
              <a:gd name="connsiteX48" fmla="*/ 2508123 w 4682585"/>
              <a:gd name="connsiteY48" fmla="*/ 1881473 h 2174272"/>
              <a:gd name="connsiteX49" fmla="*/ 2508123 w 4682585"/>
              <a:gd name="connsiteY49" fmla="*/ 2028063 h 2174272"/>
              <a:gd name="connsiteX50" fmla="*/ 2665857 w 4682585"/>
              <a:gd name="connsiteY50" fmla="*/ 2028063 h 2174272"/>
              <a:gd name="connsiteX51" fmla="*/ 2665857 w 4682585"/>
              <a:gd name="connsiteY51" fmla="*/ 1881473 h 2174272"/>
              <a:gd name="connsiteX52" fmla="*/ 2340864 w 4682585"/>
              <a:gd name="connsiteY52" fmla="*/ 1881473 h 2174272"/>
              <a:gd name="connsiteX53" fmla="*/ 2340864 w 4682585"/>
              <a:gd name="connsiteY53" fmla="*/ 2028063 h 2174272"/>
              <a:gd name="connsiteX54" fmla="*/ 2498598 w 4682585"/>
              <a:gd name="connsiteY54" fmla="*/ 2028063 h 2174272"/>
              <a:gd name="connsiteX55" fmla="*/ 2498598 w 4682585"/>
              <a:gd name="connsiteY55" fmla="*/ 1881473 h 2174272"/>
              <a:gd name="connsiteX56" fmla="*/ 2173510 w 4682585"/>
              <a:gd name="connsiteY56" fmla="*/ 1881473 h 2174272"/>
              <a:gd name="connsiteX57" fmla="*/ 2173510 w 4682585"/>
              <a:gd name="connsiteY57" fmla="*/ 2028063 h 2174272"/>
              <a:gd name="connsiteX58" fmla="*/ 2331339 w 4682585"/>
              <a:gd name="connsiteY58" fmla="*/ 2028063 h 2174272"/>
              <a:gd name="connsiteX59" fmla="*/ 2331339 w 4682585"/>
              <a:gd name="connsiteY59" fmla="*/ 1881473 h 2174272"/>
              <a:gd name="connsiteX60" fmla="*/ 2006251 w 4682585"/>
              <a:gd name="connsiteY60" fmla="*/ 1881473 h 2174272"/>
              <a:gd name="connsiteX61" fmla="*/ 2006251 w 4682585"/>
              <a:gd name="connsiteY61" fmla="*/ 2028063 h 2174272"/>
              <a:gd name="connsiteX62" fmla="*/ 2163985 w 4682585"/>
              <a:gd name="connsiteY62" fmla="*/ 2028063 h 2174272"/>
              <a:gd name="connsiteX63" fmla="*/ 2163985 w 4682585"/>
              <a:gd name="connsiteY63" fmla="*/ 1881473 h 2174272"/>
              <a:gd name="connsiteX64" fmla="*/ 1838992 w 4682585"/>
              <a:gd name="connsiteY64" fmla="*/ 1881473 h 2174272"/>
              <a:gd name="connsiteX65" fmla="*/ 1838992 w 4682585"/>
              <a:gd name="connsiteY65" fmla="*/ 2028063 h 2174272"/>
              <a:gd name="connsiteX66" fmla="*/ 1996726 w 4682585"/>
              <a:gd name="connsiteY66" fmla="*/ 2028063 h 2174272"/>
              <a:gd name="connsiteX67" fmla="*/ 1996726 w 4682585"/>
              <a:gd name="connsiteY67" fmla="*/ 1881473 h 2174272"/>
              <a:gd name="connsiteX68" fmla="*/ 1671733 w 4682585"/>
              <a:gd name="connsiteY68" fmla="*/ 1881473 h 2174272"/>
              <a:gd name="connsiteX69" fmla="*/ 1671733 w 4682585"/>
              <a:gd name="connsiteY69" fmla="*/ 2028063 h 2174272"/>
              <a:gd name="connsiteX70" fmla="*/ 1829467 w 4682585"/>
              <a:gd name="connsiteY70" fmla="*/ 2028063 h 2174272"/>
              <a:gd name="connsiteX71" fmla="*/ 1829467 w 4682585"/>
              <a:gd name="connsiteY71" fmla="*/ 1881473 h 2174272"/>
              <a:gd name="connsiteX72" fmla="*/ 1504474 w 4682585"/>
              <a:gd name="connsiteY72" fmla="*/ 1881473 h 2174272"/>
              <a:gd name="connsiteX73" fmla="*/ 1504474 w 4682585"/>
              <a:gd name="connsiteY73" fmla="*/ 2028063 h 2174272"/>
              <a:gd name="connsiteX74" fmla="*/ 1662208 w 4682585"/>
              <a:gd name="connsiteY74" fmla="*/ 2028063 h 2174272"/>
              <a:gd name="connsiteX75" fmla="*/ 1662208 w 4682585"/>
              <a:gd name="connsiteY75" fmla="*/ 1881473 h 2174272"/>
              <a:gd name="connsiteX76" fmla="*/ 1337215 w 4682585"/>
              <a:gd name="connsiteY76" fmla="*/ 1881473 h 2174272"/>
              <a:gd name="connsiteX77" fmla="*/ 1337215 w 4682585"/>
              <a:gd name="connsiteY77" fmla="*/ 2028063 h 2174272"/>
              <a:gd name="connsiteX78" fmla="*/ 1494949 w 4682585"/>
              <a:gd name="connsiteY78" fmla="*/ 2028063 h 2174272"/>
              <a:gd name="connsiteX79" fmla="*/ 1494949 w 4682585"/>
              <a:gd name="connsiteY79" fmla="*/ 1881473 h 2174272"/>
              <a:gd name="connsiteX80" fmla="*/ 1169956 w 4682585"/>
              <a:gd name="connsiteY80" fmla="*/ 1881473 h 2174272"/>
              <a:gd name="connsiteX81" fmla="*/ 1169956 w 4682585"/>
              <a:gd name="connsiteY81" fmla="*/ 2028063 h 2174272"/>
              <a:gd name="connsiteX82" fmla="*/ 1327690 w 4682585"/>
              <a:gd name="connsiteY82" fmla="*/ 2028063 h 2174272"/>
              <a:gd name="connsiteX83" fmla="*/ 1327690 w 4682585"/>
              <a:gd name="connsiteY83" fmla="*/ 1881473 h 2174272"/>
              <a:gd name="connsiteX84" fmla="*/ 1002697 w 4682585"/>
              <a:gd name="connsiteY84" fmla="*/ 1881473 h 2174272"/>
              <a:gd name="connsiteX85" fmla="*/ 1002697 w 4682585"/>
              <a:gd name="connsiteY85" fmla="*/ 2028063 h 2174272"/>
              <a:gd name="connsiteX86" fmla="*/ 1160431 w 4682585"/>
              <a:gd name="connsiteY86" fmla="*/ 2028063 h 2174272"/>
              <a:gd name="connsiteX87" fmla="*/ 1160431 w 4682585"/>
              <a:gd name="connsiteY87" fmla="*/ 1881473 h 2174272"/>
              <a:gd name="connsiteX88" fmla="*/ 835438 w 4682585"/>
              <a:gd name="connsiteY88" fmla="*/ 1881473 h 2174272"/>
              <a:gd name="connsiteX89" fmla="*/ 835438 w 4682585"/>
              <a:gd name="connsiteY89" fmla="*/ 2028063 h 2174272"/>
              <a:gd name="connsiteX90" fmla="*/ 993172 w 4682585"/>
              <a:gd name="connsiteY90" fmla="*/ 2028063 h 2174272"/>
              <a:gd name="connsiteX91" fmla="*/ 993172 w 4682585"/>
              <a:gd name="connsiteY91" fmla="*/ 1881473 h 2174272"/>
              <a:gd name="connsiteX92" fmla="*/ 668179 w 4682585"/>
              <a:gd name="connsiteY92" fmla="*/ 1881473 h 2174272"/>
              <a:gd name="connsiteX93" fmla="*/ 668179 w 4682585"/>
              <a:gd name="connsiteY93" fmla="*/ 2028063 h 2174272"/>
              <a:gd name="connsiteX94" fmla="*/ 825913 w 4682585"/>
              <a:gd name="connsiteY94" fmla="*/ 2028063 h 2174272"/>
              <a:gd name="connsiteX95" fmla="*/ 825913 w 4682585"/>
              <a:gd name="connsiteY95" fmla="*/ 1881473 h 2174272"/>
              <a:gd name="connsiteX96" fmla="*/ 500920 w 4682585"/>
              <a:gd name="connsiteY96" fmla="*/ 1881473 h 2174272"/>
              <a:gd name="connsiteX97" fmla="*/ 500920 w 4682585"/>
              <a:gd name="connsiteY97" fmla="*/ 2028063 h 2174272"/>
              <a:gd name="connsiteX98" fmla="*/ 658654 w 4682585"/>
              <a:gd name="connsiteY98" fmla="*/ 2028063 h 2174272"/>
              <a:gd name="connsiteX99" fmla="*/ 658654 w 4682585"/>
              <a:gd name="connsiteY99" fmla="*/ 1881473 h 2174272"/>
              <a:gd name="connsiteX100" fmla="*/ 333566 w 4682585"/>
              <a:gd name="connsiteY100" fmla="*/ 1881473 h 2174272"/>
              <a:gd name="connsiteX101" fmla="*/ 333566 w 4682585"/>
              <a:gd name="connsiteY101" fmla="*/ 2028063 h 2174272"/>
              <a:gd name="connsiteX102" fmla="*/ 491395 w 4682585"/>
              <a:gd name="connsiteY102" fmla="*/ 2028063 h 2174272"/>
              <a:gd name="connsiteX103" fmla="*/ 491395 w 4682585"/>
              <a:gd name="connsiteY103" fmla="*/ 1881473 h 2174272"/>
              <a:gd name="connsiteX104" fmla="*/ 166307 w 4682585"/>
              <a:gd name="connsiteY104" fmla="*/ 1881473 h 2174272"/>
              <a:gd name="connsiteX105" fmla="*/ 166307 w 4682585"/>
              <a:gd name="connsiteY105" fmla="*/ 2028063 h 2174272"/>
              <a:gd name="connsiteX106" fmla="*/ 324041 w 4682585"/>
              <a:gd name="connsiteY106" fmla="*/ 2028063 h 2174272"/>
              <a:gd name="connsiteX107" fmla="*/ 324041 w 4682585"/>
              <a:gd name="connsiteY107" fmla="*/ 1881473 h 2174272"/>
              <a:gd name="connsiteX108" fmla="*/ 9525 w 4682585"/>
              <a:gd name="connsiteY108" fmla="*/ 1881473 h 2174272"/>
              <a:gd name="connsiteX109" fmla="*/ 9525 w 4682585"/>
              <a:gd name="connsiteY109" fmla="*/ 2028063 h 2174272"/>
              <a:gd name="connsiteX110" fmla="*/ 156782 w 4682585"/>
              <a:gd name="connsiteY110" fmla="*/ 2028063 h 2174272"/>
              <a:gd name="connsiteX111" fmla="*/ 156782 w 4682585"/>
              <a:gd name="connsiteY111" fmla="*/ 1881473 h 2174272"/>
              <a:gd name="connsiteX112" fmla="*/ 4515326 w 4682585"/>
              <a:gd name="connsiteY112" fmla="*/ 1725358 h 2174272"/>
              <a:gd name="connsiteX113" fmla="*/ 4515326 w 4682585"/>
              <a:gd name="connsiteY113" fmla="*/ 1871948 h 2174272"/>
              <a:gd name="connsiteX114" fmla="*/ 4673060 w 4682585"/>
              <a:gd name="connsiteY114" fmla="*/ 1871948 h 2174272"/>
              <a:gd name="connsiteX115" fmla="*/ 4673060 w 4682585"/>
              <a:gd name="connsiteY115" fmla="*/ 1725358 h 2174272"/>
              <a:gd name="connsiteX116" fmla="*/ 4348068 w 4682585"/>
              <a:gd name="connsiteY116" fmla="*/ 1725358 h 2174272"/>
              <a:gd name="connsiteX117" fmla="*/ 4348068 w 4682585"/>
              <a:gd name="connsiteY117" fmla="*/ 1871948 h 2174272"/>
              <a:gd name="connsiteX118" fmla="*/ 4505801 w 4682585"/>
              <a:gd name="connsiteY118" fmla="*/ 1871948 h 2174272"/>
              <a:gd name="connsiteX119" fmla="*/ 4505801 w 4682585"/>
              <a:gd name="connsiteY119" fmla="*/ 1725358 h 2174272"/>
              <a:gd name="connsiteX120" fmla="*/ 4180809 w 4682585"/>
              <a:gd name="connsiteY120" fmla="*/ 1725358 h 2174272"/>
              <a:gd name="connsiteX121" fmla="*/ 4180809 w 4682585"/>
              <a:gd name="connsiteY121" fmla="*/ 1871948 h 2174272"/>
              <a:gd name="connsiteX122" fmla="*/ 4338543 w 4682585"/>
              <a:gd name="connsiteY122" fmla="*/ 1871948 h 2174272"/>
              <a:gd name="connsiteX123" fmla="*/ 4338543 w 4682585"/>
              <a:gd name="connsiteY123" fmla="*/ 1725358 h 2174272"/>
              <a:gd name="connsiteX124" fmla="*/ 4013550 w 4682585"/>
              <a:gd name="connsiteY124" fmla="*/ 1725358 h 2174272"/>
              <a:gd name="connsiteX125" fmla="*/ 4013550 w 4682585"/>
              <a:gd name="connsiteY125" fmla="*/ 1871948 h 2174272"/>
              <a:gd name="connsiteX126" fmla="*/ 4171284 w 4682585"/>
              <a:gd name="connsiteY126" fmla="*/ 1871948 h 2174272"/>
              <a:gd name="connsiteX127" fmla="*/ 4171284 w 4682585"/>
              <a:gd name="connsiteY127" fmla="*/ 1725358 h 2174272"/>
              <a:gd name="connsiteX128" fmla="*/ 3846291 w 4682585"/>
              <a:gd name="connsiteY128" fmla="*/ 1725358 h 2174272"/>
              <a:gd name="connsiteX129" fmla="*/ 3846291 w 4682585"/>
              <a:gd name="connsiteY129" fmla="*/ 1871948 h 2174272"/>
              <a:gd name="connsiteX130" fmla="*/ 4004025 w 4682585"/>
              <a:gd name="connsiteY130" fmla="*/ 1871948 h 2174272"/>
              <a:gd name="connsiteX131" fmla="*/ 4004025 w 4682585"/>
              <a:gd name="connsiteY131" fmla="*/ 1725358 h 2174272"/>
              <a:gd name="connsiteX132" fmla="*/ 3678936 w 4682585"/>
              <a:gd name="connsiteY132" fmla="*/ 1725358 h 2174272"/>
              <a:gd name="connsiteX133" fmla="*/ 3678936 w 4682585"/>
              <a:gd name="connsiteY133" fmla="*/ 1871948 h 2174272"/>
              <a:gd name="connsiteX134" fmla="*/ 3836766 w 4682585"/>
              <a:gd name="connsiteY134" fmla="*/ 1871948 h 2174272"/>
              <a:gd name="connsiteX135" fmla="*/ 3836766 w 4682585"/>
              <a:gd name="connsiteY135" fmla="*/ 1725358 h 2174272"/>
              <a:gd name="connsiteX136" fmla="*/ 3511677 w 4682585"/>
              <a:gd name="connsiteY136" fmla="*/ 1725358 h 2174272"/>
              <a:gd name="connsiteX137" fmla="*/ 3511677 w 4682585"/>
              <a:gd name="connsiteY137" fmla="*/ 1871948 h 2174272"/>
              <a:gd name="connsiteX138" fmla="*/ 3669411 w 4682585"/>
              <a:gd name="connsiteY138" fmla="*/ 1871948 h 2174272"/>
              <a:gd name="connsiteX139" fmla="*/ 3669411 w 4682585"/>
              <a:gd name="connsiteY139" fmla="*/ 1725358 h 2174272"/>
              <a:gd name="connsiteX140" fmla="*/ 3344418 w 4682585"/>
              <a:gd name="connsiteY140" fmla="*/ 1725358 h 2174272"/>
              <a:gd name="connsiteX141" fmla="*/ 3344418 w 4682585"/>
              <a:gd name="connsiteY141" fmla="*/ 1871948 h 2174272"/>
              <a:gd name="connsiteX142" fmla="*/ 3502152 w 4682585"/>
              <a:gd name="connsiteY142" fmla="*/ 1871948 h 2174272"/>
              <a:gd name="connsiteX143" fmla="*/ 3502152 w 4682585"/>
              <a:gd name="connsiteY143" fmla="*/ 1725358 h 2174272"/>
              <a:gd name="connsiteX144" fmla="*/ 3177159 w 4682585"/>
              <a:gd name="connsiteY144" fmla="*/ 1725358 h 2174272"/>
              <a:gd name="connsiteX145" fmla="*/ 3177159 w 4682585"/>
              <a:gd name="connsiteY145" fmla="*/ 1871948 h 2174272"/>
              <a:gd name="connsiteX146" fmla="*/ 3334893 w 4682585"/>
              <a:gd name="connsiteY146" fmla="*/ 1871948 h 2174272"/>
              <a:gd name="connsiteX147" fmla="*/ 3334893 w 4682585"/>
              <a:gd name="connsiteY147" fmla="*/ 1725358 h 2174272"/>
              <a:gd name="connsiteX148" fmla="*/ 3009900 w 4682585"/>
              <a:gd name="connsiteY148" fmla="*/ 1725358 h 2174272"/>
              <a:gd name="connsiteX149" fmla="*/ 3009900 w 4682585"/>
              <a:gd name="connsiteY149" fmla="*/ 1871948 h 2174272"/>
              <a:gd name="connsiteX150" fmla="*/ 3167634 w 4682585"/>
              <a:gd name="connsiteY150" fmla="*/ 1871948 h 2174272"/>
              <a:gd name="connsiteX151" fmla="*/ 3167634 w 4682585"/>
              <a:gd name="connsiteY151" fmla="*/ 1725358 h 2174272"/>
              <a:gd name="connsiteX152" fmla="*/ 2842641 w 4682585"/>
              <a:gd name="connsiteY152" fmla="*/ 1725358 h 2174272"/>
              <a:gd name="connsiteX153" fmla="*/ 2842641 w 4682585"/>
              <a:gd name="connsiteY153" fmla="*/ 1871948 h 2174272"/>
              <a:gd name="connsiteX154" fmla="*/ 3000375 w 4682585"/>
              <a:gd name="connsiteY154" fmla="*/ 1871948 h 2174272"/>
              <a:gd name="connsiteX155" fmla="*/ 3000375 w 4682585"/>
              <a:gd name="connsiteY155" fmla="*/ 1725358 h 2174272"/>
              <a:gd name="connsiteX156" fmla="*/ 2675382 w 4682585"/>
              <a:gd name="connsiteY156" fmla="*/ 1725358 h 2174272"/>
              <a:gd name="connsiteX157" fmla="*/ 2675382 w 4682585"/>
              <a:gd name="connsiteY157" fmla="*/ 1871948 h 2174272"/>
              <a:gd name="connsiteX158" fmla="*/ 2833116 w 4682585"/>
              <a:gd name="connsiteY158" fmla="*/ 1871948 h 2174272"/>
              <a:gd name="connsiteX159" fmla="*/ 2833116 w 4682585"/>
              <a:gd name="connsiteY159" fmla="*/ 1725358 h 2174272"/>
              <a:gd name="connsiteX160" fmla="*/ 2508123 w 4682585"/>
              <a:gd name="connsiteY160" fmla="*/ 1725358 h 2174272"/>
              <a:gd name="connsiteX161" fmla="*/ 2508123 w 4682585"/>
              <a:gd name="connsiteY161" fmla="*/ 1871948 h 2174272"/>
              <a:gd name="connsiteX162" fmla="*/ 2665857 w 4682585"/>
              <a:gd name="connsiteY162" fmla="*/ 1871948 h 2174272"/>
              <a:gd name="connsiteX163" fmla="*/ 2665857 w 4682585"/>
              <a:gd name="connsiteY163" fmla="*/ 1725358 h 2174272"/>
              <a:gd name="connsiteX164" fmla="*/ 2340864 w 4682585"/>
              <a:gd name="connsiteY164" fmla="*/ 1725358 h 2174272"/>
              <a:gd name="connsiteX165" fmla="*/ 2340864 w 4682585"/>
              <a:gd name="connsiteY165" fmla="*/ 1871948 h 2174272"/>
              <a:gd name="connsiteX166" fmla="*/ 2498598 w 4682585"/>
              <a:gd name="connsiteY166" fmla="*/ 1871948 h 2174272"/>
              <a:gd name="connsiteX167" fmla="*/ 2498598 w 4682585"/>
              <a:gd name="connsiteY167" fmla="*/ 1725358 h 2174272"/>
              <a:gd name="connsiteX168" fmla="*/ 2173510 w 4682585"/>
              <a:gd name="connsiteY168" fmla="*/ 1725358 h 2174272"/>
              <a:gd name="connsiteX169" fmla="*/ 2173510 w 4682585"/>
              <a:gd name="connsiteY169" fmla="*/ 1871948 h 2174272"/>
              <a:gd name="connsiteX170" fmla="*/ 2331339 w 4682585"/>
              <a:gd name="connsiteY170" fmla="*/ 1871948 h 2174272"/>
              <a:gd name="connsiteX171" fmla="*/ 2331339 w 4682585"/>
              <a:gd name="connsiteY171" fmla="*/ 1725358 h 2174272"/>
              <a:gd name="connsiteX172" fmla="*/ 2006251 w 4682585"/>
              <a:gd name="connsiteY172" fmla="*/ 1725358 h 2174272"/>
              <a:gd name="connsiteX173" fmla="*/ 2006251 w 4682585"/>
              <a:gd name="connsiteY173" fmla="*/ 1871948 h 2174272"/>
              <a:gd name="connsiteX174" fmla="*/ 2163985 w 4682585"/>
              <a:gd name="connsiteY174" fmla="*/ 1871948 h 2174272"/>
              <a:gd name="connsiteX175" fmla="*/ 2163985 w 4682585"/>
              <a:gd name="connsiteY175" fmla="*/ 1725358 h 2174272"/>
              <a:gd name="connsiteX176" fmla="*/ 1838992 w 4682585"/>
              <a:gd name="connsiteY176" fmla="*/ 1725358 h 2174272"/>
              <a:gd name="connsiteX177" fmla="*/ 1838992 w 4682585"/>
              <a:gd name="connsiteY177" fmla="*/ 1871948 h 2174272"/>
              <a:gd name="connsiteX178" fmla="*/ 1996726 w 4682585"/>
              <a:gd name="connsiteY178" fmla="*/ 1871948 h 2174272"/>
              <a:gd name="connsiteX179" fmla="*/ 1996726 w 4682585"/>
              <a:gd name="connsiteY179" fmla="*/ 1725358 h 2174272"/>
              <a:gd name="connsiteX180" fmla="*/ 1671733 w 4682585"/>
              <a:gd name="connsiteY180" fmla="*/ 1725358 h 2174272"/>
              <a:gd name="connsiteX181" fmla="*/ 1671733 w 4682585"/>
              <a:gd name="connsiteY181" fmla="*/ 1871948 h 2174272"/>
              <a:gd name="connsiteX182" fmla="*/ 1829467 w 4682585"/>
              <a:gd name="connsiteY182" fmla="*/ 1871948 h 2174272"/>
              <a:gd name="connsiteX183" fmla="*/ 1829467 w 4682585"/>
              <a:gd name="connsiteY183" fmla="*/ 1725358 h 2174272"/>
              <a:gd name="connsiteX184" fmla="*/ 1504474 w 4682585"/>
              <a:gd name="connsiteY184" fmla="*/ 1725358 h 2174272"/>
              <a:gd name="connsiteX185" fmla="*/ 1504474 w 4682585"/>
              <a:gd name="connsiteY185" fmla="*/ 1871948 h 2174272"/>
              <a:gd name="connsiteX186" fmla="*/ 1662208 w 4682585"/>
              <a:gd name="connsiteY186" fmla="*/ 1871948 h 2174272"/>
              <a:gd name="connsiteX187" fmla="*/ 1662208 w 4682585"/>
              <a:gd name="connsiteY187" fmla="*/ 1725358 h 2174272"/>
              <a:gd name="connsiteX188" fmla="*/ 1337215 w 4682585"/>
              <a:gd name="connsiteY188" fmla="*/ 1725358 h 2174272"/>
              <a:gd name="connsiteX189" fmla="*/ 1337215 w 4682585"/>
              <a:gd name="connsiteY189" fmla="*/ 1871948 h 2174272"/>
              <a:gd name="connsiteX190" fmla="*/ 1494949 w 4682585"/>
              <a:gd name="connsiteY190" fmla="*/ 1871948 h 2174272"/>
              <a:gd name="connsiteX191" fmla="*/ 1494949 w 4682585"/>
              <a:gd name="connsiteY191" fmla="*/ 1725358 h 2174272"/>
              <a:gd name="connsiteX192" fmla="*/ 1169956 w 4682585"/>
              <a:gd name="connsiteY192" fmla="*/ 1725358 h 2174272"/>
              <a:gd name="connsiteX193" fmla="*/ 1169956 w 4682585"/>
              <a:gd name="connsiteY193" fmla="*/ 1871948 h 2174272"/>
              <a:gd name="connsiteX194" fmla="*/ 1327690 w 4682585"/>
              <a:gd name="connsiteY194" fmla="*/ 1871948 h 2174272"/>
              <a:gd name="connsiteX195" fmla="*/ 1327690 w 4682585"/>
              <a:gd name="connsiteY195" fmla="*/ 1725358 h 2174272"/>
              <a:gd name="connsiteX196" fmla="*/ 1002697 w 4682585"/>
              <a:gd name="connsiteY196" fmla="*/ 1725358 h 2174272"/>
              <a:gd name="connsiteX197" fmla="*/ 1002697 w 4682585"/>
              <a:gd name="connsiteY197" fmla="*/ 1871948 h 2174272"/>
              <a:gd name="connsiteX198" fmla="*/ 1160431 w 4682585"/>
              <a:gd name="connsiteY198" fmla="*/ 1871948 h 2174272"/>
              <a:gd name="connsiteX199" fmla="*/ 1160431 w 4682585"/>
              <a:gd name="connsiteY199" fmla="*/ 1725358 h 2174272"/>
              <a:gd name="connsiteX200" fmla="*/ 835438 w 4682585"/>
              <a:gd name="connsiteY200" fmla="*/ 1725358 h 2174272"/>
              <a:gd name="connsiteX201" fmla="*/ 835438 w 4682585"/>
              <a:gd name="connsiteY201" fmla="*/ 1871948 h 2174272"/>
              <a:gd name="connsiteX202" fmla="*/ 993172 w 4682585"/>
              <a:gd name="connsiteY202" fmla="*/ 1871948 h 2174272"/>
              <a:gd name="connsiteX203" fmla="*/ 993172 w 4682585"/>
              <a:gd name="connsiteY203" fmla="*/ 1725358 h 2174272"/>
              <a:gd name="connsiteX204" fmla="*/ 668179 w 4682585"/>
              <a:gd name="connsiteY204" fmla="*/ 1725358 h 2174272"/>
              <a:gd name="connsiteX205" fmla="*/ 668179 w 4682585"/>
              <a:gd name="connsiteY205" fmla="*/ 1871948 h 2174272"/>
              <a:gd name="connsiteX206" fmla="*/ 825913 w 4682585"/>
              <a:gd name="connsiteY206" fmla="*/ 1871948 h 2174272"/>
              <a:gd name="connsiteX207" fmla="*/ 825913 w 4682585"/>
              <a:gd name="connsiteY207" fmla="*/ 1725358 h 2174272"/>
              <a:gd name="connsiteX208" fmla="*/ 500920 w 4682585"/>
              <a:gd name="connsiteY208" fmla="*/ 1725358 h 2174272"/>
              <a:gd name="connsiteX209" fmla="*/ 500920 w 4682585"/>
              <a:gd name="connsiteY209" fmla="*/ 1871948 h 2174272"/>
              <a:gd name="connsiteX210" fmla="*/ 658654 w 4682585"/>
              <a:gd name="connsiteY210" fmla="*/ 1871948 h 2174272"/>
              <a:gd name="connsiteX211" fmla="*/ 658654 w 4682585"/>
              <a:gd name="connsiteY211" fmla="*/ 1725358 h 2174272"/>
              <a:gd name="connsiteX212" fmla="*/ 333566 w 4682585"/>
              <a:gd name="connsiteY212" fmla="*/ 1725358 h 2174272"/>
              <a:gd name="connsiteX213" fmla="*/ 333566 w 4682585"/>
              <a:gd name="connsiteY213" fmla="*/ 1871948 h 2174272"/>
              <a:gd name="connsiteX214" fmla="*/ 491395 w 4682585"/>
              <a:gd name="connsiteY214" fmla="*/ 1871948 h 2174272"/>
              <a:gd name="connsiteX215" fmla="*/ 491395 w 4682585"/>
              <a:gd name="connsiteY215" fmla="*/ 1725358 h 2174272"/>
              <a:gd name="connsiteX216" fmla="*/ 166307 w 4682585"/>
              <a:gd name="connsiteY216" fmla="*/ 1725358 h 2174272"/>
              <a:gd name="connsiteX217" fmla="*/ 166307 w 4682585"/>
              <a:gd name="connsiteY217" fmla="*/ 1871948 h 2174272"/>
              <a:gd name="connsiteX218" fmla="*/ 324041 w 4682585"/>
              <a:gd name="connsiteY218" fmla="*/ 1871948 h 2174272"/>
              <a:gd name="connsiteX219" fmla="*/ 324041 w 4682585"/>
              <a:gd name="connsiteY219" fmla="*/ 1725358 h 2174272"/>
              <a:gd name="connsiteX220" fmla="*/ 9525 w 4682585"/>
              <a:gd name="connsiteY220" fmla="*/ 1725358 h 2174272"/>
              <a:gd name="connsiteX221" fmla="*/ 9525 w 4682585"/>
              <a:gd name="connsiteY221" fmla="*/ 1871948 h 2174272"/>
              <a:gd name="connsiteX222" fmla="*/ 156782 w 4682585"/>
              <a:gd name="connsiteY222" fmla="*/ 1871948 h 2174272"/>
              <a:gd name="connsiteX223" fmla="*/ 156782 w 4682585"/>
              <a:gd name="connsiteY223" fmla="*/ 1725358 h 2174272"/>
              <a:gd name="connsiteX224" fmla="*/ 4515326 w 4682585"/>
              <a:gd name="connsiteY224" fmla="*/ 1569243 h 2174272"/>
              <a:gd name="connsiteX225" fmla="*/ 4515326 w 4682585"/>
              <a:gd name="connsiteY225" fmla="*/ 1715833 h 2174272"/>
              <a:gd name="connsiteX226" fmla="*/ 4673060 w 4682585"/>
              <a:gd name="connsiteY226" fmla="*/ 1715833 h 2174272"/>
              <a:gd name="connsiteX227" fmla="*/ 4673060 w 4682585"/>
              <a:gd name="connsiteY227" fmla="*/ 1569243 h 2174272"/>
              <a:gd name="connsiteX228" fmla="*/ 4348068 w 4682585"/>
              <a:gd name="connsiteY228" fmla="*/ 1569243 h 2174272"/>
              <a:gd name="connsiteX229" fmla="*/ 4348068 w 4682585"/>
              <a:gd name="connsiteY229" fmla="*/ 1715833 h 2174272"/>
              <a:gd name="connsiteX230" fmla="*/ 4505801 w 4682585"/>
              <a:gd name="connsiteY230" fmla="*/ 1715833 h 2174272"/>
              <a:gd name="connsiteX231" fmla="*/ 4505801 w 4682585"/>
              <a:gd name="connsiteY231" fmla="*/ 1569243 h 2174272"/>
              <a:gd name="connsiteX232" fmla="*/ 4180809 w 4682585"/>
              <a:gd name="connsiteY232" fmla="*/ 1569243 h 2174272"/>
              <a:gd name="connsiteX233" fmla="*/ 4180809 w 4682585"/>
              <a:gd name="connsiteY233" fmla="*/ 1715833 h 2174272"/>
              <a:gd name="connsiteX234" fmla="*/ 4338543 w 4682585"/>
              <a:gd name="connsiteY234" fmla="*/ 1715833 h 2174272"/>
              <a:gd name="connsiteX235" fmla="*/ 4338543 w 4682585"/>
              <a:gd name="connsiteY235" fmla="*/ 1569243 h 2174272"/>
              <a:gd name="connsiteX236" fmla="*/ 4013550 w 4682585"/>
              <a:gd name="connsiteY236" fmla="*/ 1569243 h 2174272"/>
              <a:gd name="connsiteX237" fmla="*/ 4013550 w 4682585"/>
              <a:gd name="connsiteY237" fmla="*/ 1715833 h 2174272"/>
              <a:gd name="connsiteX238" fmla="*/ 4171284 w 4682585"/>
              <a:gd name="connsiteY238" fmla="*/ 1715833 h 2174272"/>
              <a:gd name="connsiteX239" fmla="*/ 4171284 w 4682585"/>
              <a:gd name="connsiteY239" fmla="*/ 1569243 h 2174272"/>
              <a:gd name="connsiteX240" fmla="*/ 3846291 w 4682585"/>
              <a:gd name="connsiteY240" fmla="*/ 1569243 h 2174272"/>
              <a:gd name="connsiteX241" fmla="*/ 3846291 w 4682585"/>
              <a:gd name="connsiteY241" fmla="*/ 1715833 h 2174272"/>
              <a:gd name="connsiteX242" fmla="*/ 4004025 w 4682585"/>
              <a:gd name="connsiteY242" fmla="*/ 1715833 h 2174272"/>
              <a:gd name="connsiteX243" fmla="*/ 4004025 w 4682585"/>
              <a:gd name="connsiteY243" fmla="*/ 1569243 h 2174272"/>
              <a:gd name="connsiteX244" fmla="*/ 3678936 w 4682585"/>
              <a:gd name="connsiteY244" fmla="*/ 1569243 h 2174272"/>
              <a:gd name="connsiteX245" fmla="*/ 3678936 w 4682585"/>
              <a:gd name="connsiteY245" fmla="*/ 1715833 h 2174272"/>
              <a:gd name="connsiteX246" fmla="*/ 3836766 w 4682585"/>
              <a:gd name="connsiteY246" fmla="*/ 1715833 h 2174272"/>
              <a:gd name="connsiteX247" fmla="*/ 3836766 w 4682585"/>
              <a:gd name="connsiteY247" fmla="*/ 1569243 h 2174272"/>
              <a:gd name="connsiteX248" fmla="*/ 3511677 w 4682585"/>
              <a:gd name="connsiteY248" fmla="*/ 1569243 h 2174272"/>
              <a:gd name="connsiteX249" fmla="*/ 3511677 w 4682585"/>
              <a:gd name="connsiteY249" fmla="*/ 1715833 h 2174272"/>
              <a:gd name="connsiteX250" fmla="*/ 3669411 w 4682585"/>
              <a:gd name="connsiteY250" fmla="*/ 1715833 h 2174272"/>
              <a:gd name="connsiteX251" fmla="*/ 3669411 w 4682585"/>
              <a:gd name="connsiteY251" fmla="*/ 1569243 h 2174272"/>
              <a:gd name="connsiteX252" fmla="*/ 3344418 w 4682585"/>
              <a:gd name="connsiteY252" fmla="*/ 1569243 h 2174272"/>
              <a:gd name="connsiteX253" fmla="*/ 3344418 w 4682585"/>
              <a:gd name="connsiteY253" fmla="*/ 1715833 h 2174272"/>
              <a:gd name="connsiteX254" fmla="*/ 3502152 w 4682585"/>
              <a:gd name="connsiteY254" fmla="*/ 1715833 h 2174272"/>
              <a:gd name="connsiteX255" fmla="*/ 3502152 w 4682585"/>
              <a:gd name="connsiteY255" fmla="*/ 1569243 h 2174272"/>
              <a:gd name="connsiteX256" fmla="*/ 3177159 w 4682585"/>
              <a:gd name="connsiteY256" fmla="*/ 1569243 h 2174272"/>
              <a:gd name="connsiteX257" fmla="*/ 3177159 w 4682585"/>
              <a:gd name="connsiteY257" fmla="*/ 1715833 h 2174272"/>
              <a:gd name="connsiteX258" fmla="*/ 3334893 w 4682585"/>
              <a:gd name="connsiteY258" fmla="*/ 1715833 h 2174272"/>
              <a:gd name="connsiteX259" fmla="*/ 3334893 w 4682585"/>
              <a:gd name="connsiteY259" fmla="*/ 1569243 h 2174272"/>
              <a:gd name="connsiteX260" fmla="*/ 3009900 w 4682585"/>
              <a:gd name="connsiteY260" fmla="*/ 1569243 h 2174272"/>
              <a:gd name="connsiteX261" fmla="*/ 3009900 w 4682585"/>
              <a:gd name="connsiteY261" fmla="*/ 1715833 h 2174272"/>
              <a:gd name="connsiteX262" fmla="*/ 3167634 w 4682585"/>
              <a:gd name="connsiteY262" fmla="*/ 1715833 h 2174272"/>
              <a:gd name="connsiteX263" fmla="*/ 3167634 w 4682585"/>
              <a:gd name="connsiteY263" fmla="*/ 1569243 h 2174272"/>
              <a:gd name="connsiteX264" fmla="*/ 2842641 w 4682585"/>
              <a:gd name="connsiteY264" fmla="*/ 1569243 h 2174272"/>
              <a:gd name="connsiteX265" fmla="*/ 2842641 w 4682585"/>
              <a:gd name="connsiteY265" fmla="*/ 1715833 h 2174272"/>
              <a:gd name="connsiteX266" fmla="*/ 3000375 w 4682585"/>
              <a:gd name="connsiteY266" fmla="*/ 1715833 h 2174272"/>
              <a:gd name="connsiteX267" fmla="*/ 3000375 w 4682585"/>
              <a:gd name="connsiteY267" fmla="*/ 1569243 h 2174272"/>
              <a:gd name="connsiteX268" fmla="*/ 2675382 w 4682585"/>
              <a:gd name="connsiteY268" fmla="*/ 1569243 h 2174272"/>
              <a:gd name="connsiteX269" fmla="*/ 2675382 w 4682585"/>
              <a:gd name="connsiteY269" fmla="*/ 1715833 h 2174272"/>
              <a:gd name="connsiteX270" fmla="*/ 2833116 w 4682585"/>
              <a:gd name="connsiteY270" fmla="*/ 1715833 h 2174272"/>
              <a:gd name="connsiteX271" fmla="*/ 2833116 w 4682585"/>
              <a:gd name="connsiteY271" fmla="*/ 1569243 h 2174272"/>
              <a:gd name="connsiteX272" fmla="*/ 2508123 w 4682585"/>
              <a:gd name="connsiteY272" fmla="*/ 1569243 h 2174272"/>
              <a:gd name="connsiteX273" fmla="*/ 2508123 w 4682585"/>
              <a:gd name="connsiteY273" fmla="*/ 1715833 h 2174272"/>
              <a:gd name="connsiteX274" fmla="*/ 2665857 w 4682585"/>
              <a:gd name="connsiteY274" fmla="*/ 1715833 h 2174272"/>
              <a:gd name="connsiteX275" fmla="*/ 2665857 w 4682585"/>
              <a:gd name="connsiteY275" fmla="*/ 1569243 h 2174272"/>
              <a:gd name="connsiteX276" fmla="*/ 2340864 w 4682585"/>
              <a:gd name="connsiteY276" fmla="*/ 1569243 h 2174272"/>
              <a:gd name="connsiteX277" fmla="*/ 2340864 w 4682585"/>
              <a:gd name="connsiteY277" fmla="*/ 1715833 h 2174272"/>
              <a:gd name="connsiteX278" fmla="*/ 2498598 w 4682585"/>
              <a:gd name="connsiteY278" fmla="*/ 1715833 h 2174272"/>
              <a:gd name="connsiteX279" fmla="*/ 2498598 w 4682585"/>
              <a:gd name="connsiteY279" fmla="*/ 1569243 h 2174272"/>
              <a:gd name="connsiteX280" fmla="*/ 2173510 w 4682585"/>
              <a:gd name="connsiteY280" fmla="*/ 1569243 h 2174272"/>
              <a:gd name="connsiteX281" fmla="*/ 2173510 w 4682585"/>
              <a:gd name="connsiteY281" fmla="*/ 1715833 h 2174272"/>
              <a:gd name="connsiteX282" fmla="*/ 2331339 w 4682585"/>
              <a:gd name="connsiteY282" fmla="*/ 1715833 h 2174272"/>
              <a:gd name="connsiteX283" fmla="*/ 2331339 w 4682585"/>
              <a:gd name="connsiteY283" fmla="*/ 1569243 h 2174272"/>
              <a:gd name="connsiteX284" fmla="*/ 2006251 w 4682585"/>
              <a:gd name="connsiteY284" fmla="*/ 1569243 h 2174272"/>
              <a:gd name="connsiteX285" fmla="*/ 2006251 w 4682585"/>
              <a:gd name="connsiteY285" fmla="*/ 1715833 h 2174272"/>
              <a:gd name="connsiteX286" fmla="*/ 2163985 w 4682585"/>
              <a:gd name="connsiteY286" fmla="*/ 1715833 h 2174272"/>
              <a:gd name="connsiteX287" fmla="*/ 2163985 w 4682585"/>
              <a:gd name="connsiteY287" fmla="*/ 1569243 h 2174272"/>
              <a:gd name="connsiteX288" fmla="*/ 1838992 w 4682585"/>
              <a:gd name="connsiteY288" fmla="*/ 1569243 h 2174272"/>
              <a:gd name="connsiteX289" fmla="*/ 1838992 w 4682585"/>
              <a:gd name="connsiteY289" fmla="*/ 1715833 h 2174272"/>
              <a:gd name="connsiteX290" fmla="*/ 1996726 w 4682585"/>
              <a:gd name="connsiteY290" fmla="*/ 1715833 h 2174272"/>
              <a:gd name="connsiteX291" fmla="*/ 1996726 w 4682585"/>
              <a:gd name="connsiteY291" fmla="*/ 1569243 h 2174272"/>
              <a:gd name="connsiteX292" fmla="*/ 1671733 w 4682585"/>
              <a:gd name="connsiteY292" fmla="*/ 1569243 h 2174272"/>
              <a:gd name="connsiteX293" fmla="*/ 1671733 w 4682585"/>
              <a:gd name="connsiteY293" fmla="*/ 1715833 h 2174272"/>
              <a:gd name="connsiteX294" fmla="*/ 1829467 w 4682585"/>
              <a:gd name="connsiteY294" fmla="*/ 1715833 h 2174272"/>
              <a:gd name="connsiteX295" fmla="*/ 1829467 w 4682585"/>
              <a:gd name="connsiteY295" fmla="*/ 1569243 h 2174272"/>
              <a:gd name="connsiteX296" fmla="*/ 1504474 w 4682585"/>
              <a:gd name="connsiteY296" fmla="*/ 1569243 h 2174272"/>
              <a:gd name="connsiteX297" fmla="*/ 1504474 w 4682585"/>
              <a:gd name="connsiteY297" fmla="*/ 1715833 h 2174272"/>
              <a:gd name="connsiteX298" fmla="*/ 1662208 w 4682585"/>
              <a:gd name="connsiteY298" fmla="*/ 1715833 h 2174272"/>
              <a:gd name="connsiteX299" fmla="*/ 1662208 w 4682585"/>
              <a:gd name="connsiteY299" fmla="*/ 1569243 h 2174272"/>
              <a:gd name="connsiteX300" fmla="*/ 1337215 w 4682585"/>
              <a:gd name="connsiteY300" fmla="*/ 1569243 h 2174272"/>
              <a:gd name="connsiteX301" fmla="*/ 1337215 w 4682585"/>
              <a:gd name="connsiteY301" fmla="*/ 1715833 h 2174272"/>
              <a:gd name="connsiteX302" fmla="*/ 1494949 w 4682585"/>
              <a:gd name="connsiteY302" fmla="*/ 1715833 h 2174272"/>
              <a:gd name="connsiteX303" fmla="*/ 1494949 w 4682585"/>
              <a:gd name="connsiteY303" fmla="*/ 1569243 h 2174272"/>
              <a:gd name="connsiteX304" fmla="*/ 1169956 w 4682585"/>
              <a:gd name="connsiteY304" fmla="*/ 1569243 h 2174272"/>
              <a:gd name="connsiteX305" fmla="*/ 1169956 w 4682585"/>
              <a:gd name="connsiteY305" fmla="*/ 1715833 h 2174272"/>
              <a:gd name="connsiteX306" fmla="*/ 1327690 w 4682585"/>
              <a:gd name="connsiteY306" fmla="*/ 1715833 h 2174272"/>
              <a:gd name="connsiteX307" fmla="*/ 1327690 w 4682585"/>
              <a:gd name="connsiteY307" fmla="*/ 1569243 h 2174272"/>
              <a:gd name="connsiteX308" fmla="*/ 1002697 w 4682585"/>
              <a:gd name="connsiteY308" fmla="*/ 1569243 h 2174272"/>
              <a:gd name="connsiteX309" fmla="*/ 1002697 w 4682585"/>
              <a:gd name="connsiteY309" fmla="*/ 1715833 h 2174272"/>
              <a:gd name="connsiteX310" fmla="*/ 1160431 w 4682585"/>
              <a:gd name="connsiteY310" fmla="*/ 1715833 h 2174272"/>
              <a:gd name="connsiteX311" fmla="*/ 1160431 w 4682585"/>
              <a:gd name="connsiteY311" fmla="*/ 1569243 h 2174272"/>
              <a:gd name="connsiteX312" fmla="*/ 835438 w 4682585"/>
              <a:gd name="connsiteY312" fmla="*/ 1569243 h 2174272"/>
              <a:gd name="connsiteX313" fmla="*/ 835438 w 4682585"/>
              <a:gd name="connsiteY313" fmla="*/ 1715833 h 2174272"/>
              <a:gd name="connsiteX314" fmla="*/ 993172 w 4682585"/>
              <a:gd name="connsiteY314" fmla="*/ 1715833 h 2174272"/>
              <a:gd name="connsiteX315" fmla="*/ 993172 w 4682585"/>
              <a:gd name="connsiteY315" fmla="*/ 1569243 h 2174272"/>
              <a:gd name="connsiteX316" fmla="*/ 668179 w 4682585"/>
              <a:gd name="connsiteY316" fmla="*/ 1569243 h 2174272"/>
              <a:gd name="connsiteX317" fmla="*/ 668179 w 4682585"/>
              <a:gd name="connsiteY317" fmla="*/ 1715833 h 2174272"/>
              <a:gd name="connsiteX318" fmla="*/ 825913 w 4682585"/>
              <a:gd name="connsiteY318" fmla="*/ 1715833 h 2174272"/>
              <a:gd name="connsiteX319" fmla="*/ 825913 w 4682585"/>
              <a:gd name="connsiteY319" fmla="*/ 1569243 h 2174272"/>
              <a:gd name="connsiteX320" fmla="*/ 500920 w 4682585"/>
              <a:gd name="connsiteY320" fmla="*/ 1569243 h 2174272"/>
              <a:gd name="connsiteX321" fmla="*/ 500920 w 4682585"/>
              <a:gd name="connsiteY321" fmla="*/ 1715833 h 2174272"/>
              <a:gd name="connsiteX322" fmla="*/ 658654 w 4682585"/>
              <a:gd name="connsiteY322" fmla="*/ 1715833 h 2174272"/>
              <a:gd name="connsiteX323" fmla="*/ 658654 w 4682585"/>
              <a:gd name="connsiteY323" fmla="*/ 1569243 h 2174272"/>
              <a:gd name="connsiteX324" fmla="*/ 333566 w 4682585"/>
              <a:gd name="connsiteY324" fmla="*/ 1569243 h 2174272"/>
              <a:gd name="connsiteX325" fmla="*/ 333566 w 4682585"/>
              <a:gd name="connsiteY325" fmla="*/ 1715833 h 2174272"/>
              <a:gd name="connsiteX326" fmla="*/ 491395 w 4682585"/>
              <a:gd name="connsiteY326" fmla="*/ 1715833 h 2174272"/>
              <a:gd name="connsiteX327" fmla="*/ 491395 w 4682585"/>
              <a:gd name="connsiteY327" fmla="*/ 1569243 h 2174272"/>
              <a:gd name="connsiteX328" fmla="*/ 166307 w 4682585"/>
              <a:gd name="connsiteY328" fmla="*/ 1569243 h 2174272"/>
              <a:gd name="connsiteX329" fmla="*/ 166307 w 4682585"/>
              <a:gd name="connsiteY329" fmla="*/ 1715833 h 2174272"/>
              <a:gd name="connsiteX330" fmla="*/ 324041 w 4682585"/>
              <a:gd name="connsiteY330" fmla="*/ 1715833 h 2174272"/>
              <a:gd name="connsiteX331" fmla="*/ 324041 w 4682585"/>
              <a:gd name="connsiteY331" fmla="*/ 1569243 h 2174272"/>
              <a:gd name="connsiteX332" fmla="*/ 9525 w 4682585"/>
              <a:gd name="connsiteY332" fmla="*/ 1569243 h 2174272"/>
              <a:gd name="connsiteX333" fmla="*/ 9525 w 4682585"/>
              <a:gd name="connsiteY333" fmla="*/ 1715833 h 2174272"/>
              <a:gd name="connsiteX334" fmla="*/ 156782 w 4682585"/>
              <a:gd name="connsiteY334" fmla="*/ 1715833 h 2174272"/>
              <a:gd name="connsiteX335" fmla="*/ 156782 w 4682585"/>
              <a:gd name="connsiteY335" fmla="*/ 1569243 h 2174272"/>
              <a:gd name="connsiteX336" fmla="*/ 4515326 w 4682585"/>
              <a:gd name="connsiteY336" fmla="*/ 1413129 h 2174272"/>
              <a:gd name="connsiteX337" fmla="*/ 4515326 w 4682585"/>
              <a:gd name="connsiteY337" fmla="*/ 1559718 h 2174272"/>
              <a:gd name="connsiteX338" fmla="*/ 4673060 w 4682585"/>
              <a:gd name="connsiteY338" fmla="*/ 1559718 h 2174272"/>
              <a:gd name="connsiteX339" fmla="*/ 4673060 w 4682585"/>
              <a:gd name="connsiteY339" fmla="*/ 1413129 h 2174272"/>
              <a:gd name="connsiteX340" fmla="*/ 4348068 w 4682585"/>
              <a:gd name="connsiteY340" fmla="*/ 1413129 h 2174272"/>
              <a:gd name="connsiteX341" fmla="*/ 4348068 w 4682585"/>
              <a:gd name="connsiteY341" fmla="*/ 1559718 h 2174272"/>
              <a:gd name="connsiteX342" fmla="*/ 4505801 w 4682585"/>
              <a:gd name="connsiteY342" fmla="*/ 1559718 h 2174272"/>
              <a:gd name="connsiteX343" fmla="*/ 4505801 w 4682585"/>
              <a:gd name="connsiteY343" fmla="*/ 1413129 h 2174272"/>
              <a:gd name="connsiteX344" fmla="*/ 4180809 w 4682585"/>
              <a:gd name="connsiteY344" fmla="*/ 1413129 h 2174272"/>
              <a:gd name="connsiteX345" fmla="*/ 4180809 w 4682585"/>
              <a:gd name="connsiteY345" fmla="*/ 1559718 h 2174272"/>
              <a:gd name="connsiteX346" fmla="*/ 4338543 w 4682585"/>
              <a:gd name="connsiteY346" fmla="*/ 1559718 h 2174272"/>
              <a:gd name="connsiteX347" fmla="*/ 4338543 w 4682585"/>
              <a:gd name="connsiteY347" fmla="*/ 1413129 h 2174272"/>
              <a:gd name="connsiteX348" fmla="*/ 4013550 w 4682585"/>
              <a:gd name="connsiteY348" fmla="*/ 1413129 h 2174272"/>
              <a:gd name="connsiteX349" fmla="*/ 4013550 w 4682585"/>
              <a:gd name="connsiteY349" fmla="*/ 1559718 h 2174272"/>
              <a:gd name="connsiteX350" fmla="*/ 4171284 w 4682585"/>
              <a:gd name="connsiteY350" fmla="*/ 1559718 h 2174272"/>
              <a:gd name="connsiteX351" fmla="*/ 4171284 w 4682585"/>
              <a:gd name="connsiteY351" fmla="*/ 1413129 h 2174272"/>
              <a:gd name="connsiteX352" fmla="*/ 3846291 w 4682585"/>
              <a:gd name="connsiteY352" fmla="*/ 1413129 h 2174272"/>
              <a:gd name="connsiteX353" fmla="*/ 3846291 w 4682585"/>
              <a:gd name="connsiteY353" fmla="*/ 1559718 h 2174272"/>
              <a:gd name="connsiteX354" fmla="*/ 4004025 w 4682585"/>
              <a:gd name="connsiteY354" fmla="*/ 1559718 h 2174272"/>
              <a:gd name="connsiteX355" fmla="*/ 4004025 w 4682585"/>
              <a:gd name="connsiteY355" fmla="*/ 1413129 h 2174272"/>
              <a:gd name="connsiteX356" fmla="*/ 3678936 w 4682585"/>
              <a:gd name="connsiteY356" fmla="*/ 1413129 h 2174272"/>
              <a:gd name="connsiteX357" fmla="*/ 3678936 w 4682585"/>
              <a:gd name="connsiteY357" fmla="*/ 1559718 h 2174272"/>
              <a:gd name="connsiteX358" fmla="*/ 3836766 w 4682585"/>
              <a:gd name="connsiteY358" fmla="*/ 1559718 h 2174272"/>
              <a:gd name="connsiteX359" fmla="*/ 3836766 w 4682585"/>
              <a:gd name="connsiteY359" fmla="*/ 1413129 h 2174272"/>
              <a:gd name="connsiteX360" fmla="*/ 3511677 w 4682585"/>
              <a:gd name="connsiteY360" fmla="*/ 1413129 h 2174272"/>
              <a:gd name="connsiteX361" fmla="*/ 3511677 w 4682585"/>
              <a:gd name="connsiteY361" fmla="*/ 1559718 h 2174272"/>
              <a:gd name="connsiteX362" fmla="*/ 3669411 w 4682585"/>
              <a:gd name="connsiteY362" fmla="*/ 1559718 h 2174272"/>
              <a:gd name="connsiteX363" fmla="*/ 3669411 w 4682585"/>
              <a:gd name="connsiteY363" fmla="*/ 1413129 h 2174272"/>
              <a:gd name="connsiteX364" fmla="*/ 3344418 w 4682585"/>
              <a:gd name="connsiteY364" fmla="*/ 1413129 h 2174272"/>
              <a:gd name="connsiteX365" fmla="*/ 3344418 w 4682585"/>
              <a:gd name="connsiteY365" fmla="*/ 1559718 h 2174272"/>
              <a:gd name="connsiteX366" fmla="*/ 3502152 w 4682585"/>
              <a:gd name="connsiteY366" fmla="*/ 1559718 h 2174272"/>
              <a:gd name="connsiteX367" fmla="*/ 3502152 w 4682585"/>
              <a:gd name="connsiteY367" fmla="*/ 1413129 h 2174272"/>
              <a:gd name="connsiteX368" fmla="*/ 3177159 w 4682585"/>
              <a:gd name="connsiteY368" fmla="*/ 1413129 h 2174272"/>
              <a:gd name="connsiteX369" fmla="*/ 3177159 w 4682585"/>
              <a:gd name="connsiteY369" fmla="*/ 1559718 h 2174272"/>
              <a:gd name="connsiteX370" fmla="*/ 3334893 w 4682585"/>
              <a:gd name="connsiteY370" fmla="*/ 1559718 h 2174272"/>
              <a:gd name="connsiteX371" fmla="*/ 3334893 w 4682585"/>
              <a:gd name="connsiteY371" fmla="*/ 1413129 h 2174272"/>
              <a:gd name="connsiteX372" fmla="*/ 3009900 w 4682585"/>
              <a:gd name="connsiteY372" fmla="*/ 1413129 h 2174272"/>
              <a:gd name="connsiteX373" fmla="*/ 3009900 w 4682585"/>
              <a:gd name="connsiteY373" fmla="*/ 1559718 h 2174272"/>
              <a:gd name="connsiteX374" fmla="*/ 3167634 w 4682585"/>
              <a:gd name="connsiteY374" fmla="*/ 1559718 h 2174272"/>
              <a:gd name="connsiteX375" fmla="*/ 3167634 w 4682585"/>
              <a:gd name="connsiteY375" fmla="*/ 1413129 h 2174272"/>
              <a:gd name="connsiteX376" fmla="*/ 2842641 w 4682585"/>
              <a:gd name="connsiteY376" fmla="*/ 1413129 h 2174272"/>
              <a:gd name="connsiteX377" fmla="*/ 2842641 w 4682585"/>
              <a:gd name="connsiteY377" fmla="*/ 1559718 h 2174272"/>
              <a:gd name="connsiteX378" fmla="*/ 3000375 w 4682585"/>
              <a:gd name="connsiteY378" fmla="*/ 1559718 h 2174272"/>
              <a:gd name="connsiteX379" fmla="*/ 3000375 w 4682585"/>
              <a:gd name="connsiteY379" fmla="*/ 1413129 h 2174272"/>
              <a:gd name="connsiteX380" fmla="*/ 2675382 w 4682585"/>
              <a:gd name="connsiteY380" fmla="*/ 1413129 h 2174272"/>
              <a:gd name="connsiteX381" fmla="*/ 2675382 w 4682585"/>
              <a:gd name="connsiteY381" fmla="*/ 1559718 h 2174272"/>
              <a:gd name="connsiteX382" fmla="*/ 2833116 w 4682585"/>
              <a:gd name="connsiteY382" fmla="*/ 1559718 h 2174272"/>
              <a:gd name="connsiteX383" fmla="*/ 2833116 w 4682585"/>
              <a:gd name="connsiteY383" fmla="*/ 1413129 h 2174272"/>
              <a:gd name="connsiteX384" fmla="*/ 2508123 w 4682585"/>
              <a:gd name="connsiteY384" fmla="*/ 1413129 h 2174272"/>
              <a:gd name="connsiteX385" fmla="*/ 2508123 w 4682585"/>
              <a:gd name="connsiteY385" fmla="*/ 1559718 h 2174272"/>
              <a:gd name="connsiteX386" fmla="*/ 2665857 w 4682585"/>
              <a:gd name="connsiteY386" fmla="*/ 1559718 h 2174272"/>
              <a:gd name="connsiteX387" fmla="*/ 2665857 w 4682585"/>
              <a:gd name="connsiteY387" fmla="*/ 1413129 h 2174272"/>
              <a:gd name="connsiteX388" fmla="*/ 2340864 w 4682585"/>
              <a:gd name="connsiteY388" fmla="*/ 1413129 h 2174272"/>
              <a:gd name="connsiteX389" fmla="*/ 2340864 w 4682585"/>
              <a:gd name="connsiteY389" fmla="*/ 1559718 h 2174272"/>
              <a:gd name="connsiteX390" fmla="*/ 2498598 w 4682585"/>
              <a:gd name="connsiteY390" fmla="*/ 1559718 h 2174272"/>
              <a:gd name="connsiteX391" fmla="*/ 2498598 w 4682585"/>
              <a:gd name="connsiteY391" fmla="*/ 1413129 h 2174272"/>
              <a:gd name="connsiteX392" fmla="*/ 2173510 w 4682585"/>
              <a:gd name="connsiteY392" fmla="*/ 1413129 h 2174272"/>
              <a:gd name="connsiteX393" fmla="*/ 2173510 w 4682585"/>
              <a:gd name="connsiteY393" fmla="*/ 1559718 h 2174272"/>
              <a:gd name="connsiteX394" fmla="*/ 2331339 w 4682585"/>
              <a:gd name="connsiteY394" fmla="*/ 1559718 h 2174272"/>
              <a:gd name="connsiteX395" fmla="*/ 2331339 w 4682585"/>
              <a:gd name="connsiteY395" fmla="*/ 1413129 h 2174272"/>
              <a:gd name="connsiteX396" fmla="*/ 2006251 w 4682585"/>
              <a:gd name="connsiteY396" fmla="*/ 1413129 h 2174272"/>
              <a:gd name="connsiteX397" fmla="*/ 2006251 w 4682585"/>
              <a:gd name="connsiteY397" fmla="*/ 1559718 h 2174272"/>
              <a:gd name="connsiteX398" fmla="*/ 2163985 w 4682585"/>
              <a:gd name="connsiteY398" fmla="*/ 1559718 h 2174272"/>
              <a:gd name="connsiteX399" fmla="*/ 2163985 w 4682585"/>
              <a:gd name="connsiteY399" fmla="*/ 1413129 h 2174272"/>
              <a:gd name="connsiteX400" fmla="*/ 1838992 w 4682585"/>
              <a:gd name="connsiteY400" fmla="*/ 1413129 h 2174272"/>
              <a:gd name="connsiteX401" fmla="*/ 1838992 w 4682585"/>
              <a:gd name="connsiteY401" fmla="*/ 1559718 h 2174272"/>
              <a:gd name="connsiteX402" fmla="*/ 1996726 w 4682585"/>
              <a:gd name="connsiteY402" fmla="*/ 1559718 h 2174272"/>
              <a:gd name="connsiteX403" fmla="*/ 1996726 w 4682585"/>
              <a:gd name="connsiteY403" fmla="*/ 1413129 h 2174272"/>
              <a:gd name="connsiteX404" fmla="*/ 1671733 w 4682585"/>
              <a:gd name="connsiteY404" fmla="*/ 1413129 h 2174272"/>
              <a:gd name="connsiteX405" fmla="*/ 1671733 w 4682585"/>
              <a:gd name="connsiteY405" fmla="*/ 1559718 h 2174272"/>
              <a:gd name="connsiteX406" fmla="*/ 1829467 w 4682585"/>
              <a:gd name="connsiteY406" fmla="*/ 1559718 h 2174272"/>
              <a:gd name="connsiteX407" fmla="*/ 1829467 w 4682585"/>
              <a:gd name="connsiteY407" fmla="*/ 1413129 h 2174272"/>
              <a:gd name="connsiteX408" fmla="*/ 1504474 w 4682585"/>
              <a:gd name="connsiteY408" fmla="*/ 1413129 h 2174272"/>
              <a:gd name="connsiteX409" fmla="*/ 1504474 w 4682585"/>
              <a:gd name="connsiteY409" fmla="*/ 1559718 h 2174272"/>
              <a:gd name="connsiteX410" fmla="*/ 1662208 w 4682585"/>
              <a:gd name="connsiteY410" fmla="*/ 1559718 h 2174272"/>
              <a:gd name="connsiteX411" fmla="*/ 1662208 w 4682585"/>
              <a:gd name="connsiteY411" fmla="*/ 1413129 h 2174272"/>
              <a:gd name="connsiteX412" fmla="*/ 1337215 w 4682585"/>
              <a:gd name="connsiteY412" fmla="*/ 1413129 h 2174272"/>
              <a:gd name="connsiteX413" fmla="*/ 1337215 w 4682585"/>
              <a:gd name="connsiteY413" fmla="*/ 1559718 h 2174272"/>
              <a:gd name="connsiteX414" fmla="*/ 1494949 w 4682585"/>
              <a:gd name="connsiteY414" fmla="*/ 1559718 h 2174272"/>
              <a:gd name="connsiteX415" fmla="*/ 1494949 w 4682585"/>
              <a:gd name="connsiteY415" fmla="*/ 1413129 h 2174272"/>
              <a:gd name="connsiteX416" fmla="*/ 1169956 w 4682585"/>
              <a:gd name="connsiteY416" fmla="*/ 1413129 h 2174272"/>
              <a:gd name="connsiteX417" fmla="*/ 1169956 w 4682585"/>
              <a:gd name="connsiteY417" fmla="*/ 1559718 h 2174272"/>
              <a:gd name="connsiteX418" fmla="*/ 1327690 w 4682585"/>
              <a:gd name="connsiteY418" fmla="*/ 1559718 h 2174272"/>
              <a:gd name="connsiteX419" fmla="*/ 1327690 w 4682585"/>
              <a:gd name="connsiteY419" fmla="*/ 1413129 h 2174272"/>
              <a:gd name="connsiteX420" fmla="*/ 1002697 w 4682585"/>
              <a:gd name="connsiteY420" fmla="*/ 1413129 h 2174272"/>
              <a:gd name="connsiteX421" fmla="*/ 1002697 w 4682585"/>
              <a:gd name="connsiteY421" fmla="*/ 1559718 h 2174272"/>
              <a:gd name="connsiteX422" fmla="*/ 1160431 w 4682585"/>
              <a:gd name="connsiteY422" fmla="*/ 1559718 h 2174272"/>
              <a:gd name="connsiteX423" fmla="*/ 1160431 w 4682585"/>
              <a:gd name="connsiteY423" fmla="*/ 1413129 h 2174272"/>
              <a:gd name="connsiteX424" fmla="*/ 835438 w 4682585"/>
              <a:gd name="connsiteY424" fmla="*/ 1413129 h 2174272"/>
              <a:gd name="connsiteX425" fmla="*/ 835438 w 4682585"/>
              <a:gd name="connsiteY425" fmla="*/ 1559718 h 2174272"/>
              <a:gd name="connsiteX426" fmla="*/ 993172 w 4682585"/>
              <a:gd name="connsiteY426" fmla="*/ 1559718 h 2174272"/>
              <a:gd name="connsiteX427" fmla="*/ 993172 w 4682585"/>
              <a:gd name="connsiteY427" fmla="*/ 1413129 h 2174272"/>
              <a:gd name="connsiteX428" fmla="*/ 668179 w 4682585"/>
              <a:gd name="connsiteY428" fmla="*/ 1413129 h 2174272"/>
              <a:gd name="connsiteX429" fmla="*/ 668179 w 4682585"/>
              <a:gd name="connsiteY429" fmla="*/ 1559718 h 2174272"/>
              <a:gd name="connsiteX430" fmla="*/ 825913 w 4682585"/>
              <a:gd name="connsiteY430" fmla="*/ 1559718 h 2174272"/>
              <a:gd name="connsiteX431" fmla="*/ 825913 w 4682585"/>
              <a:gd name="connsiteY431" fmla="*/ 1413129 h 2174272"/>
              <a:gd name="connsiteX432" fmla="*/ 500920 w 4682585"/>
              <a:gd name="connsiteY432" fmla="*/ 1413129 h 2174272"/>
              <a:gd name="connsiteX433" fmla="*/ 500920 w 4682585"/>
              <a:gd name="connsiteY433" fmla="*/ 1559718 h 2174272"/>
              <a:gd name="connsiteX434" fmla="*/ 658654 w 4682585"/>
              <a:gd name="connsiteY434" fmla="*/ 1559718 h 2174272"/>
              <a:gd name="connsiteX435" fmla="*/ 658654 w 4682585"/>
              <a:gd name="connsiteY435" fmla="*/ 1413129 h 2174272"/>
              <a:gd name="connsiteX436" fmla="*/ 333566 w 4682585"/>
              <a:gd name="connsiteY436" fmla="*/ 1413129 h 2174272"/>
              <a:gd name="connsiteX437" fmla="*/ 333566 w 4682585"/>
              <a:gd name="connsiteY437" fmla="*/ 1559718 h 2174272"/>
              <a:gd name="connsiteX438" fmla="*/ 491395 w 4682585"/>
              <a:gd name="connsiteY438" fmla="*/ 1559718 h 2174272"/>
              <a:gd name="connsiteX439" fmla="*/ 491395 w 4682585"/>
              <a:gd name="connsiteY439" fmla="*/ 1413129 h 2174272"/>
              <a:gd name="connsiteX440" fmla="*/ 166307 w 4682585"/>
              <a:gd name="connsiteY440" fmla="*/ 1413129 h 2174272"/>
              <a:gd name="connsiteX441" fmla="*/ 166307 w 4682585"/>
              <a:gd name="connsiteY441" fmla="*/ 1559718 h 2174272"/>
              <a:gd name="connsiteX442" fmla="*/ 324041 w 4682585"/>
              <a:gd name="connsiteY442" fmla="*/ 1559718 h 2174272"/>
              <a:gd name="connsiteX443" fmla="*/ 324041 w 4682585"/>
              <a:gd name="connsiteY443" fmla="*/ 1413129 h 2174272"/>
              <a:gd name="connsiteX444" fmla="*/ 9525 w 4682585"/>
              <a:gd name="connsiteY444" fmla="*/ 1413129 h 2174272"/>
              <a:gd name="connsiteX445" fmla="*/ 9525 w 4682585"/>
              <a:gd name="connsiteY445" fmla="*/ 1559718 h 2174272"/>
              <a:gd name="connsiteX446" fmla="*/ 156782 w 4682585"/>
              <a:gd name="connsiteY446" fmla="*/ 1559718 h 2174272"/>
              <a:gd name="connsiteX447" fmla="*/ 156782 w 4682585"/>
              <a:gd name="connsiteY447" fmla="*/ 1413129 h 2174272"/>
              <a:gd name="connsiteX448" fmla="*/ 4515326 w 4682585"/>
              <a:gd name="connsiteY448" fmla="*/ 1257014 h 2174272"/>
              <a:gd name="connsiteX449" fmla="*/ 4515326 w 4682585"/>
              <a:gd name="connsiteY449" fmla="*/ 1403604 h 2174272"/>
              <a:gd name="connsiteX450" fmla="*/ 4673060 w 4682585"/>
              <a:gd name="connsiteY450" fmla="*/ 1403604 h 2174272"/>
              <a:gd name="connsiteX451" fmla="*/ 4673060 w 4682585"/>
              <a:gd name="connsiteY451" fmla="*/ 1257014 h 2174272"/>
              <a:gd name="connsiteX452" fmla="*/ 4348068 w 4682585"/>
              <a:gd name="connsiteY452" fmla="*/ 1257014 h 2174272"/>
              <a:gd name="connsiteX453" fmla="*/ 4348068 w 4682585"/>
              <a:gd name="connsiteY453" fmla="*/ 1403604 h 2174272"/>
              <a:gd name="connsiteX454" fmla="*/ 4505801 w 4682585"/>
              <a:gd name="connsiteY454" fmla="*/ 1403604 h 2174272"/>
              <a:gd name="connsiteX455" fmla="*/ 4505801 w 4682585"/>
              <a:gd name="connsiteY455" fmla="*/ 1257014 h 2174272"/>
              <a:gd name="connsiteX456" fmla="*/ 4180809 w 4682585"/>
              <a:gd name="connsiteY456" fmla="*/ 1257014 h 2174272"/>
              <a:gd name="connsiteX457" fmla="*/ 4180809 w 4682585"/>
              <a:gd name="connsiteY457" fmla="*/ 1403604 h 2174272"/>
              <a:gd name="connsiteX458" fmla="*/ 4338543 w 4682585"/>
              <a:gd name="connsiteY458" fmla="*/ 1403604 h 2174272"/>
              <a:gd name="connsiteX459" fmla="*/ 4338543 w 4682585"/>
              <a:gd name="connsiteY459" fmla="*/ 1257014 h 2174272"/>
              <a:gd name="connsiteX460" fmla="*/ 4013550 w 4682585"/>
              <a:gd name="connsiteY460" fmla="*/ 1257014 h 2174272"/>
              <a:gd name="connsiteX461" fmla="*/ 4013550 w 4682585"/>
              <a:gd name="connsiteY461" fmla="*/ 1403604 h 2174272"/>
              <a:gd name="connsiteX462" fmla="*/ 4171284 w 4682585"/>
              <a:gd name="connsiteY462" fmla="*/ 1403604 h 2174272"/>
              <a:gd name="connsiteX463" fmla="*/ 4171284 w 4682585"/>
              <a:gd name="connsiteY463" fmla="*/ 1257014 h 2174272"/>
              <a:gd name="connsiteX464" fmla="*/ 3846291 w 4682585"/>
              <a:gd name="connsiteY464" fmla="*/ 1257014 h 2174272"/>
              <a:gd name="connsiteX465" fmla="*/ 3846291 w 4682585"/>
              <a:gd name="connsiteY465" fmla="*/ 1403604 h 2174272"/>
              <a:gd name="connsiteX466" fmla="*/ 4004025 w 4682585"/>
              <a:gd name="connsiteY466" fmla="*/ 1403604 h 2174272"/>
              <a:gd name="connsiteX467" fmla="*/ 4004025 w 4682585"/>
              <a:gd name="connsiteY467" fmla="*/ 1257014 h 2174272"/>
              <a:gd name="connsiteX468" fmla="*/ 3678936 w 4682585"/>
              <a:gd name="connsiteY468" fmla="*/ 1257014 h 2174272"/>
              <a:gd name="connsiteX469" fmla="*/ 3678936 w 4682585"/>
              <a:gd name="connsiteY469" fmla="*/ 1403604 h 2174272"/>
              <a:gd name="connsiteX470" fmla="*/ 3836766 w 4682585"/>
              <a:gd name="connsiteY470" fmla="*/ 1403604 h 2174272"/>
              <a:gd name="connsiteX471" fmla="*/ 3836766 w 4682585"/>
              <a:gd name="connsiteY471" fmla="*/ 1257014 h 2174272"/>
              <a:gd name="connsiteX472" fmla="*/ 3511677 w 4682585"/>
              <a:gd name="connsiteY472" fmla="*/ 1257014 h 2174272"/>
              <a:gd name="connsiteX473" fmla="*/ 3511677 w 4682585"/>
              <a:gd name="connsiteY473" fmla="*/ 1403604 h 2174272"/>
              <a:gd name="connsiteX474" fmla="*/ 3669411 w 4682585"/>
              <a:gd name="connsiteY474" fmla="*/ 1403604 h 2174272"/>
              <a:gd name="connsiteX475" fmla="*/ 3669411 w 4682585"/>
              <a:gd name="connsiteY475" fmla="*/ 1257014 h 2174272"/>
              <a:gd name="connsiteX476" fmla="*/ 3344418 w 4682585"/>
              <a:gd name="connsiteY476" fmla="*/ 1257014 h 2174272"/>
              <a:gd name="connsiteX477" fmla="*/ 3344418 w 4682585"/>
              <a:gd name="connsiteY477" fmla="*/ 1403604 h 2174272"/>
              <a:gd name="connsiteX478" fmla="*/ 3502152 w 4682585"/>
              <a:gd name="connsiteY478" fmla="*/ 1403604 h 2174272"/>
              <a:gd name="connsiteX479" fmla="*/ 3502152 w 4682585"/>
              <a:gd name="connsiteY479" fmla="*/ 1257014 h 2174272"/>
              <a:gd name="connsiteX480" fmla="*/ 3177159 w 4682585"/>
              <a:gd name="connsiteY480" fmla="*/ 1257014 h 2174272"/>
              <a:gd name="connsiteX481" fmla="*/ 3177159 w 4682585"/>
              <a:gd name="connsiteY481" fmla="*/ 1403604 h 2174272"/>
              <a:gd name="connsiteX482" fmla="*/ 3334893 w 4682585"/>
              <a:gd name="connsiteY482" fmla="*/ 1403604 h 2174272"/>
              <a:gd name="connsiteX483" fmla="*/ 3334893 w 4682585"/>
              <a:gd name="connsiteY483" fmla="*/ 1257014 h 2174272"/>
              <a:gd name="connsiteX484" fmla="*/ 3009900 w 4682585"/>
              <a:gd name="connsiteY484" fmla="*/ 1257014 h 2174272"/>
              <a:gd name="connsiteX485" fmla="*/ 3009900 w 4682585"/>
              <a:gd name="connsiteY485" fmla="*/ 1403604 h 2174272"/>
              <a:gd name="connsiteX486" fmla="*/ 3167634 w 4682585"/>
              <a:gd name="connsiteY486" fmla="*/ 1403604 h 2174272"/>
              <a:gd name="connsiteX487" fmla="*/ 3167634 w 4682585"/>
              <a:gd name="connsiteY487" fmla="*/ 1257014 h 2174272"/>
              <a:gd name="connsiteX488" fmla="*/ 2842641 w 4682585"/>
              <a:gd name="connsiteY488" fmla="*/ 1257014 h 2174272"/>
              <a:gd name="connsiteX489" fmla="*/ 2842641 w 4682585"/>
              <a:gd name="connsiteY489" fmla="*/ 1403604 h 2174272"/>
              <a:gd name="connsiteX490" fmla="*/ 3000375 w 4682585"/>
              <a:gd name="connsiteY490" fmla="*/ 1403604 h 2174272"/>
              <a:gd name="connsiteX491" fmla="*/ 3000375 w 4682585"/>
              <a:gd name="connsiteY491" fmla="*/ 1257014 h 2174272"/>
              <a:gd name="connsiteX492" fmla="*/ 2675382 w 4682585"/>
              <a:gd name="connsiteY492" fmla="*/ 1257014 h 2174272"/>
              <a:gd name="connsiteX493" fmla="*/ 2675382 w 4682585"/>
              <a:gd name="connsiteY493" fmla="*/ 1403604 h 2174272"/>
              <a:gd name="connsiteX494" fmla="*/ 2833116 w 4682585"/>
              <a:gd name="connsiteY494" fmla="*/ 1403604 h 2174272"/>
              <a:gd name="connsiteX495" fmla="*/ 2833116 w 4682585"/>
              <a:gd name="connsiteY495" fmla="*/ 1257014 h 2174272"/>
              <a:gd name="connsiteX496" fmla="*/ 2508123 w 4682585"/>
              <a:gd name="connsiteY496" fmla="*/ 1257014 h 2174272"/>
              <a:gd name="connsiteX497" fmla="*/ 2508123 w 4682585"/>
              <a:gd name="connsiteY497" fmla="*/ 1403604 h 2174272"/>
              <a:gd name="connsiteX498" fmla="*/ 2665857 w 4682585"/>
              <a:gd name="connsiteY498" fmla="*/ 1403604 h 2174272"/>
              <a:gd name="connsiteX499" fmla="*/ 2665857 w 4682585"/>
              <a:gd name="connsiteY499" fmla="*/ 1257014 h 2174272"/>
              <a:gd name="connsiteX500" fmla="*/ 2340864 w 4682585"/>
              <a:gd name="connsiteY500" fmla="*/ 1257014 h 2174272"/>
              <a:gd name="connsiteX501" fmla="*/ 2340864 w 4682585"/>
              <a:gd name="connsiteY501" fmla="*/ 1403604 h 2174272"/>
              <a:gd name="connsiteX502" fmla="*/ 2498598 w 4682585"/>
              <a:gd name="connsiteY502" fmla="*/ 1403604 h 2174272"/>
              <a:gd name="connsiteX503" fmla="*/ 2498598 w 4682585"/>
              <a:gd name="connsiteY503" fmla="*/ 1257014 h 2174272"/>
              <a:gd name="connsiteX504" fmla="*/ 2173510 w 4682585"/>
              <a:gd name="connsiteY504" fmla="*/ 1257014 h 2174272"/>
              <a:gd name="connsiteX505" fmla="*/ 2173510 w 4682585"/>
              <a:gd name="connsiteY505" fmla="*/ 1403604 h 2174272"/>
              <a:gd name="connsiteX506" fmla="*/ 2331339 w 4682585"/>
              <a:gd name="connsiteY506" fmla="*/ 1403604 h 2174272"/>
              <a:gd name="connsiteX507" fmla="*/ 2331339 w 4682585"/>
              <a:gd name="connsiteY507" fmla="*/ 1257014 h 2174272"/>
              <a:gd name="connsiteX508" fmla="*/ 2006251 w 4682585"/>
              <a:gd name="connsiteY508" fmla="*/ 1257014 h 2174272"/>
              <a:gd name="connsiteX509" fmla="*/ 2006251 w 4682585"/>
              <a:gd name="connsiteY509" fmla="*/ 1403604 h 2174272"/>
              <a:gd name="connsiteX510" fmla="*/ 2163985 w 4682585"/>
              <a:gd name="connsiteY510" fmla="*/ 1403604 h 2174272"/>
              <a:gd name="connsiteX511" fmla="*/ 2163985 w 4682585"/>
              <a:gd name="connsiteY511" fmla="*/ 1257014 h 2174272"/>
              <a:gd name="connsiteX512" fmla="*/ 1838992 w 4682585"/>
              <a:gd name="connsiteY512" fmla="*/ 1257014 h 2174272"/>
              <a:gd name="connsiteX513" fmla="*/ 1838992 w 4682585"/>
              <a:gd name="connsiteY513" fmla="*/ 1403604 h 2174272"/>
              <a:gd name="connsiteX514" fmla="*/ 1996726 w 4682585"/>
              <a:gd name="connsiteY514" fmla="*/ 1403604 h 2174272"/>
              <a:gd name="connsiteX515" fmla="*/ 1996726 w 4682585"/>
              <a:gd name="connsiteY515" fmla="*/ 1257014 h 2174272"/>
              <a:gd name="connsiteX516" fmla="*/ 1671733 w 4682585"/>
              <a:gd name="connsiteY516" fmla="*/ 1257014 h 2174272"/>
              <a:gd name="connsiteX517" fmla="*/ 1671733 w 4682585"/>
              <a:gd name="connsiteY517" fmla="*/ 1403604 h 2174272"/>
              <a:gd name="connsiteX518" fmla="*/ 1829467 w 4682585"/>
              <a:gd name="connsiteY518" fmla="*/ 1403604 h 2174272"/>
              <a:gd name="connsiteX519" fmla="*/ 1829467 w 4682585"/>
              <a:gd name="connsiteY519" fmla="*/ 1257014 h 2174272"/>
              <a:gd name="connsiteX520" fmla="*/ 1504474 w 4682585"/>
              <a:gd name="connsiteY520" fmla="*/ 1257014 h 2174272"/>
              <a:gd name="connsiteX521" fmla="*/ 1504474 w 4682585"/>
              <a:gd name="connsiteY521" fmla="*/ 1403604 h 2174272"/>
              <a:gd name="connsiteX522" fmla="*/ 1662208 w 4682585"/>
              <a:gd name="connsiteY522" fmla="*/ 1403604 h 2174272"/>
              <a:gd name="connsiteX523" fmla="*/ 1662208 w 4682585"/>
              <a:gd name="connsiteY523" fmla="*/ 1257014 h 2174272"/>
              <a:gd name="connsiteX524" fmla="*/ 1337215 w 4682585"/>
              <a:gd name="connsiteY524" fmla="*/ 1257014 h 2174272"/>
              <a:gd name="connsiteX525" fmla="*/ 1337215 w 4682585"/>
              <a:gd name="connsiteY525" fmla="*/ 1403604 h 2174272"/>
              <a:gd name="connsiteX526" fmla="*/ 1494949 w 4682585"/>
              <a:gd name="connsiteY526" fmla="*/ 1403604 h 2174272"/>
              <a:gd name="connsiteX527" fmla="*/ 1494949 w 4682585"/>
              <a:gd name="connsiteY527" fmla="*/ 1257014 h 2174272"/>
              <a:gd name="connsiteX528" fmla="*/ 1169956 w 4682585"/>
              <a:gd name="connsiteY528" fmla="*/ 1257014 h 2174272"/>
              <a:gd name="connsiteX529" fmla="*/ 1169956 w 4682585"/>
              <a:gd name="connsiteY529" fmla="*/ 1403604 h 2174272"/>
              <a:gd name="connsiteX530" fmla="*/ 1327690 w 4682585"/>
              <a:gd name="connsiteY530" fmla="*/ 1403604 h 2174272"/>
              <a:gd name="connsiteX531" fmla="*/ 1327690 w 4682585"/>
              <a:gd name="connsiteY531" fmla="*/ 1257014 h 2174272"/>
              <a:gd name="connsiteX532" fmla="*/ 1002697 w 4682585"/>
              <a:gd name="connsiteY532" fmla="*/ 1257014 h 2174272"/>
              <a:gd name="connsiteX533" fmla="*/ 1002697 w 4682585"/>
              <a:gd name="connsiteY533" fmla="*/ 1403604 h 2174272"/>
              <a:gd name="connsiteX534" fmla="*/ 1160431 w 4682585"/>
              <a:gd name="connsiteY534" fmla="*/ 1403604 h 2174272"/>
              <a:gd name="connsiteX535" fmla="*/ 1160431 w 4682585"/>
              <a:gd name="connsiteY535" fmla="*/ 1257014 h 2174272"/>
              <a:gd name="connsiteX536" fmla="*/ 835438 w 4682585"/>
              <a:gd name="connsiteY536" fmla="*/ 1257014 h 2174272"/>
              <a:gd name="connsiteX537" fmla="*/ 835438 w 4682585"/>
              <a:gd name="connsiteY537" fmla="*/ 1403604 h 2174272"/>
              <a:gd name="connsiteX538" fmla="*/ 993172 w 4682585"/>
              <a:gd name="connsiteY538" fmla="*/ 1403604 h 2174272"/>
              <a:gd name="connsiteX539" fmla="*/ 993172 w 4682585"/>
              <a:gd name="connsiteY539" fmla="*/ 1257014 h 2174272"/>
              <a:gd name="connsiteX540" fmla="*/ 668179 w 4682585"/>
              <a:gd name="connsiteY540" fmla="*/ 1257014 h 2174272"/>
              <a:gd name="connsiteX541" fmla="*/ 668179 w 4682585"/>
              <a:gd name="connsiteY541" fmla="*/ 1403604 h 2174272"/>
              <a:gd name="connsiteX542" fmla="*/ 825913 w 4682585"/>
              <a:gd name="connsiteY542" fmla="*/ 1403604 h 2174272"/>
              <a:gd name="connsiteX543" fmla="*/ 825913 w 4682585"/>
              <a:gd name="connsiteY543" fmla="*/ 1257014 h 2174272"/>
              <a:gd name="connsiteX544" fmla="*/ 500920 w 4682585"/>
              <a:gd name="connsiteY544" fmla="*/ 1257014 h 2174272"/>
              <a:gd name="connsiteX545" fmla="*/ 500920 w 4682585"/>
              <a:gd name="connsiteY545" fmla="*/ 1403604 h 2174272"/>
              <a:gd name="connsiteX546" fmla="*/ 658654 w 4682585"/>
              <a:gd name="connsiteY546" fmla="*/ 1403604 h 2174272"/>
              <a:gd name="connsiteX547" fmla="*/ 658654 w 4682585"/>
              <a:gd name="connsiteY547" fmla="*/ 1257014 h 2174272"/>
              <a:gd name="connsiteX548" fmla="*/ 333566 w 4682585"/>
              <a:gd name="connsiteY548" fmla="*/ 1257014 h 2174272"/>
              <a:gd name="connsiteX549" fmla="*/ 333566 w 4682585"/>
              <a:gd name="connsiteY549" fmla="*/ 1403604 h 2174272"/>
              <a:gd name="connsiteX550" fmla="*/ 491395 w 4682585"/>
              <a:gd name="connsiteY550" fmla="*/ 1403604 h 2174272"/>
              <a:gd name="connsiteX551" fmla="*/ 491395 w 4682585"/>
              <a:gd name="connsiteY551" fmla="*/ 1257014 h 2174272"/>
              <a:gd name="connsiteX552" fmla="*/ 166307 w 4682585"/>
              <a:gd name="connsiteY552" fmla="*/ 1257014 h 2174272"/>
              <a:gd name="connsiteX553" fmla="*/ 166307 w 4682585"/>
              <a:gd name="connsiteY553" fmla="*/ 1403604 h 2174272"/>
              <a:gd name="connsiteX554" fmla="*/ 324041 w 4682585"/>
              <a:gd name="connsiteY554" fmla="*/ 1403604 h 2174272"/>
              <a:gd name="connsiteX555" fmla="*/ 324041 w 4682585"/>
              <a:gd name="connsiteY555" fmla="*/ 1257014 h 2174272"/>
              <a:gd name="connsiteX556" fmla="*/ 9525 w 4682585"/>
              <a:gd name="connsiteY556" fmla="*/ 1257014 h 2174272"/>
              <a:gd name="connsiteX557" fmla="*/ 9525 w 4682585"/>
              <a:gd name="connsiteY557" fmla="*/ 1403604 h 2174272"/>
              <a:gd name="connsiteX558" fmla="*/ 156782 w 4682585"/>
              <a:gd name="connsiteY558" fmla="*/ 1403604 h 2174272"/>
              <a:gd name="connsiteX559" fmla="*/ 156782 w 4682585"/>
              <a:gd name="connsiteY559" fmla="*/ 1257014 h 2174272"/>
              <a:gd name="connsiteX560" fmla="*/ 4515326 w 4682585"/>
              <a:gd name="connsiteY560" fmla="*/ 1100899 h 2174272"/>
              <a:gd name="connsiteX561" fmla="*/ 4515326 w 4682585"/>
              <a:gd name="connsiteY561" fmla="*/ 1247489 h 2174272"/>
              <a:gd name="connsiteX562" fmla="*/ 4673060 w 4682585"/>
              <a:gd name="connsiteY562" fmla="*/ 1247489 h 2174272"/>
              <a:gd name="connsiteX563" fmla="*/ 4673060 w 4682585"/>
              <a:gd name="connsiteY563" fmla="*/ 1100899 h 2174272"/>
              <a:gd name="connsiteX564" fmla="*/ 4348068 w 4682585"/>
              <a:gd name="connsiteY564" fmla="*/ 1100899 h 2174272"/>
              <a:gd name="connsiteX565" fmla="*/ 4348068 w 4682585"/>
              <a:gd name="connsiteY565" fmla="*/ 1247489 h 2174272"/>
              <a:gd name="connsiteX566" fmla="*/ 4505801 w 4682585"/>
              <a:gd name="connsiteY566" fmla="*/ 1247489 h 2174272"/>
              <a:gd name="connsiteX567" fmla="*/ 4505801 w 4682585"/>
              <a:gd name="connsiteY567" fmla="*/ 1100899 h 2174272"/>
              <a:gd name="connsiteX568" fmla="*/ 4180809 w 4682585"/>
              <a:gd name="connsiteY568" fmla="*/ 1100899 h 2174272"/>
              <a:gd name="connsiteX569" fmla="*/ 4180809 w 4682585"/>
              <a:gd name="connsiteY569" fmla="*/ 1247489 h 2174272"/>
              <a:gd name="connsiteX570" fmla="*/ 4338543 w 4682585"/>
              <a:gd name="connsiteY570" fmla="*/ 1247489 h 2174272"/>
              <a:gd name="connsiteX571" fmla="*/ 4338543 w 4682585"/>
              <a:gd name="connsiteY571" fmla="*/ 1100899 h 2174272"/>
              <a:gd name="connsiteX572" fmla="*/ 4013550 w 4682585"/>
              <a:gd name="connsiteY572" fmla="*/ 1100899 h 2174272"/>
              <a:gd name="connsiteX573" fmla="*/ 4013550 w 4682585"/>
              <a:gd name="connsiteY573" fmla="*/ 1247489 h 2174272"/>
              <a:gd name="connsiteX574" fmla="*/ 4171284 w 4682585"/>
              <a:gd name="connsiteY574" fmla="*/ 1247489 h 2174272"/>
              <a:gd name="connsiteX575" fmla="*/ 4171284 w 4682585"/>
              <a:gd name="connsiteY575" fmla="*/ 1100899 h 2174272"/>
              <a:gd name="connsiteX576" fmla="*/ 3846291 w 4682585"/>
              <a:gd name="connsiteY576" fmla="*/ 1100899 h 2174272"/>
              <a:gd name="connsiteX577" fmla="*/ 3846291 w 4682585"/>
              <a:gd name="connsiteY577" fmla="*/ 1247489 h 2174272"/>
              <a:gd name="connsiteX578" fmla="*/ 4004025 w 4682585"/>
              <a:gd name="connsiteY578" fmla="*/ 1247489 h 2174272"/>
              <a:gd name="connsiteX579" fmla="*/ 4004025 w 4682585"/>
              <a:gd name="connsiteY579" fmla="*/ 1100899 h 2174272"/>
              <a:gd name="connsiteX580" fmla="*/ 3678936 w 4682585"/>
              <a:gd name="connsiteY580" fmla="*/ 1100899 h 2174272"/>
              <a:gd name="connsiteX581" fmla="*/ 3678936 w 4682585"/>
              <a:gd name="connsiteY581" fmla="*/ 1247489 h 2174272"/>
              <a:gd name="connsiteX582" fmla="*/ 3836766 w 4682585"/>
              <a:gd name="connsiteY582" fmla="*/ 1247489 h 2174272"/>
              <a:gd name="connsiteX583" fmla="*/ 3836766 w 4682585"/>
              <a:gd name="connsiteY583" fmla="*/ 1100899 h 2174272"/>
              <a:gd name="connsiteX584" fmla="*/ 3511677 w 4682585"/>
              <a:gd name="connsiteY584" fmla="*/ 1100899 h 2174272"/>
              <a:gd name="connsiteX585" fmla="*/ 3511677 w 4682585"/>
              <a:gd name="connsiteY585" fmla="*/ 1247489 h 2174272"/>
              <a:gd name="connsiteX586" fmla="*/ 3669411 w 4682585"/>
              <a:gd name="connsiteY586" fmla="*/ 1247489 h 2174272"/>
              <a:gd name="connsiteX587" fmla="*/ 3669411 w 4682585"/>
              <a:gd name="connsiteY587" fmla="*/ 1100899 h 2174272"/>
              <a:gd name="connsiteX588" fmla="*/ 3344418 w 4682585"/>
              <a:gd name="connsiteY588" fmla="*/ 1100899 h 2174272"/>
              <a:gd name="connsiteX589" fmla="*/ 3344418 w 4682585"/>
              <a:gd name="connsiteY589" fmla="*/ 1247489 h 2174272"/>
              <a:gd name="connsiteX590" fmla="*/ 3502152 w 4682585"/>
              <a:gd name="connsiteY590" fmla="*/ 1247489 h 2174272"/>
              <a:gd name="connsiteX591" fmla="*/ 3502152 w 4682585"/>
              <a:gd name="connsiteY591" fmla="*/ 1100899 h 2174272"/>
              <a:gd name="connsiteX592" fmla="*/ 3177159 w 4682585"/>
              <a:gd name="connsiteY592" fmla="*/ 1100899 h 2174272"/>
              <a:gd name="connsiteX593" fmla="*/ 3177159 w 4682585"/>
              <a:gd name="connsiteY593" fmla="*/ 1247489 h 2174272"/>
              <a:gd name="connsiteX594" fmla="*/ 3334893 w 4682585"/>
              <a:gd name="connsiteY594" fmla="*/ 1247489 h 2174272"/>
              <a:gd name="connsiteX595" fmla="*/ 3334893 w 4682585"/>
              <a:gd name="connsiteY595" fmla="*/ 1100899 h 2174272"/>
              <a:gd name="connsiteX596" fmla="*/ 3009900 w 4682585"/>
              <a:gd name="connsiteY596" fmla="*/ 1100899 h 2174272"/>
              <a:gd name="connsiteX597" fmla="*/ 3009900 w 4682585"/>
              <a:gd name="connsiteY597" fmla="*/ 1247489 h 2174272"/>
              <a:gd name="connsiteX598" fmla="*/ 3167634 w 4682585"/>
              <a:gd name="connsiteY598" fmla="*/ 1247489 h 2174272"/>
              <a:gd name="connsiteX599" fmla="*/ 3167634 w 4682585"/>
              <a:gd name="connsiteY599" fmla="*/ 1100899 h 2174272"/>
              <a:gd name="connsiteX600" fmla="*/ 2842641 w 4682585"/>
              <a:gd name="connsiteY600" fmla="*/ 1100899 h 2174272"/>
              <a:gd name="connsiteX601" fmla="*/ 2842641 w 4682585"/>
              <a:gd name="connsiteY601" fmla="*/ 1247489 h 2174272"/>
              <a:gd name="connsiteX602" fmla="*/ 3000375 w 4682585"/>
              <a:gd name="connsiteY602" fmla="*/ 1247489 h 2174272"/>
              <a:gd name="connsiteX603" fmla="*/ 3000375 w 4682585"/>
              <a:gd name="connsiteY603" fmla="*/ 1100899 h 2174272"/>
              <a:gd name="connsiteX604" fmla="*/ 2675382 w 4682585"/>
              <a:gd name="connsiteY604" fmla="*/ 1100899 h 2174272"/>
              <a:gd name="connsiteX605" fmla="*/ 2675382 w 4682585"/>
              <a:gd name="connsiteY605" fmla="*/ 1247489 h 2174272"/>
              <a:gd name="connsiteX606" fmla="*/ 2833116 w 4682585"/>
              <a:gd name="connsiteY606" fmla="*/ 1247489 h 2174272"/>
              <a:gd name="connsiteX607" fmla="*/ 2833116 w 4682585"/>
              <a:gd name="connsiteY607" fmla="*/ 1100899 h 2174272"/>
              <a:gd name="connsiteX608" fmla="*/ 2508123 w 4682585"/>
              <a:gd name="connsiteY608" fmla="*/ 1100899 h 2174272"/>
              <a:gd name="connsiteX609" fmla="*/ 2508123 w 4682585"/>
              <a:gd name="connsiteY609" fmla="*/ 1247489 h 2174272"/>
              <a:gd name="connsiteX610" fmla="*/ 2665857 w 4682585"/>
              <a:gd name="connsiteY610" fmla="*/ 1247489 h 2174272"/>
              <a:gd name="connsiteX611" fmla="*/ 2665857 w 4682585"/>
              <a:gd name="connsiteY611" fmla="*/ 1100899 h 2174272"/>
              <a:gd name="connsiteX612" fmla="*/ 2340864 w 4682585"/>
              <a:gd name="connsiteY612" fmla="*/ 1100899 h 2174272"/>
              <a:gd name="connsiteX613" fmla="*/ 2340864 w 4682585"/>
              <a:gd name="connsiteY613" fmla="*/ 1247489 h 2174272"/>
              <a:gd name="connsiteX614" fmla="*/ 2498598 w 4682585"/>
              <a:gd name="connsiteY614" fmla="*/ 1247489 h 2174272"/>
              <a:gd name="connsiteX615" fmla="*/ 2498598 w 4682585"/>
              <a:gd name="connsiteY615" fmla="*/ 1100899 h 2174272"/>
              <a:gd name="connsiteX616" fmla="*/ 2173510 w 4682585"/>
              <a:gd name="connsiteY616" fmla="*/ 1100899 h 2174272"/>
              <a:gd name="connsiteX617" fmla="*/ 2173510 w 4682585"/>
              <a:gd name="connsiteY617" fmla="*/ 1247489 h 2174272"/>
              <a:gd name="connsiteX618" fmla="*/ 2331339 w 4682585"/>
              <a:gd name="connsiteY618" fmla="*/ 1247489 h 2174272"/>
              <a:gd name="connsiteX619" fmla="*/ 2331339 w 4682585"/>
              <a:gd name="connsiteY619" fmla="*/ 1100899 h 2174272"/>
              <a:gd name="connsiteX620" fmla="*/ 2006251 w 4682585"/>
              <a:gd name="connsiteY620" fmla="*/ 1100899 h 2174272"/>
              <a:gd name="connsiteX621" fmla="*/ 2006251 w 4682585"/>
              <a:gd name="connsiteY621" fmla="*/ 1247489 h 2174272"/>
              <a:gd name="connsiteX622" fmla="*/ 2163985 w 4682585"/>
              <a:gd name="connsiteY622" fmla="*/ 1247489 h 2174272"/>
              <a:gd name="connsiteX623" fmla="*/ 2163985 w 4682585"/>
              <a:gd name="connsiteY623" fmla="*/ 1100899 h 2174272"/>
              <a:gd name="connsiteX624" fmla="*/ 1838992 w 4682585"/>
              <a:gd name="connsiteY624" fmla="*/ 1100899 h 2174272"/>
              <a:gd name="connsiteX625" fmla="*/ 1838992 w 4682585"/>
              <a:gd name="connsiteY625" fmla="*/ 1247489 h 2174272"/>
              <a:gd name="connsiteX626" fmla="*/ 1996726 w 4682585"/>
              <a:gd name="connsiteY626" fmla="*/ 1247489 h 2174272"/>
              <a:gd name="connsiteX627" fmla="*/ 1996726 w 4682585"/>
              <a:gd name="connsiteY627" fmla="*/ 1100899 h 2174272"/>
              <a:gd name="connsiteX628" fmla="*/ 1671733 w 4682585"/>
              <a:gd name="connsiteY628" fmla="*/ 1100899 h 2174272"/>
              <a:gd name="connsiteX629" fmla="*/ 1671733 w 4682585"/>
              <a:gd name="connsiteY629" fmla="*/ 1247489 h 2174272"/>
              <a:gd name="connsiteX630" fmla="*/ 1829467 w 4682585"/>
              <a:gd name="connsiteY630" fmla="*/ 1247489 h 2174272"/>
              <a:gd name="connsiteX631" fmla="*/ 1829467 w 4682585"/>
              <a:gd name="connsiteY631" fmla="*/ 1100899 h 2174272"/>
              <a:gd name="connsiteX632" fmla="*/ 1504474 w 4682585"/>
              <a:gd name="connsiteY632" fmla="*/ 1100899 h 2174272"/>
              <a:gd name="connsiteX633" fmla="*/ 1504474 w 4682585"/>
              <a:gd name="connsiteY633" fmla="*/ 1247489 h 2174272"/>
              <a:gd name="connsiteX634" fmla="*/ 1662208 w 4682585"/>
              <a:gd name="connsiteY634" fmla="*/ 1247489 h 2174272"/>
              <a:gd name="connsiteX635" fmla="*/ 1662208 w 4682585"/>
              <a:gd name="connsiteY635" fmla="*/ 1100899 h 2174272"/>
              <a:gd name="connsiteX636" fmla="*/ 1337215 w 4682585"/>
              <a:gd name="connsiteY636" fmla="*/ 1100899 h 2174272"/>
              <a:gd name="connsiteX637" fmla="*/ 1337215 w 4682585"/>
              <a:gd name="connsiteY637" fmla="*/ 1247489 h 2174272"/>
              <a:gd name="connsiteX638" fmla="*/ 1494949 w 4682585"/>
              <a:gd name="connsiteY638" fmla="*/ 1247489 h 2174272"/>
              <a:gd name="connsiteX639" fmla="*/ 1494949 w 4682585"/>
              <a:gd name="connsiteY639" fmla="*/ 1100899 h 2174272"/>
              <a:gd name="connsiteX640" fmla="*/ 1169956 w 4682585"/>
              <a:gd name="connsiteY640" fmla="*/ 1100899 h 2174272"/>
              <a:gd name="connsiteX641" fmla="*/ 1169956 w 4682585"/>
              <a:gd name="connsiteY641" fmla="*/ 1247489 h 2174272"/>
              <a:gd name="connsiteX642" fmla="*/ 1327690 w 4682585"/>
              <a:gd name="connsiteY642" fmla="*/ 1247489 h 2174272"/>
              <a:gd name="connsiteX643" fmla="*/ 1327690 w 4682585"/>
              <a:gd name="connsiteY643" fmla="*/ 1100899 h 2174272"/>
              <a:gd name="connsiteX644" fmla="*/ 1002697 w 4682585"/>
              <a:gd name="connsiteY644" fmla="*/ 1100899 h 2174272"/>
              <a:gd name="connsiteX645" fmla="*/ 1002697 w 4682585"/>
              <a:gd name="connsiteY645" fmla="*/ 1247489 h 2174272"/>
              <a:gd name="connsiteX646" fmla="*/ 1160431 w 4682585"/>
              <a:gd name="connsiteY646" fmla="*/ 1247489 h 2174272"/>
              <a:gd name="connsiteX647" fmla="*/ 1160431 w 4682585"/>
              <a:gd name="connsiteY647" fmla="*/ 1100899 h 2174272"/>
              <a:gd name="connsiteX648" fmla="*/ 835438 w 4682585"/>
              <a:gd name="connsiteY648" fmla="*/ 1100899 h 2174272"/>
              <a:gd name="connsiteX649" fmla="*/ 835438 w 4682585"/>
              <a:gd name="connsiteY649" fmla="*/ 1247489 h 2174272"/>
              <a:gd name="connsiteX650" fmla="*/ 993172 w 4682585"/>
              <a:gd name="connsiteY650" fmla="*/ 1247489 h 2174272"/>
              <a:gd name="connsiteX651" fmla="*/ 993172 w 4682585"/>
              <a:gd name="connsiteY651" fmla="*/ 1100899 h 2174272"/>
              <a:gd name="connsiteX652" fmla="*/ 668179 w 4682585"/>
              <a:gd name="connsiteY652" fmla="*/ 1100899 h 2174272"/>
              <a:gd name="connsiteX653" fmla="*/ 668179 w 4682585"/>
              <a:gd name="connsiteY653" fmla="*/ 1247489 h 2174272"/>
              <a:gd name="connsiteX654" fmla="*/ 825913 w 4682585"/>
              <a:gd name="connsiteY654" fmla="*/ 1247489 h 2174272"/>
              <a:gd name="connsiteX655" fmla="*/ 825913 w 4682585"/>
              <a:gd name="connsiteY655" fmla="*/ 1100899 h 2174272"/>
              <a:gd name="connsiteX656" fmla="*/ 500920 w 4682585"/>
              <a:gd name="connsiteY656" fmla="*/ 1100899 h 2174272"/>
              <a:gd name="connsiteX657" fmla="*/ 500920 w 4682585"/>
              <a:gd name="connsiteY657" fmla="*/ 1247489 h 2174272"/>
              <a:gd name="connsiteX658" fmla="*/ 658654 w 4682585"/>
              <a:gd name="connsiteY658" fmla="*/ 1247489 h 2174272"/>
              <a:gd name="connsiteX659" fmla="*/ 658654 w 4682585"/>
              <a:gd name="connsiteY659" fmla="*/ 1100899 h 2174272"/>
              <a:gd name="connsiteX660" fmla="*/ 333566 w 4682585"/>
              <a:gd name="connsiteY660" fmla="*/ 1100899 h 2174272"/>
              <a:gd name="connsiteX661" fmla="*/ 333566 w 4682585"/>
              <a:gd name="connsiteY661" fmla="*/ 1247489 h 2174272"/>
              <a:gd name="connsiteX662" fmla="*/ 491395 w 4682585"/>
              <a:gd name="connsiteY662" fmla="*/ 1247489 h 2174272"/>
              <a:gd name="connsiteX663" fmla="*/ 491395 w 4682585"/>
              <a:gd name="connsiteY663" fmla="*/ 1100899 h 2174272"/>
              <a:gd name="connsiteX664" fmla="*/ 166307 w 4682585"/>
              <a:gd name="connsiteY664" fmla="*/ 1100899 h 2174272"/>
              <a:gd name="connsiteX665" fmla="*/ 166307 w 4682585"/>
              <a:gd name="connsiteY665" fmla="*/ 1247489 h 2174272"/>
              <a:gd name="connsiteX666" fmla="*/ 324041 w 4682585"/>
              <a:gd name="connsiteY666" fmla="*/ 1247489 h 2174272"/>
              <a:gd name="connsiteX667" fmla="*/ 324041 w 4682585"/>
              <a:gd name="connsiteY667" fmla="*/ 1100899 h 2174272"/>
              <a:gd name="connsiteX668" fmla="*/ 9525 w 4682585"/>
              <a:gd name="connsiteY668" fmla="*/ 1100899 h 2174272"/>
              <a:gd name="connsiteX669" fmla="*/ 9525 w 4682585"/>
              <a:gd name="connsiteY669" fmla="*/ 1247489 h 2174272"/>
              <a:gd name="connsiteX670" fmla="*/ 156782 w 4682585"/>
              <a:gd name="connsiteY670" fmla="*/ 1247489 h 2174272"/>
              <a:gd name="connsiteX671" fmla="*/ 156782 w 4682585"/>
              <a:gd name="connsiteY671" fmla="*/ 1100899 h 2174272"/>
              <a:gd name="connsiteX672" fmla="*/ 4515326 w 4682585"/>
              <a:gd name="connsiteY672" fmla="*/ 944784 h 2174272"/>
              <a:gd name="connsiteX673" fmla="*/ 4515326 w 4682585"/>
              <a:gd name="connsiteY673" fmla="*/ 1091374 h 2174272"/>
              <a:gd name="connsiteX674" fmla="*/ 4673060 w 4682585"/>
              <a:gd name="connsiteY674" fmla="*/ 1091374 h 2174272"/>
              <a:gd name="connsiteX675" fmla="*/ 4673060 w 4682585"/>
              <a:gd name="connsiteY675" fmla="*/ 944784 h 2174272"/>
              <a:gd name="connsiteX676" fmla="*/ 4348068 w 4682585"/>
              <a:gd name="connsiteY676" fmla="*/ 944784 h 2174272"/>
              <a:gd name="connsiteX677" fmla="*/ 4348068 w 4682585"/>
              <a:gd name="connsiteY677" fmla="*/ 1091374 h 2174272"/>
              <a:gd name="connsiteX678" fmla="*/ 4505801 w 4682585"/>
              <a:gd name="connsiteY678" fmla="*/ 1091374 h 2174272"/>
              <a:gd name="connsiteX679" fmla="*/ 4505801 w 4682585"/>
              <a:gd name="connsiteY679" fmla="*/ 944784 h 2174272"/>
              <a:gd name="connsiteX680" fmla="*/ 4180809 w 4682585"/>
              <a:gd name="connsiteY680" fmla="*/ 944784 h 2174272"/>
              <a:gd name="connsiteX681" fmla="*/ 4180809 w 4682585"/>
              <a:gd name="connsiteY681" fmla="*/ 1091374 h 2174272"/>
              <a:gd name="connsiteX682" fmla="*/ 4338543 w 4682585"/>
              <a:gd name="connsiteY682" fmla="*/ 1091374 h 2174272"/>
              <a:gd name="connsiteX683" fmla="*/ 4338543 w 4682585"/>
              <a:gd name="connsiteY683" fmla="*/ 944784 h 2174272"/>
              <a:gd name="connsiteX684" fmla="*/ 4013550 w 4682585"/>
              <a:gd name="connsiteY684" fmla="*/ 944784 h 2174272"/>
              <a:gd name="connsiteX685" fmla="*/ 4013550 w 4682585"/>
              <a:gd name="connsiteY685" fmla="*/ 1091374 h 2174272"/>
              <a:gd name="connsiteX686" fmla="*/ 4171284 w 4682585"/>
              <a:gd name="connsiteY686" fmla="*/ 1091374 h 2174272"/>
              <a:gd name="connsiteX687" fmla="*/ 4171284 w 4682585"/>
              <a:gd name="connsiteY687" fmla="*/ 944784 h 2174272"/>
              <a:gd name="connsiteX688" fmla="*/ 3846291 w 4682585"/>
              <a:gd name="connsiteY688" fmla="*/ 944784 h 2174272"/>
              <a:gd name="connsiteX689" fmla="*/ 3846291 w 4682585"/>
              <a:gd name="connsiteY689" fmla="*/ 1091374 h 2174272"/>
              <a:gd name="connsiteX690" fmla="*/ 4004025 w 4682585"/>
              <a:gd name="connsiteY690" fmla="*/ 1091374 h 2174272"/>
              <a:gd name="connsiteX691" fmla="*/ 4004025 w 4682585"/>
              <a:gd name="connsiteY691" fmla="*/ 944784 h 2174272"/>
              <a:gd name="connsiteX692" fmla="*/ 3678936 w 4682585"/>
              <a:gd name="connsiteY692" fmla="*/ 944784 h 2174272"/>
              <a:gd name="connsiteX693" fmla="*/ 3678936 w 4682585"/>
              <a:gd name="connsiteY693" fmla="*/ 1091374 h 2174272"/>
              <a:gd name="connsiteX694" fmla="*/ 3836766 w 4682585"/>
              <a:gd name="connsiteY694" fmla="*/ 1091374 h 2174272"/>
              <a:gd name="connsiteX695" fmla="*/ 3836766 w 4682585"/>
              <a:gd name="connsiteY695" fmla="*/ 944784 h 2174272"/>
              <a:gd name="connsiteX696" fmla="*/ 3511677 w 4682585"/>
              <a:gd name="connsiteY696" fmla="*/ 944784 h 2174272"/>
              <a:gd name="connsiteX697" fmla="*/ 3511677 w 4682585"/>
              <a:gd name="connsiteY697" fmla="*/ 1091374 h 2174272"/>
              <a:gd name="connsiteX698" fmla="*/ 3669411 w 4682585"/>
              <a:gd name="connsiteY698" fmla="*/ 1091374 h 2174272"/>
              <a:gd name="connsiteX699" fmla="*/ 3669411 w 4682585"/>
              <a:gd name="connsiteY699" fmla="*/ 944784 h 2174272"/>
              <a:gd name="connsiteX700" fmla="*/ 3344418 w 4682585"/>
              <a:gd name="connsiteY700" fmla="*/ 944784 h 2174272"/>
              <a:gd name="connsiteX701" fmla="*/ 3344418 w 4682585"/>
              <a:gd name="connsiteY701" fmla="*/ 1091374 h 2174272"/>
              <a:gd name="connsiteX702" fmla="*/ 3502152 w 4682585"/>
              <a:gd name="connsiteY702" fmla="*/ 1091374 h 2174272"/>
              <a:gd name="connsiteX703" fmla="*/ 3502152 w 4682585"/>
              <a:gd name="connsiteY703" fmla="*/ 944784 h 2174272"/>
              <a:gd name="connsiteX704" fmla="*/ 3177159 w 4682585"/>
              <a:gd name="connsiteY704" fmla="*/ 944784 h 2174272"/>
              <a:gd name="connsiteX705" fmla="*/ 3177159 w 4682585"/>
              <a:gd name="connsiteY705" fmla="*/ 1091374 h 2174272"/>
              <a:gd name="connsiteX706" fmla="*/ 3334893 w 4682585"/>
              <a:gd name="connsiteY706" fmla="*/ 1091374 h 2174272"/>
              <a:gd name="connsiteX707" fmla="*/ 3334893 w 4682585"/>
              <a:gd name="connsiteY707" fmla="*/ 944784 h 2174272"/>
              <a:gd name="connsiteX708" fmla="*/ 3009900 w 4682585"/>
              <a:gd name="connsiteY708" fmla="*/ 944784 h 2174272"/>
              <a:gd name="connsiteX709" fmla="*/ 3009900 w 4682585"/>
              <a:gd name="connsiteY709" fmla="*/ 1091374 h 2174272"/>
              <a:gd name="connsiteX710" fmla="*/ 3167634 w 4682585"/>
              <a:gd name="connsiteY710" fmla="*/ 1091374 h 2174272"/>
              <a:gd name="connsiteX711" fmla="*/ 3167634 w 4682585"/>
              <a:gd name="connsiteY711" fmla="*/ 944784 h 2174272"/>
              <a:gd name="connsiteX712" fmla="*/ 2842641 w 4682585"/>
              <a:gd name="connsiteY712" fmla="*/ 944784 h 2174272"/>
              <a:gd name="connsiteX713" fmla="*/ 2842641 w 4682585"/>
              <a:gd name="connsiteY713" fmla="*/ 1091374 h 2174272"/>
              <a:gd name="connsiteX714" fmla="*/ 3000375 w 4682585"/>
              <a:gd name="connsiteY714" fmla="*/ 1091374 h 2174272"/>
              <a:gd name="connsiteX715" fmla="*/ 3000375 w 4682585"/>
              <a:gd name="connsiteY715" fmla="*/ 944784 h 2174272"/>
              <a:gd name="connsiteX716" fmla="*/ 2675382 w 4682585"/>
              <a:gd name="connsiteY716" fmla="*/ 944784 h 2174272"/>
              <a:gd name="connsiteX717" fmla="*/ 2675382 w 4682585"/>
              <a:gd name="connsiteY717" fmla="*/ 1091374 h 2174272"/>
              <a:gd name="connsiteX718" fmla="*/ 2833116 w 4682585"/>
              <a:gd name="connsiteY718" fmla="*/ 1091374 h 2174272"/>
              <a:gd name="connsiteX719" fmla="*/ 2833116 w 4682585"/>
              <a:gd name="connsiteY719" fmla="*/ 944784 h 2174272"/>
              <a:gd name="connsiteX720" fmla="*/ 2508123 w 4682585"/>
              <a:gd name="connsiteY720" fmla="*/ 944784 h 2174272"/>
              <a:gd name="connsiteX721" fmla="*/ 2508123 w 4682585"/>
              <a:gd name="connsiteY721" fmla="*/ 1091374 h 2174272"/>
              <a:gd name="connsiteX722" fmla="*/ 2665857 w 4682585"/>
              <a:gd name="connsiteY722" fmla="*/ 1091374 h 2174272"/>
              <a:gd name="connsiteX723" fmla="*/ 2665857 w 4682585"/>
              <a:gd name="connsiteY723" fmla="*/ 944784 h 2174272"/>
              <a:gd name="connsiteX724" fmla="*/ 2340864 w 4682585"/>
              <a:gd name="connsiteY724" fmla="*/ 944784 h 2174272"/>
              <a:gd name="connsiteX725" fmla="*/ 2340864 w 4682585"/>
              <a:gd name="connsiteY725" fmla="*/ 1091374 h 2174272"/>
              <a:gd name="connsiteX726" fmla="*/ 2498598 w 4682585"/>
              <a:gd name="connsiteY726" fmla="*/ 1091374 h 2174272"/>
              <a:gd name="connsiteX727" fmla="*/ 2498598 w 4682585"/>
              <a:gd name="connsiteY727" fmla="*/ 944784 h 2174272"/>
              <a:gd name="connsiteX728" fmla="*/ 2173510 w 4682585"/>
              <a:gd name="connsiteY728" fmla="*/ 944784 h 2174272"/>
              <a:gd name="connsiteX729" fmla="*/ 2173510 w 4682585"/>
              <a:gd name="connsiteY729" fmla="*/ 1091374 h 2174272"/>
              <a:gd name="connsiteX730" fmla="*/ 2331339 w 4682585"/>
              <a:gd name="connsiteY730" fmla="*/ 1091374 h 2174272"/>
              <a:gd name="connsiteX731" fmla="*/ 2331339 w 4682585"/>
              <a:gd name="connsiteY731" fmla="*/ 944784 h 2174272"/>
              <a:gd name="connsiteX732" fmla="*/ 2006251 w 4682585"/>
              <a:gd name="connsiteY732" fmla="*/ 944784 h 2174272"/>
              <a:gd name="connsiteX733" fmla="*/ 2006251 w 4682585"/>
              <a:gd name="connsiteY733" fmla="*/ 1091374 h 2174272"/>
              <a:gd name="connsiteX734" fmla="*/ 2163985 w 4682585"/>
              <a:gd name="connsiteY734" fmla="*/ 1091374 h 2174272"/>
              <a:gd name="connsiteX735" fmla="*/ 2163985 w 4682585"/>
              <a:gd name="connsiteY735" fmla="*/ 944784 h 2174272"/>
              <a:gd name="connsiteX736" fmla="*/ 1838992 w 4682585"/>
              <a:gd name="connsiteY736" fmla="*/ 944784 h 2174272"/>
              <a:gd name="connsiteX737" fmla="*/ 1838992 w 4682585"/>
              <a:gd name="connsiteY737" fmla="*/ 1091374 h 2174272"/>
              <a:gd name="connsiteX738" fmla="*/ 1996726 w 4682585"/>
              <a:gd name="connsiteY738" fmla="*/ 1091374 h 2174272"/>
              <a:gd name="connsiteX739" fmla="*/ 1996726 w 4682585"/>
              <a:gd name="connsiteY739" fmla="*/ 944784 h 2174272"/>
              <a:gd name="connsiteX740" fmla="*/ 1671733 w 4682585"/>
              <a:gd name="connsiteY740" fmla="*/ 944784 h 2174272"/>
              <a:gd name="connsiteX741" fmla="*/ 1671733 w 4682585"/>
              <a:gd name="connsiteY741" fmla="*/ 1091374 h 2174272"/>
              <a:gd name="connsiteX742" fmla="*/ 1829467 w 4682585"/>
              <a:gd name="connsiteY742" fmla="*/ 1091374 h 2174272"/>
              <a:gd name="connsiteX743" fmla="*/ 1829467 w 4682585"/>
              <a:gd name="connsiteY743" fmla="*/ 944784 h 2174272"/>
              <a:gd name="connsiteX744" fmla="*/ 1504474 w 4682585"/>
              <a:gd name="connsiteY744" fmla="*/ 944784 h 2174272"/>
              <a:gd name="connsiteX745" fmla="*/ 1504474 w 4682585"/>
              <a:gd name="connsiteY745" fmla="*/ 1091374 h 2174272"/>
              <a:gd name="connsiteX746" fmla="*/ 1662208 w 4682585"/>
              <a:gd name="connsiteY746" fmla="*/ 1091374 h 2174272"/>
              <a:gd name="connsiteX747" fmla="*/ 1662208 w 4682585"/>
              <a:gd name="connsiteY747" fmla="*/ 944784 h 2174272"/>
              <a:gd name="connsiteX748" fmla="*/ 1337215 w 4682585"/>
              <a:gd name="connsiteY748" fmla="*/ 944784 h 2174272"/>
              <a:gd name="connsiteX749" fmla="*/ 1337215 w 4682585"/>
              <a:gd name="connsiteY749" fmla="*/ 1091374 h 2174272"/>
              <a:gd name="connsiteX750" fmla="*/ 1494949 w 4682585"/>
              <a:gd name="connsiteY750" fmla="*/ 1091374 h 2174272"/>
              <a:gd name="connsiteX751" fmla="*/ 1494949 w 4682585"/>
              <a:gd name="connsiteY751" fmla="*/ 944784 h 2174272"/>
              <a:gd name="connsiteX752" fmla="*/ 1169956 w 4682585"/>
              <a:gd name="connsiteY752" fmla="*/ 944784 h 2174272"/>
              <a:gd name="connsiteX753" fmla="*/ 1169956 w 4682585"/>
              <a:gd name="connsiteY753" fmla="*/ 1091374 h 2174272"/>
              <a:gd name="connsiteX754" fmla="*/ 1327690 w 4682585"/>
              <a:gd name="connsiteY754" fmla="*/ 1091374 h 2174272"/>
              <a:gd name="connsiteX755" fmla="*/ 1327690 w 4682585"/>
              <a:gd name="connsiteY755" fmla="*/ 944784 h 2174272"/>
              <a:gd name="connsiteX756" fmla="*/ 1002697 w 4682585"/>
              <a:gd name="connsiteY756" fmla="*/ 944784 h 2174272"/>
              <a:gd name="connsiteX757" fmla="*/ 1002697 w 4682585"/>
              <a:gd name="connsiteY757" fmla="*/ 1091374 h 2174272"/>
              <a:gd name="connsiteX758" fmla="*/ 1160431 w 4682585"/>
              <a:gd name="connsiteY758" fmla="*/ 1091374 h 2174272"/>
              <a:gd name="connsiteX759" fmla="*/ 1160431 w 4682585"/>
              <a:gd name="connsiteY759" fmla="*/ 944784 h 2174272"/>
              <a:gd name="connsiteX760" fmla="*/ 835438 w 4682585"/>
              <a:gd name="connsiteY760" fmla="*/ 944784 h 2174272"/>
              <a:gd name="connsiteX761" fmla="*/ 835438 w 4682585"/>
              <a:gd name="connsiteY761" fmla="*/ 1091374 h 2174272"/>
              <a:gd name="connsiteX762" fmla="*/ 993172 w 4682585"/>
              <a:gd name="connsiteY762" fmla="*/ 1091374 h 2174272"/>
              <a:gd name="connsiteX763" fmla="*/ 993172 w 4682585"/>
              <a:gd name="connsiteY763" fmla="*/ 944784 h 2174272"/>
              <a:gd name="connsiteX764" fmla="*/ 668179 w 4682585"/>
              <a:gd name="connsiteY764" fmla="*/ 944784 h 2174272"/>
              <a:gd name="connsiteX765" fmla="*/ 668179 w 4682585"/>
              <a:gd name="connsiteY765" fmla="*/ 1091374 h 2174272"/>
              <a:gd name="connsiteX766" fmla="*/ 825913 w 4682585"/>
              <a:gd name="connsiteY766" fmla="*/ 1091374 h 2174272"/>
              <a:gd name="connsiteX767" fmla="*/ 825913 w 4682585"/>
              <a:gd name="connsiteY767" fmla="*/ 944784 h 2174272"/>
              <a:gd name="connsiteX768" fmla="*/ 500920 w 4682585"/>
              <a:gd name="connsiteY768" fmla="*/ 944784 h 2174272"/>
              <a:gd name="connsiteX769" fmla="*/ 500920 w 4682585"/>
              <a:gd name="connsiteY769" fmla="*/ 1091374 h 2174272"/>
              <a:gd name="connsiteX770" fmla="*/ 658654 w 4682585"/>
              <a:gd name="connsiteY770" fmla="*/ 1091374 h 2174272"/>
              <a:gd name="connsiteX771" fmla="*/ 658654 w 4682585"/>
              <a:gd name="connsiteY771" fmla="*/ 944784 h 2174272"/>
              <a:gd name="connsiteX772" fmla="*/ 333566 w 4682585"/>
              <a:gd name="connsiteY772" fmla="*/ 944784 h 2174272"/>
              <a:gd name="connsiteX773" fmla="*/ 333566 w 4682585"/>
              <a:gd name="connsiteY773" fmla="*/ 1091374 h 2174272"/>
              <a:gd name="connsiteX774" fmla="*/ 491395 w 4682585"/>
              <a:gd name="connsiteY774" fmla="*/ 1091374 h 2174272"/>
              <a:gd name="connsiteX775" fmla="*/ 491395 w 4682585"/>
              <a:gd name="connsiteY775" fmla="*/ 944784 h 2174272"/>
              <a:gd name="connsiteX776" fmla="*/ 166307 w 4682585"/>
              <a:gd name="connsiteY776" fmla="*/ 944784 h 2174272"/>
              <a:gd name="connsiteX777" fmla="*/ 166307 w 4682585"/>
              <a:gd name="connsiteY777" fmla="*/ 1091374 h 2174272"/>
              <a:gd name="connsiteX778" fmla="*/ 324041 w 4682585"/>
              <a:gd name="connsiteY778" fmla="*/ 1091374 h 2174272"/>
              <a:gd name="connsiteX779" fmla="*/ 324041 w 4682585"/>
              <a:gd name="connsiteY779" fmla="*/ 944784 h 2174272"/>
              <a:gd name="connsiteX780" fmla="*/ 9525 w 4682585"/>
              <a:gd name="connsiteY780" fmla="*/ 944784 h 2174272"/>
              <a:gd name="connsiteX781" fmla="*/ 9525 w 4682585"/>
              <a:gd name="connsiteY781" fmla="*/ 1091374 h 2174272"/>
              <a:gd name="connsiteX782" fmla="*/ 156782 w 4682585"/>
              <a:gd name="connsiteY782" fmla="*/ 1091374 h 2174272"/>
              <a:gd name="connsiteX783" fmla="*/ 156782 w 4682585"/>
              <a:gd name="connsiteY783" fmla="*/ 944784 h 2174272"/>
              <a:gd name="connsiteX784" fmla="*/ 4515326 w 4682585"/>
              <a:gd name="connsiteY784" fmla="*/ 788670 h 2174272"/>
              <a:gd name="connsiteX785" fmla="*/ 4515326 w 4682585"/>
              <a:gd name="connsiteY785" fmla="*/ 935259 h 2174272"/>
              <a:gd name="connsiteX786" fmla="*/ 4673060 w 4682585"/>
              <a:gd name="connsiteY786" fmla="*/ 935259 h 2174272"/>
              <a:gd name="connsiteX787" fmla="*/ 4673060 w 4682585"/>
              <a:gd name="connsiteY787" fmla="*/ 788670 h 2174272"/>
              <a:gd name="connsiteX788" fmla="*/ 4348068 w 4682585"/>
              <a:gd name="connsiteY788" fmla="*/ 788670 h 2174272"/>
              <a:gd name="connsiteX789" fmla="*/ 4348068 w 4682585"/>
              <a:gd name="connsiteY789" fmla="*/ 935259 h 2174272"/>
              <a:gd name="connsiteX790" fmla="*/ 4505801 w 4682585"/>
              <a:gd name="connsiteY790" fmla="*/ 935259 h 2174272"/>
              <a:gd name="connsiteX791" fmla="*/ 4505801 w 4682585"/>
              <a:gd name="connsiteY791" fmla="*/ 788670 h 2174272"/>
              <a:gd name="connsiteX792" fmla="*/ 4180809 w 4682585"/>
              <a:gd name="connsiteY792" fmla="*/ 788670 h 2174272"/>
              <a:gd name="connsiteX793" fmla="*/ 4180809 w 4682585"/>
              <a:gd name="connsiteY793" fmla="*/ 935259 h 2174272"/>
              <a:gd name="connsiteX794" fmla="*/ 4338543 w 4682585"/>
              <a:gd name="connsiteY794" fmla="*/ 935259 h 2174272"/>
              <a:gd name="connsiteX795" fmla="*/ 4338543 w 4682585"/>
              <a:gd name="connsiteY795" fmla="*/ 788670 h 2174272"/>
              <a:gd name="connsiteX796" fmla="*/ 4013550 w 4682585"/>
              <a:gd name="connsiteY796" fmla="*/ 788670 h 2174272"/>
              <a:gd name="connsiteX797" fmla="*/ 4013550 w 4682585"/>
              <a:gd name="connsiteY797" fmla="*/ 935259 h 2174272"/>
              <a:gd name="connsiteX798" fmla="*/ 4171284 w 4682585"/>
              <a:gd name="connsiteY798" fmla="*/ 935259 h 2174272"/>
              <a:gd name="connsiteX799" fmla="*/ 4171284 w 4682585"/>
              <a:gd name="connsiteY799" fmla="*/ 788670 h 2174272"/>
              <a:gd name="connsiteX800" fmla="*/ 3846291 w 4682585"/>
              <a:gd name="connsiteY800" fmla="*/ 788670 h 2174272"/>
              <a:gd name="connsiteX801" fmla="*/ 3846291 w 4682585"/>
              <a:gd name="connsiteY801" fmla="*/ 935259 h 2174272"/>
              <a:gd name="connsiteX802" fmla="*/ 4004025 w 4682585"/>
              <a:gd name="connsiteY802" fmla="*/ 935259 h 2174272"/>
              <a:gd name="connsiteX803" fmla="*/ 4004025 w 4682585"/>
              <a:gd name="connsiteY803" fmla="*/ 788670 h 2174272"/>
              <a:gd name="connsiteX804" fmla="*/ 3678936 w 4682585"/>
              <a:gd name="connsiteY804" fmla="*/ 788670 h 2174272"/>
              <a:gd name="connsiteX805" fmla="*/ 3678936 w 4682585"/>
              <a:gd name="connsiteY805" fmla="*/ 935259 h 2174272"/>
              <a:gd name="connsiteX806" fmla="*/ 3836766 w 4682585"/>
              <a:gd name="connsiteY806" fmla="*/ 935259 h 2174272"/>
              <a:gd name="connsiteX807" fmla="*/ 3836766 w 4682585"/>
              <a:gd name="connsiteY807" fmla="*/ 788670 h 2174272"/>
              <a:gd name="connsiteX808" fmla="*/ 3511677 w 4682585"/>
              <a:gd name="connsiteY808" fmla="*/ 788670 h 2174272"/>
              <a:gd name="connsiteX809" fmla="*/ 3511677 w 4682585"/>
              <a:gd name="connsiteY809" fmla="*/ 935259 h 2174272"/>
              <a:gd name="connsiteX810" fmla="*/ 3669411 w 4682585"/>
              <a:gd name="connsiteY810" fmla="*/ 935259 h 2174272"/>
              <a:gd name="connsiteX811" fmla="*/ 3669411 w 4682585"/>
              <a:gd name="connsiteY811" fmla="*/ 788670 h 2174272"/>
              <a:gd name="connsiteX812" fmla="*/ 3344418 w 4682585"/>
              <a:gd name="connsiteY812" fmla="*/ 788670 h 2174272"/>
              <a:gd name="connsiteX813" fmla="*/ 3344418 w 4682585"/>
              <a:gd name="connsiteY813" fmla="*/ 935259 h 2174272"/>
              <a:gd name="connsiteX814" fmla="*/ 3502152 w 4682585"/>
              <a:gd name="connsiteY814" fmla="*/ 935259 h 2174272"/>
              <a:gd name="connsiteX815" fmla="*/ 3502152 w 4682585"/>
              <a:gd name="connsiteY815" fmla="*/ 788670 h 2174272"/>
              <a:gd name="connsiteX816" fmla="*/ 3177159 w 4682585"/>
              <a:gd name="connsiteY816" fmla="*/ 788670 h 2174272"/>
              <a:gd name="connsiteX817" fmla="*/ 3177159 w 4682585"/>
              <a:gd name="connsiteY817" fmla="*/ 935259 h 2174272"/>
              <a:gd name="connsiteX818" fmla="*/ 3334893 w 4682585"/>
              <a:gd name="connsiteY818" fmla="*/ 935259 h 2174272"/>
              <a:gd name="connsiteX819" fmla="*/ 3334893 w 4682585"/>
              <a:gd name="connsiteY819" fmla="*/ 788670 h 2174272"/>
              <a:gd name="connsiteX820" fmla="*/ 3009900 w 4682585"/>
              <a:gd name="connsiteY820" fmla="*/ 788670 h 2174272"/>
              <a:gd name="connsiteX821" fmla="*/ 3009900 w 4682585"/>
              <a:gd name="connsiteY821" fmla="*/ 935259 h 2174272"/>
              <a:gd name="connsiteX822" fmla="*/ 3167634 w 4682585"/>
              <a:gd name="connsiteY822" fmla="*/ 935259 h 2174272"/>
              <a:gd name="connsiteX823" fmla="*/ 3167634 w 4682585"/>
              <a:gd name="connsiteY823" fmla="*/ 788670 h 2174272"/>
              <a:gd name="connsiteX824" fmla="*/ 2842641 w 4682585"/>
              <a:gd name="connsiteY824" fmla="*/ 788670 h 2174272"/>
              <a:gd name="connsiteX825" fmla="*/ 2842641 w 4682585"/>
              <a:gd name="connsiteY825" fmla="*/ 935259 h 2174272"/>
              <a:gd name="connsiteX826" fmla="*/ 3000375 w 4682585"/>
              <a:gd name="connsiteY826" fmla="*/ 935259 h 2174272"/>
              <a:gd name="connsiteX827" fmla="*/ 3000375 w 4682585"/>
              <a:gd name="connsiteY827" fmla="*/ 788670 h 2174272"/>
              <a:gd name="connsiteX828" fmla="*/ 2675382 w 4682585"/>
              <a:gd name="connsiteY828" fmla="*/ 788670 h 2174272"/>
              <a:gd name="connsiteX829" fmla="*/ 2675382 w 4682585"/>
              <a:gd name="connsiteY829" fmla="*/ 935259 h 2174272"/>
              <a:gd name="connsiteX830" fmla="*/ 2833116 w 4682585"/>
              <a:gd name="connsiteY830" fmla="*/ 935259 h 2174272"/>
              <a:gd name="connsiteX831" fmla="*/ 2833116 w 4682585"/>
              <a:gd name="connsiteY831" fmla="*/ 788670 h 2174272"/>
              <a:gd name="connsiteX832" fmla="*/ 2508123 w 4682585"/>
              <a:gd name="connsiteY832" fmla="*/ 788670 h 2174272"/>
              <a:gd name="connsiteX833" fmla="*/ 2508123 w 4682585"/>
              <a:gd name="connsiteY833" fmla="*/ 935259 h 2174272"/>
              <a:gd name="connsiteX834" fmla="*/ 2665857 w 4682585"/>
              <a:gd name="connsiteY834" fmla="*/ 935259 h 2174272"/>
              <a:gd name="connsiteX835" fmla="*/ 2665857 w 4682585"/>
              <a:gd name="connsiteY835" fmla="*/ 788670 h 2174272"/>
              <a:gd name="connsiteX836" fmla="*/ 2340864 w 4682585"/>
              <a:gd name="connsiteY836" fmla="*/ 788670 h 2174272"/>
              <a:gd name="connsiteX837" fmla="*/ 2340864 w 4682585"/>
              <a:gd name="connsiteY837" fmla="*/ 935259 h 2174272"/>
              <a:gd name="connsiteX838" fmla="*/ 2498598 w 4682585"/>
              <a:gd name="connsiteY838" fmla="*/ 935259 h 2174272"/>
              <a:gd name="connsiteX839" fmla="*/ 2498598 w 4682585"/>
              <a:gd name="connsiteY839" fmla="*/ 788670 h 2174272"/>
              <a:gd name="connsiteX840" fmla="*/ 2173510 w 4682585"/>
              <a:gd name="connsiteY840" fmla="*/ 788670 h 2174272"/>
              <a:gd name="connsiteX841" fmla="*/ 2173510 w 4682585"/>
              <a:gd name="connsiteY841" fmla="*/ 935259 h 2174272"/>
              <a:gd name="connsiteX842" fmla="*/ 2331339 w 4682585"/>
              <a:gd name="connsiteY842" fmla="*/ 935259 h 2174272"/>
              <a:gd name="connsiteX843" fmla="*/ 2331339 w 4682585"/>
              <a:gd name="connsiteY843" fmla="*/ 788670 h 2174272"/>
              <a:gd name="connsiteX844" fmla="*/ 2006251 w 4682585"/>
              <a:gd name="connsiteY844" fmla="*/ 788670 h 2174272"/>
              <a:gd name="connsiteX845" fmla="*/ 2006251 w 4682585"/>
              <a:gd name="connsiteY845" fmla="*/ 935259 h 2174272"/>
              <a:gd name="connsiteX846" fmla="*/ 2163985 w 4682585"/>
              <a:gd name="connsiteY846" fmla="*/ 935259 h 2174272"/>
              <a:gd name="connsiteX847" fmla="*/ 2163985 w 4682585"/>
              <a:gd name="connsiteY847" fmla="*/ 788670 h 2174272"/>
              <a:gd name="connsiteX848" fmla="*/ 1838992 w 4682585"/>
              <a:gd name="connsiteY848" fmla="*/ 788670 h 2174272"/>
              <a:gd name="connsiteX849" fmla="*/ 1838992 w 4682585"/>
              <a:gd name="connsiteY849" fmla="*/ 935259 h 2174272"/>
              <a:gd name="connsiteX850" fmla="*/ 1996726 w 4682585"/>
              <a:gd name="connsiteY850" fmla="*/ 935259 h 2174272"/>
              <a:gd name="connsiteX851" fmla="*/ 1996726 w 4682585"/>
              <a:gd name="connsiteY851" fmla="*/ 788670 h 2174272"/>
              <a:gd name="connsiteX852" fmla="*/ 1671733 w 4682585"/>
              <a:gd name="connsiteY852" fmla="*/ 788670 h 2174272"/>
              <a:gd name="connsiteX853" fmla="*/ 1671733 w 4682585"/>
              <a:gd name="connsiteY853" fmla="*/ 935259 h 2174272"/>
              <a:gd name="connsiteX854" fmla="*/ 1829467 w 4682585"/>
              <a:gd name="connsiteY854" fmla="*/ 935259 h 2174272"/>
              <a:gd name="connsiteX855" fmla="*/ 1829467 w 4682585"/>
              <a:gd name="connsiteY855" fmla="*/ 788670 h 2174272"/>
              <a:gd name="connsiteX856" fmla="*/ 1504474 w 4682585"/>
              <a:gd name="connsiteY856" fmla="*/ 788670 h 2174272"/>
              <a:gd name="connsiteX857" fmla="*/ 1504474 w 4682585"/>
              <a:gd name="connsiteY857" fmla="*/ 935259 h 2174272"/>
              <a:gd name="connsiteX858" fmla="*/ 1662208 w 4682585"/>
              <a:gd name="connsiteY858" fmla="*/ 935259 h 2174272"/>
              <a:gd name="connsiteX859" fmla="*/ 1662208 w 4682585"/>
              <a:gd name="connsiteY859" fmla="*/ 788670 h 2174272"/>
              <a:gd name="connsiteX860" fmla="*/ 1337215 w 4682585"/>
              <a:gd name="connsiteY860" fmla="*/ 788670 h 2174272"/>
              <a:gd name="connsiteX861" fmla="*/ 1337215 w 4682585"/>
              <a:gd name="connsiteY861" fmla="*/ 935259 h 2174272"/>
              <a:gd name="connsiteX862" fmla="*/ 1494949 w 4682585"/>
              <a:gd name="connsiteY862" fmla="*/ 935259 h 2174272"/>
              <a:gd name="connsiteX863" fmla="*/ 1494949 w 4682585"/>
              <a:gd name="connsiteY863" fmla="*/ 788670 h 2174272"/>
              <a:gd name="connsiteX864" fmla="*/ 1169956 w 4682585"/>
              <a:gd name="connsiteY864" fmla="*/ 788670 h 2174272"/>
              <a:gd name="connsiteX865" fmla="*/ 1169956 w 4682585"/>
              <a:gd name="connsiteY865" fmla="*/ 935259 h 2174272"/>
              <a:gd name="connsiteX866" fmla="*/ 1327690 w 4682585"/>
              <a:gd name="connsiteY866" fmla="*/ 935259 h 2174272"/>
              <a:gd name="connsiteX867" fmla="*/ 1327690 w 4682585"/>
              <a:gd name="connsiteY867" fmla="*/ 788670 h 2174272"/>
              <a:gd name="connsiteX868" fmla="*/ 1002697 w 4682585"/>
              <a:gd name="connsiteY868" fmla="*/ 788670 h 2174272"/>
              <a:gd name="connsiteX869" fmla="*/ 1002697 w 4682585"/>
              <a:gd name="connsiteY869" fmla="*/ 935259 h 2174272"/>
              <a:gd name="connsiteX870" fmla="*/ 1160431 w 4682585"/>
              <a:gd name="connsiteY870" fmla="*/ 935259 h 2174272"/>
              <a:gd name="connsiteX871" fmla="*/ 1160431 w 4682585"/>
              <a:gd name="connsiteY871" fmla="*/ 788670 h 2174272"/>
              <a:gd name="connsiteX872" fmla="*/ 835438 w 4682585"/>
              <a:gd name="connsiteY872" fmla="*/ 788670 h 2174272"/>
              <a:gd name="connsiteX873" fmla="*/ 835438 w 4682585"/>
              <a:gd name="connsiteY873" fmla="*/ 935259 h 2174272"/>
              <a:gd name="connsiteX874" fmla="*/ 993172 w 4682585"/>
              <a:gd name="connsiteY874" fmla="*/ 935259 h 2174272"/>
              <a:gd name="connsiteX875" fmla="*/ 993172 w 4682585"/>
              <a:gd name="connsiteY875" fmla="*/ 788670 h 2174272"/>
              <a:gd name="connsiteX876" fmla="*/ 668179 w 4682585"/>
              <a:gd name="connsiteY876" fmla="*/ 788670 h 2174272"/>
              <a:gd name="connsiteX877" fmla="*/ 668179 w 4682585"/>
              <a:gd name="connsiteY877" fmla="*/ 935259 h 2174272"/>
              <a:gd name="connsiteX878" fmla="*/ 825913 w 4682585"/>
              <a:gd name="connsiteY878" fmla="*/ 935259 h 2174272"/>
              <a:gd name="connsiteX879" fmla="*/ 825913 w 4682585"/>
              <a:gd name="connsiteY879" fmla="*/ 788670 h 2174272"/>
              <a:gd name="connsiteX880" fmla="*/ 500920 w 4682585"/>
              <a:gd name="connsiteY880" fmla="*/ 788670 h 2174272"/>
              <a:gd name="connsiteX881" fmla="*/ 500920 w 4682585"/>
              <a:gd name="connsiteY881" fmla="*/ 935259 h 2174272"/>
              <a:gd name="connsiteX882" fmla="*/ 658654 w 4682585"/>
              <a:gd name="connsiteY882" fmla="*/ 935259 h 2174272"/>
              <a:gd name="connsiteX883" fmla="*/ 658654 w 4682585"/>
              <a:gd name="connsiteY883" fmla="*/ 788670 h 2174272"/>
              <a:gd name="connsiteX884" fmla="*/ 333566 w 4682585"/>
              <a:gd name="connsiteY884" fmla="*/ 788670 h 2174272"/>
              <a:gd name="connsiteX885" fmla="*/ 333566 w 4682585"/>
              <a:gd name="connsiteY885" fmla="*/ 935259 h 2174272"/>
              <a:gd name="connsiteX886" fmla="*/ 491395 w 4682585"/>
              <a:gd name="connsiteY886" fmla="*/ 935259 h 2174272"/>
              <a:gd name="connsiteX887" fmla="*/ 491395 w 4682585"/>
              <a:gd name="connsiteY887" fmla="*/ 788670 h 2174272"/>
              <a:gd name="connsiteX888" fmla="*/ 166307 w 4682585"/>
              <a:gd name="connsiteY888" fmla="*/ 788670 h 2174272"/>
              <a:gd name="connsiteX889" fmla="*/ 166307 w 4682585"/>
              <a:gd name="connsiteY889" fmla="*/ 935259 h 2174272"/>
              <a:gd name="connsiteX890" fmla="*/ 324041 w 4682585"/>
              <a:gd name="connsiteY890" fmla="*/ 935259 h 2174272"/>
              <a:gd name="connsiteX891" fmla="*/ 324041 w 4682585"/>
              <a:gd name="connsiteY891" fmla="*/ 788670 h 2174272"/>
              <a:gd name="connsiteX892" fmla="*/ 9525 w 4682585"/>
              <a:gd name="connsiteY892" fmla="*/ 788670 h 2174272"/>
              <a:gd name="connsiteX893" fmla="*/ 9525 w 4682585"/>
              <a:gd name="connsiteY893" fmla="*/ 935259 h 2174272"/>
              <a:gd name="connsiteX894" fmla="*/ 156782 w 4682585"/>
              <a:gd name="connsiteY894" fmla="*/ 935259 h 2174272"/>
              <a:gd name="connsiteX895" fmla="*/ 156782 w 4682585"/>
              <a:gd name="connsiteY895" fmla="*/ 788670 h 2174272"/>
              <a:gd name="connsiteX896" fmla="*/ 4515326 w 4682585"/>
              <a:gd name="connsiteY896" fmla="*/ 632555 h 2174272"/>
              <a:gd name="connsiteX897" fmla="*/ 4515326 w 4682585"/>
              <a:gd name="connsiteY897" fmla="*/ 779145 h 2174272"/>
              <a:gd name="connsiteX898" fmla="*/ 4673060 w 4682585"/>
              <a:gd name="connsiteY898" fmla="*/ 779145 h 2174272"/>
              <a:gd name="connsiteX899" fmla="*/ 4673060 w 4682585"/>
              <a:gd name="connsiteY899" fmla="*/ 632555 h 2174272"/>
              <a:gd name="connsiteX900" fmla="*/ 4348068 w 4682585"/>
              <a:gd name="connsiteY900" fmla="*/ 632555 h 2174272"/>
              <a:gd name="connsiteX901" fmla="*/ 4348068 w 4682585"/>
              <a:gd name="connsiteY901" fmla="*/ 779145 h 2174272"/>
              <a:gd name="connsiteX902" fmla="*/ 4505801 w 4682585"/>
              <a:gd name="connsiteY902" fmla="*/ 779145 h 2174272"/>
              <a:gd name="connsiteX903" fmla="*/ 4505801 w 4682585"/>
              <a:gd name="connsiteY903" fmla="*/ 632555 h 2174272"/>
              <a:gd name="connsiteX904" fmla="*/ 4180809 w 4682585"/>
              <a:gd name="connsiteY904" fmla="*/ 632555 h 2174272"/>
              <a:gd name="connsiteX905" fmla="*/ 4180809 w 4682585"/>
              <a:gd name="connsiteY905" fmla="*/ 779145 h 2174272"/>
              <a:gd name="connsiteX906" fmla="*/ 4338543 w 4682585"/>
              <a:gd name="connsiteY906" fmla="*/ 779145 h 2174272"/>
              <a:gd name="connsiteX907" fmla="*/ 4338543 w 4682585"/>
              <a:gd name="connsiteY907" fmla="*/ 632555 h 2174272"/>
              <a:gd name="connsiteX908" fmla="*/ 4013550 w 4682585"/>
              <a:gd name="connsiteY908" fmla="*/ 632555 h 2174272"/>
              <a:gd name="connsiteX909" fmla="*/ 4013550 w 4682585"/>
              <a:gd name="connsiteY909" fmla="*/ 779145 h 2174272"/>
              <a:gd name="connsiteX910" fmla="*/ 4171284 w 4682585"/>
              <a:gd name="connsiteY910" fmla="*/ 779145 h 2174272"/>
              <a:gd name="connsiteX911" fmla="*/ 4171284 w 4682585"/>
              <a:gd name="connsiteY911" fmla="*/ 632555 h 2174272"/>
              <a:gd name="connsiteX912" fmla="*/ 3846291 w 4682585"/>
              <a:gd name="connsiteY912" fmla="*/ 632555 h 2174272"/>
              <a:gd name="connsiteX913" fmla="*/ 3846291 w 4682585"/>
              <a:gd name="connsiteY913" fmla="*/ 779145 h 2174272"/>
              <a:gd name="connsiteX914" fmla="*/ 4004025 w 4682585"/>
              <a:gd name="connsiteY914" fmla="*/ 779145 h 2174272"/>
              <a:gd name="connsiteX915" fmla="*/ 4004025 w 4682585"/>
              <a:gd name="connsiteY915" fmla="*/ 632555 h 2174272"/>
              <a:gd name="connsiteX916" fmla="*/ 3678936 w 4682585"/>
              <a:gd name="connsiteY916" fmla="*/ 632555 h 2174272"/>
              <a:gd name="connsiteX917" fmla="*/ 3678936 w 4682585"/>
              <a:gd name="connsiteY917" fmla="*/ 779145 h 2174272"/>
              <a:gd name="connsiteX918" fmla="*/ 3836766 w 4682585"/>
              <a:gd name="connsiteY918" fmla="*/ 779145 h 2174272"/>
              <a:gd name="connsiteX919" fmla="*/ 3836766 w 4682585"/>
              <a:gd name="connsiteY919" fmla="*/ 632555 h 2174272"/>
              <a:gd name="connsiteX920" fmla="*/ 3511677 w 4682585"/>
              <a:gd name="connsiteY920" fmla="*/ 632555 h 2174272"/>
              <a:gd name="connsiteX921" fmla="*/ 3511677 w 4682585"/>
              <a:gd name="connsiteY921" fmla="*/ 779145 h 2174272"/>
              <a:gd name="connsiteX922" fmla="*/ 3669411 w 4682585"/>
              <a:gd name="connsiteY922" fmla="*/ 779145 h 2174272"/>
              <a:gd name="connsiteX923" fmla="*/ 3669411 w 4682585"/>
              <a:gd name="connsiteY923" fmla="*/ 632555 h 2174272"/>
              <a:gd name="connsiteX924" fmla="*/ 3344418 w 4682585"/>
              <a:gd name="connsiteY924" fmla="*/ 632555 h 2174272"/>
              <a:gd name="connsiteX925" fmla="*/ 3344418 w 4682585"/>
              <a:gd name="connsiteY925" fmla="*/ 779145 h 2174272"/>
              <a:gd name="connsiteX926" fmla="*/ 3502152 w 4682585"/>
              <a:gd name="connsiteY926" fmla="*/ 779145 h 2174272"/>
              <a:gd name="connsiteX927" fmla="*/ 3502152 w 4682585"/>
              <a:gd name="connsiteY927" fmla="*/ 632555 h 2174272"/>
              <a:gd name="connsiteX928" fmla="*/ 3177159 w 4682585"/>
              <a:gd name="connsiteY928" fmla="*/ 632555 h 2174272"/>
              <a:gd name="connsiteX929" fmla="*/ 3177159 w 4682585"/>
              <a:gd name="connsiteY929" fmla="*/ 779145 h 2174272"/>
              <a:gd name="connsiteX930" fmla="*/ 3334893 w 4682585"/>
              <a:gd name="connsiteY930" fmla="*/ 779145 h 2174272"/>
              <a:gd name="connsiteX931" fmla="*/ 3334893 w 4682585"/>
              <a:gd name="connsiteY931" fmla="*/ 632555 h 2174272"/>
              <a:gd name="connsiteX932" fmla="*/ 3009900 w 4682585"/>
              <a:gd name="connsiteY932" fmla="*/ 632555 h 2174272"/>
              <a:gd name="connsiteX933" fmla="*/ 3009900 w 4682585"/>
              <a:gd name="connsiteY933" fmla="*/ 779145 h 2174272"/>
              <a:gd name="connsiteX934" fmla="*/ 3167634 w 4682585"/>
              <a:gd name="connsiteY934" fmla="*/ 779145 h 2174272"/>
              <a:gd name="connsiteX935" fmla="*/ 3167634 w 4682585"/>
              <a:gd name="connsiteY935" fmla="*/ 632555 h 2174272"/>
              <a:gd name="connsiteX936" fmla="*/ 2842641 w 4682585"/>
              <a:gd name="connsiteY936" fmla="*/ 632555 h 2174272"/>
              <a:gd name="connsiteX937" fmla="*/ 2842641 w 4682585"/>
              <a:gd name="connsiteY937" fmla="*/ 779145 h 2174272"/>
              <a:gd name="connsiteX938" fmla="*/ 3000375 w 4682585"/>
              <a:gd name="connsiteY938" fmla="*/ 779145 h 2174272"/>
              <a:gd name="connsiteX939" fmla="*/ 3000375 w 4682585"/>
              <a:gd name="connsiteY939" fmla="*/ 632555 h 2174272"/>
              <a:gd name="connsiteX940" fmla="*/ 2675382 w 4682585"/>
              <a:gd name="connsiteY940" fmla="*/ 632555 h 2174272"/>
              <a:gd name="connsiteX941" fmla="*/ 2675382 w 4682585"/>
              <a:gd name="connsiteY941" fmla="*/ 779145 h 2174272"/>
              <a:gd name="connsiteX942" fmla="*/ 2833116 w 4682585"/>
              <a:gd name="connsiteY942" fmla="*/ 779145 h 2174272"/>
              <a:gd name="connsiteX943" fmla="*/ 2833116 w 4682585"/>
              <a:gd name="connsiteY943" fmla="*/ 632555 h 2174272"/>
              <a:gd name="connsiteX944" fmla="*/ 2508123 w 4682585"/>
              <a:gd name="connsiteY944" fmla="*/ 632555 h 2174272"/>
              <a:gd name="connsiteX945" fmla="*/ 2508123 w 4682585"/>
              <a:gd name="connsiteY945" fmla="*/ 779145 h 2174272"/>
              <a:gd name="connsiteX946" fmla="*/ 2665857 w 4682585"/>
              <a:gd name="connsiteY946" fmla="*/ 779145 h 2174272"/>
              <a:gd name="connsiteX947" fmla="*/ 2665857 w 4682585"/>
              <a:gd name="connsiteY947" fmla="*/ 632555 h 2174272"/>
              <a:gd name="connsiteX948" fmla="*/ 2340864 w 4682585"/>
              <a:gd name="connsiteY948" fmla="*/ 632555 h 2174272"/>
              <a:gd name="connsiteX949" fmla="*/ 2340864 w 4682585"/>
              <a:gd name="connsiteY949" fmla="*/ 779145 h 2174272"/>
              <a:gd name="connsiteX950" fmla="*/ 2498598 w 4682585"/>
              <a:gd name="connsiteY950" fmla="*/ 779145 h 2174272"/>
              <a:gd name="connsiteX951" fmla="*/ 2498598 w 4682585"/>
              <a:gd name="connsiteY951" fmla="*/ 632555 h 2174272"/>
              <a:gd name="connsiteX952" fmla="*/ 2173510 w 4682585"/>
              <a:gd name="connsiteY952" fmla="*/ 632555 h 2174272"/>
              <a:gd name="connsiteX953" fmla="*/ 2173510 w 4682585"/>
              <a:gd name="connsiteY953" fmla="*/ 779145 h 2174272"/>
              <a:gd name="connsiteX954" fmla="*/ 2331339 w 4682585"/>
              <a:gd name="connsiteY954" fmla="*/ 779145 h 2174272"/>
              <a:gd name="connsiteX955" fmla="*/ 2331339 w 4682585"/>
              <a:gd name="connsiteY955" fmla="*/ 632555 h 2174272"/>
              <a:gd name="connsiteX956" fmla="*/ 2006251 w 4682585"/>
              <a:gd name="connsiteY956" fmla="*/ 632555 h 2174272"/>
              <a:gd name="connsiteX957" fmla="*/ 2006251 w 4682585"/>
              <a:gd name="connsiteY957" fmla="*/ 779145 h 2174272"/>
              <a:gd name="connsiteX958" fmla="*/ 2163985 w 4682585"/>
              <a:gd name="connsiteY958" fmla="*/ 779145 h 2174272"/>
              <a:gd name="connsiteX959" fmla="*/ 2163985 w 4682585"/>
              <a:gd name="connsiteY959" fmla="*/ 632555 h 2174272"/>
              <a:gd name="connsiteX960" fmla="*/ 1838992 w 4682585"/>
              <a:gd name="connsiteY960" fmla="*/ 632555 h 2174272"/>
              <a:gd name="connsiteX961" fmla="*/ 1838992 w 4682585"/>
              <a:gd name="connsiteY961" fmla="*/ 779145 h 2174272"/>
              <a:gd name="connsiteX962" fmla="*/ 1996726 w 4682585"/>
              <a:gd name="connsiteY962" fmla="*/ 779145 h 2174272"/>
              <a:gd name="connsiteX963" fmla="*/ 1996726 w 4682585"/>
              <a:gd name="connsiteY963" fmla="*/ 632555 h 2174272"/>
              <a:gd name="connsiteX964" fmla="*/ 1671733 w 4682585"/>
              <a:gd name="connsiteY964" fmla="*/ 632555 h 2174272"/>
              <a:gd name="connsiteX965" fmla="*/ 1671733 w 4682585"/>
              <a:gd name="connsiteY965" fmla="*/ 779145 h 2174272"/>
              <a:gd name="connsiteX966" fmla="*/ 1829467 w 4682585"/>
              <a:gd name="connsiteY966" fmla="*/ 779145 h 2174272"/>
              <a:gd name="connsiteX967" fmla="*/ 1829467 w 4682585"/>
              <a:gd name="connsiteY967" fmla="*/ 632555 h 2174272"/>
              <a:gd name="connsiteX968" fmla="*/ 1504474 w 4682585"/>
              <a:gd name="connsiteY968" fmla="*/ 632555 h 2174272"/>
              <a:gd name="connsiteX969" fmla="*/ 1504474 w 4682585"/>
              <a:gd name="connsiteY969" fmla="*/ 779145 h 2174272"/>
              <a:gd name="connsiteX970" fmla="*/ 1662208 w 4682585"/>
              <a:gd name="connsiteY970" fmla="*/ 779145 h 2174272"/>
              <a:gd name="connsiteX971" fmla="*/ 1662208 w 4682585"/>
              <a:gd name="connsiteY971" fmla="*/ 632555 h 2174272"/>
              <a:gd name="connsiteX972" fmla="*/ 1337215 w 4682585"/>
              <a:gd name="connsiteY972" fmla="*/ 632555 h 2174272"/>
              <a:gd name="connsiteX973" fmla="*/ 1337215 w 4682585"/>
              <a:gd name="connsiteY973" fmla="*/ 779145 h 2174272"/>
              <a:gd name="connsiteX974" fmla="*/ 1494949 w 4682585"/>
              <a:gd name="connsiteY974" fmla="*/ 779145 h 2174272"/>
              <a:gd name="connsiteX975" fmla="*/ 1494949 w 4682585"/>
              <a:gd name="connsiteY975" fmla="*/ 632555 h 2174272"/>
              <a:gd name="connsiteX976" fmla="*/ 1169956 w 4682585"/>
              <a:gd name="connsiteY976" fmla="*/ 632555 h 2174272"/>
              <a:gd name="connsiteX977" fmla="*/ 1169956 w 4682585"/>
              <a:gd name="connsiteY977" fmla="*/ 779145 h 2174272"/>
              <a:gd name="connsiteX978" fmla="*/ 1327690 w 4682585"/>
              <a:gd name="connsiteY978" fmla="*/ 779145 h 2174272"/>
              <a:gd name="connsiteX979" fmla="*/ 1327690 w 4682585"/>
              <a:gd name="connsiteY979" fmla="*/ 632555 h 2174272"/>
              <a:gd name="connsiteX980" fmla="*/ 1002697 w 4682585"/>
              <a:gd name="connsiteY980" fmla="*/ 632555 h 2174272"/>
              <a:gd name="connsiteX981" fmla="*/ 1002697 w 4682585"/>
              <a:gd name="connsiteY981" fmla="*/ 779145 h 2174272"/>
              <a:gd name="connsiteX982" fmla="*/ 1160431 w 4682585"/>
              <a:gd name="connsiteY982" fmla="*/ 779145 h 2174272"/>
              <a:gd name="connsiteX983" fmla="*/ 1160431 w 4682585"/>
              <a:gd name="connsiteY983" fmla="*/ 632555 h 2174272"/>
              <a:gd name="connsiteX984" fmla="*/ 835438 w 4682585"/>
              <a:gd name="connsiteY984" fmla="*/ 632555 h 2174272"/>
              <a:gd name="connsiteX985" fmla="*/ 835438 w 4682585"/>
              <a:gd name="connsiteY985" fmla="*/ 779145 h 2174272"/>
              <a:gd name="connsiteX986" fmla="*/ 993172 w 4682585"/>
              <a:gd name="connsiteY986" fmla="*/ 779145 h 2174272"/>
              <a:gd name="connsiteX987" fmla="*/ 993172 w 4682585"/>
              <a:gd name="connsiteY987" fmla="*/ 632555 h 2174272"/>
              <a:gd name="connsiteX988" fmla="*/ 668179 w 4682585"/>
              <a:gd name="connsiteY988" fmla="*/ 632555 h 2174272"/>
              <a:gd name="connsiteX989" fmla="*/ 668179 w 4682585"/>
              <a:gd name="connsiteY989" fmla="*/ 779145 h 2174272"/>
              <a:gd name="connsiteX990" fmla="*/ 825913 w 4682585"/>
              <a:gd name="connsiteY990" fmla="*/ 779145 h 2174272"/>
              <a:gd name="connsiteX991" fmla="*/ 825913 w 4682585"/>
              <a:gd name="connsiteY991" fmla="*/ 632555 h 2174272"/>
              <a:gd name="connsiteX992" fmla="*/ 500920 w 4682585"/>
              <a:gd name="connsiteY992" fmla="*/ 632555 h 2174272"/>
              <a:gd name="connsiteX993" fmla="*/ 500920 w 4682585"/>
              <a:gd name="connsiteY993" fmla="*/ 779145 h 2174272"/>
              <a:gd name="connsiteX994" fmla="*/ 658654 w 4682585"/>
              <a:gd name="connsiteY994" fmla="*/ 779145 h 2174272"/>
              <a:gd name="connsiteX995" fmla="*/ 658654 w 4682585"/>
              <a:gd name="connsiteY995" fmla="*/ 632555 h 2174272"/>
              <a:gd name="connsiteX996" fmla="*/ 333566 w 4682585"/>
              <a:gd name="connsiteY996" fmla="*/ 632555 h 2174272"/>
              <a:gd name="connsiteX997" fmla="*/ 333566 w 4682585"/>
              <a:gd name="connsiteY997" fmla="*/ 779145 h 2174272"/>
              <a:gd name="connsiteX998" fmla="*/ 491395 w 4682585"/>
              <a:gd name="connsiteY998" fmla="*/ 779145 h 2174272"/>
              <a:gd name="connsiteX999" fmla="*/ 491395 w 4682585"/>
              <a:gd name="connsiteY999" fmla="*/ 632555 h 2174272"/>
              <a:gd name="connsiteX1000" fmla="*/ 166307 w 4682585"/>
              <a:gd name="connsiteY1000" fmla="*/ 632555 h 2174272"/>
              <a:gd name="connsiteX1001" fmla="*/ 166307 w 4682585"/>
              <a:gd name="connsiteY1001" fmla="*/ 779145 h 2174272"/>
              <a:gd name="connsiteX1002" fmla="*/ 324041 w 4682585"/>
              <a:gd name="connsiteY1002" fmla="*/ 779145 h 2174272"/>
              <a:gd name="connsiteX1003" fmla="*/ 324041 w 4682585"/>
              <a:gd name="connsiteY1003" fmla="*/ 632555 h 2174272"/>
              <a:gd name="connsiteX1004" fmla="*/ 9525 w 4682585"/>
              <a:gd name="connsiteY1004" fmla="*/ 632555 h 2174272"/>
              <a:gd name="connsiteX1005" fmla="*/ 9525 w 4682585"/>
              <a:gd name="connsiteY1005" fmla="*/ 779145 h 2174272"/>
              <a:gd name="connsiteX1006" fmla="*/ 156782 w 4682585"/>
              <a:gd name="connsiteY1006" fmla="*/ 779145 h 2174272"/>
              <a:gd name="connsiteX1007" fmla="*/ 156782 w 4682585"/>
              <a:gd name="connsiteY1007" fmla="*/ 632555 h 2174272"/>
              <a:gd name="connsiteX1008" fmla="*/ 4515326 w 4682585"/>
              <a:gd name="connsiteY1008" fmla="*/ 476440 h 2174272"/>
              <a:gd name="connsiteX1009" fmla="*/ 4515326 w 4682585"/>
              <a:gd name="connsiteY1009" fmla="*/ 623030 h 2174272"/>
              <a:gd name="connsiteX1010" fmla="*/ 4673060 w 4682585"/>
              <a:gd name="connsiteY1010" fmla="*/ 623030 h 2174272"/>
              <a:gd name="connsiteX1011" fmla="*/ 4673060 w 4682585"/>
              <a:gd name="connsiteY1011" fmla="*/ 476440 h 2174272"/>
              <a:gd name="connsiteX1012" fmla="*/ 4348068 w 4682585"/>
              <a:gd name="connsiteY1012" fmla="*/ 476440 h 2174272"/>
              <a:gd name="connsiteX1013" fmla="*/ 4348068 w 4682585"/>
              <a:gd name="connsiteY1013" fmla="*/ 623030 h 2174272"/>
              <a:gd name="connsiteX1014" fmla="*/ 4505801 w 4682585"/>
              <a:gd name="connsiteY1014" fmla="*/ 623030 h 2174272"/>
              <a:gd name="connsiteX1015" fmla="*/ 4505801 w 4682585"/>
              <a:gd name="connsiteY1015" fmla="*/ 476440 h 2174272"/>
              <a:gd name="connsiteX1016" fmla="*/ 4180809 w 4682585"/>
              <a:gd name="connsiteY1016" fmla="*/ 476440 h 2174272"/>
              <a:gd name="connsiteX1017" fmla="*/ 4180809 w 4682585"/>
              <a:gd name="connsiteY1017" fmla="*/ 623030 h 2174272"/>
              <a:gd name="connsiteX1018" fmla="*/ 4338543 w 4682585"/>
              <a:gd name="connsiteY1018" fmla="*/ 623030 h 2174272"/>
              <a:gd name="connsiteX1019" fmla="*/ 4338543 w 4682585"/>
              <a:gd name="connsiteY1019" fmla="*/ 476440 h 2174272"/>
              <a:gd name="connsiteX1020" fmla="*/ 4013550 w 4682585"/>
              <a:gd name="connsiteY1020" fmla="*/ 476440 h 2174272"/>
              <a:gd name="connsiteX1021" fmla="*/ 4013550 w 4682585"/>
              <a:gd name="connsiteY1021" fmla="*/ 623030 h 2174272"/>
              <a:gd name="connsiteX1022" fmla="*/ 4171284 w 4682585"/>
              <a:gd name="connsiteY1022" fmla="*/ 623030 h 2174272"/>
              <a:gd name="connsiteX1023" fmla="*/ 4171284 w 4682585"/>
              <a:gd name="connsiteY1023" fmla="*/ 476440 h 2174272"/>
              <a:gd name="connsiteX1024" fmla="*/ 3846291 w 4682585"/>
              <a:gd name="connsiteY1024" fmla="*/ 476440 h 2174272"/>
              <a:gd name="connsiteX1025" fmla="*/ 3846291 w 4682585"/>
              <a:gd name="connsiteY1025" fmla="*/ 623030 h 2174272"/>
              <a:gd name="connsiteX1026" fmla="*/ 4004025 w 4682585"/>
              <a:gd name="connsiteY1026" fmla="*/ 623030 h 2174272"/>
              <a:gd name="connsiteX1027" fmla="*/ 4004025 w 4682585"/>
              <a:gd name="connsiteY1027" fmla="*/ 476440 h 2174272"/>
              <a:gd name="connsiteX1028" fmla="*/ 3678936 w 4682585"/>
              <a:gd name="connsiteY1028" fmla="*/ 476440 h 2174272"/>
              <a:gd name="connsiteX1029" fmla="*/ 3678936 w 4682585"/>
              <a:gd name="connsiteY1029" fmla="*/ 623030 h 2174272"/>
              <a:gd name="connsiteX1030" fmla="*/ 3836766 w 4682585"/>
              <a:gd name="connsiteY1030" fmla="*/ 623030 h 2174272"/>
              <a:gd name="connsiteX1031" fmla="*/ 3836766 w 4682585"/>
              <a:gd name="connsiteY1031" fmla="*/ 476440 h 2174272"/>
              <a:gd name="connsiteX1032" fmla="*/ 3511677 w 4682585"/>
              <a:gd name="connsiteY1032" fmla="*/ 476440 h 2174272"/>
              <a:gd name="connsiteX1033" fmla="*/ 3511677 w 4682585"/>
              <a:gd name="connsiteY1033" fmla="*/ 623030 h 2174272"/>
              <a:gd name="connsiteX1034" fmla="*/ 3669411 w 4682585"/>
              <a:gd name="connsiteY1034" fmla="*/ 623030 h 2174272"/>
              <a:gd name="connsiteX1035" fmla="*/ 3669411 w 4682585"/>
              <a:gd name="connsiteY1035" fmla="*/ 476440 h 2174272"/>
              <a:gd name="connsiteX1036" fmla="*/ 3344418 w 4682585"/>
              <a:gd name="connsiteY1036" fmla="*/ 476440 h 2174272"/>
              <a:gd name="connsiteX1037" fmla="*/ 3344418 w 4682585"/>
              <a:gd name="connsiteY1037" fmla="*/ 623030 h 2174272"/>
              <a:gd name="connsiteX1038" fmla="*/ 3502152 w 4682585"/>
              <a:gd name="connsiteY1038" fmla="*/ 623030 h 2174272"/>
              <a:gd name="connsiteX1039" fmla="*/ 3502152 w 4682585"/>
              <a:gd name="connsiteY1039" fmla="*/ 476440 h 2174272"/>
              <a:gd name="connsiteX1040" fmla="*/ 3177159 w 4682585"/>
              <a:gd name="connsiteY1040" fmla="*/ 476440 h 2174272"/>
              <a:gd name="connsiteX1041" fmla="*/ 3177159 w 4682585"/>
              <a:gd name="connsiteY1041" fmla="*/ 623030 h 2174272"/>
              <a:gd name="connsiteX1042" fmla="*/ 3334893 w 4682585"/>
              <a:gd name="connsiteY1042" fmla="*/ 623030 h 2174272"/>
              <a:gd name="connsiteX1043" fmla="*/ 3334893 w 4682585"/>
              <a:gd name="connsiteY1043" fmla="*/ 476440 h 2174272"/>
              <a:gd name="connsiteX1044" fmla="*/ 3009900 w 4682585"/>
              <a:gd name="connsiteY1044" fmla="*/ 476440 h 2174272"/>
              <a:gd name="connsiteX1045" fmla="*/ 3009900 w 4682585"/>
              <a:gd name="connsiteY1045" fmla="*/ 623030 h 2174272"/>
              <a:gd name="connsiteX1046" fmla="*/ 3167634 w 4682585"/>
              <a:gd name="connsiteY1046" fmla="*/ 623030 h 2174272"/>
              <a:gd name="connsiteX1047" fmla="*/ 3167634 w 4682585"/>
              <a:gd name="connsiteY1047" fmla="*/ 476440 h 2174272"/>
              <a:gd name="connsiteX1048" fmla="*/ 2842641 w 4682585"/>
              <a:gd name="connsiteY1048" fmla="*/ 476440 h 2174272"/>
              <a:gd name="connsiteX1049" fmla="*/ 2842641 w 4682585"/>
              <a:gd name="connsiteY1049" fmla="*/ 623030 h 2174272"/>
              <a:gd name="connsiteX1050" fmla="*/ 3000375 w 4682585"/>
              <a:gd name="connsiteY1050" fmla="*/ 623030 h 2174272"/>
              <a:gd name="connsiteX1051" fmla="*/ 3000375 w 4682585"/>
              <a:gd name="connsiteY1051" fmla="*/ 476440 h 2174272"/>
              <a:gd name="connsiteX1052" fmla="*/ 2675382 w 4682585"/>
              <a:gd name="connsiteY1052" fmla="*/ 476440 h 2174272"/>
              <a:gd name="connsiteX1053" fmla="*/ 2675382 w 4682585"/>
              <a:gd name="connsiteY1053" fmla="*/ 623030 h 2174272"/>
              <a:gd name="connsiteX1054" fmla="*/ 2833116 w 4682585"/>
              <a:gd name="connsiteY1054" fmla="*/ 623030 h 2174272"/>
              <a:gd name="connsiteX1055" fmla="*/ 2833116 w 4682585"/>
              <a:gd name="connsiteY1055" fmla="*/ 476440 h 2174272"/>
              <a:gd name="connsiteX1056" fmla="*/ 2508123 w 4682585"/>
              <a:gd name="connsiteY1056" fmla="*/ 476440 h 2174272"/>
              <a:gd name="connsiteX1057" fmla="*/ 2508123 w 4682585"/>
              <a:gd name="connsiteY1057" fmla="*/ 623030 h 2174272"/>
              <a:gd name="connsiteX1058" fmla="*/ 2665857 w 4682585"/>
              <a:gd name="connsiteY1058" fmla="*/ 623030 h 2174272"/>
              <a:gd name="connsiteX1059" fmla="*/ 2665857 w 4682585"/>
              <a:gd name="connsiteY1059" fmla="*/ 476440 h 2174272"/>
              <a:gd name="connsiteX1060" fmla="*/ 2340864 w 4682585"/>
              <a:gd name="connsiteY1060" fmla="*/ 476440 h 2174272"/>
              <a:gd name="connsiteX1061" fmla="*/ 2340864 w 4682585"/>
              <a:gd name="connsiteY1061" fmla="*/ 623030 h 2174272"/>
              <a:gd name="connsiteX1062" fmla="*/ 2498598 w 4682585"/>
              <a:gd name="connsiteY1062" fmla="*/ 623030 h 2174272"/>
              <a:gd name="connsiteX1063" fmla="*/ 2498598 w 4682585"/>
              <a:gd name="connsiteY1063" fmla="*/ 476440 h 2174272"/>
              <a:gd name="connsiteX1064" fmla="*/ 2173510 w 4682585"/>
              <a:gd name="connsiteY1064" fmla="*/ 476440 h 2174272"/>
              <a:gd name="connsiteX1065" fmla="*/ 2173510 w 4682585"/>
              <a:gd name="connsiteY1065" fmla="*/ 623030 h 2174272"/>
              <a:gd name="connsiteX1066" fmla="*/ 2331339 w 4682585"/>
              <a:gd name="connsiteY1066" fmla="*/ 623030 h 2174272"/>
              <a:gd name="connsiteX1067" fmla="*/ 2331339 w 4682585"/>
              <a:gd name="connsiteY1067" fmla="*/ 476440 h 2174272"/>
              <a:gd name="connsiteX1068" fmla="*/ 2006251 w 4682585"/>
              <a:gd name="connsiteY1068" fmla="*/ 476440 h 2174272"/>
              <a:gd name="connsiteX1069" fmla="*/ 2006251 w 4682585"/>
              <a:gd name="connsiteY1069" fmla="*/ 623030 h 2174272"/>
              <a:gd name="connsiteX1070" fmla="*/ 2163985 w 4682585"/>
              <a:gd name="connsiteY1070" fmla="*/ 623030 h 2174272"/>
              <a:gd name="connsiteX1071" fmla="*/ 2163985 w 4682585"/>
              <a:gd name="connsiteY1071" fmla="*/ 476440 h 2174272"/>
              <a:gd name="connsiteX1072" fmla="*/ 1838992 w 4682585"/>
              <a:gd name="connsiteY1072" fmla="*/ 476440 h 2174272"/>
              <a:gd name="connsiteX1073" fmla="*/ 1838992 w 4682585"/>
              <a:gd name="connsiteY1073" fmla="*/ 623030 h 2174272"/>
              <a:gd name="connsiteX1074" fmla="*/ 1996726 w 4682585"/>
              <a:gd name="connsiteY1074" fmla="*/ 623030 h 2174272"/>
              <a:gd name="connsiteX1075" fmla="*/ 1996726 w 4682585"/>
              <a:gd name="connsiteY1075" fmla="*/ 476440 h 2174272"/>
              <a:gd name="connsiteX1076" fmla="*/ 1671733 w 4682585"/>
              <a:gd name="connsiteY1076" fmla="*/ 476440 h 2174272"/>
              <a:gd name="connsiteX1077" fmla="*/ 1671733 w 4682585"/>
              <a:gd name="connsiteY1077" fmla="*/ 623030 h 2174272"/>
              <a:gd name="connsiteX1078" fmla="*/ 1829467 w 4682585"/>
              <a:gd name="connsiteY1078" fmla="*/ 623030 h 2174272"/>
              <a:gd name="connsiteX1079" fmla="*/ 1829467 w 4682585"/>
              <a:gd name="connsiteY1079" fmla="*/ 476440 h 2174272"/>
              <a:gd name="connsiteX1080" fmla="*/ 1504474 w 4682585"/>
              <a:gd name="connsiteY1080" fmla="*/ 476440 h 2174272"/>
              <a:gd name="connsiteX1081" fmla="*/ 1504474 w 4682585"/>
              <a:gd name="connsiteY1081" fmla="*/ 623030 h 2174272"/>
              <a:gd name="connsiteX1082" fmla="*/ 1662208 w 4682585"/>
              <a:gd name="connsiteY1082" fmla="*/ 623030 h 2174272"/>
              <a:gd name="connsiteX1083" fmla="*/ 1662208 w 4682585"/>
              <a:gd name="connsiteY1083" fmla="*/ 476440 h 2174272"/>
              <a:gd name="connsiteX1084" fmla="*/ 1337215 w 4682585"/>
              <a:gd name="connsiteY1084" fmla="*/ 476440 h 2174272"/>
              <a:gd name="connsiteX1085" fmla="*/ 1337215 w 4682585"/>
              <a:gd name="connsiteY1085" fmla="*/ 623030 h 2174272"/>
              <a:gd name="connsiteX1086" fmla="*/ 1494949 w 4682585"/>
              <a:gd name="connsiteY1086" fmla="*/ 623030 h 2174272"/>
              <a:gd name="connsiteX1087" fmla="*/ 1494949 w 4682585"/>
              <a:gd name="connsiteY1087" fmla="*/ 476440 h 2174272"/>
              <a:gd name="connsiteX1088" fmla="*/ 1169956 w 4682585"/>
              <a:gd name="connsiteY1088" fmla="*/ 476440 h 2174272"/>
              <a:gd name="connsiteX1089" fmla="*/ 1169956 w 4682585"/>
              <a:gd name="connsiteY1089" fmla="*/ 623030 h 2174272"/>
              <a:gd name="connsiteX1090" fmla="*/ 1327690 w 4682585"/>
              <a:gd name="connsiteY1090" fmla="*/ 623030 h 2174272"/>
              <a:gd name="connsiteX1091" fmla="*/ 1327690 w 4682585"/>
              <a:gd name="connsiteY1091" fmla="*/ 476440 h 2174272"/>
              <a:gd name="connsiteX1092" fmla="*/ 1002697 w 4682585"/>
              <a:gd name="connsiteY1092" fmla="*/ 476440 h 2174272"/>
              <a:gd name="connsiteX1093" fmla="*/ 1002697 w 4682585"/>
              <a:gd name="connsiteY1093" fmla="*/ 623030 h 2174272"/>
              <a:gd name="connsiteX1094" fmla="*/ 1160431 w 4682585"/>
              <a:gd name="connsiteY1094" fmla="*/ 623030 h 2174272"/>
              <a:gd name="connsiteX1095" fmla="*/ 1160431 w 4682585"/>
              <a:gd name="connsiteY1095" fmla="*/ 476440 h 2174272"/>
              <a:gd name="connsiteX1096" fmla="*/ 835438 w 4682585"/>
              <a:gd name="connsiteY1096" fmla="*/ 476440 h 2174272"/>
              <a:gd name="connsiteX1097" fmla="*/ 835438 w 4682585"/>
              <a:gd name="connsiteY1097" fmla="*/ 623030 h 2174272"/>
              <a:gd name="connsiteX1098" fmla="*/ 993172 w 4682585"/>
              <a:gd name="connsiteY1098" fmla="*/ 623030 h 2174272"/>
              <a:gd name="connsiteX1099" fmla="*/ 993172 w 4682585"/>
              <a:gd name="connsiteY1099" fmla="*/ 476440 h 2174272"/>
              <a:gd name="connsiteX1100" fmla="*/ 668179 w 4682585"/>
              <a:gd name="connsiteY1100" fmla="*/ 476440 h 2174272"/>
              <a:gd name="connsiteX1101" fmla="*/ 668179 w 4682585"/>
              <a:gd name="connsiteY1101" fmla="*/ 623030 h 2174272"/>
              <a:gd name="connsiteX1102" fmla="*/ 825913 w 4682585"/>
              <a:gd name="connsiteY1102" fmla="*/ 623030 h 2174272"/>
              <a:gd name="connsiteX1103" fmla="*/ 825913 w 4682585"/>
              <a:gd name="connsiteY1103" fmla="*/ 476440 h 2174272"/>
              <a:gd name="connsiteX1104" fmla="*/ 500920 w 4682585"/>
              <a:gd name="connsiteY1104" fmla="*/ 476440 h 2174272"/>
              <a:gd name="connsiteX1105" fmla="*/ 500920 w 4682585"/>
              <a:gd name="connsiteY1105" fmla="*/ 623030 h 2174272"/>
              <a:gd name="connsiteX1106" fmla="*/ 658654 w 4682585"/>
              <a:gd name="connsiteY1106" fmla="*/ 623030 h 2174272"/>
              <a:gd name="connsiteX1107" fmla="*/ 658654 w 4682585"/>
              <a:gd name="connsiteY1107" fmla="*/ 476440 h 2174272"/>
              <a:gd name="connsiteX1108" fmla="*/ 333566 w 4682585"/>
              <a:gd name="connsiteY1108" fmla="*/ 476440 h 2174272"/>
              <a:gd name="connsiteX1109" fmla="*/ 333566 w 4682585"/>
              <a:gd name="connsiteY1109" fmla="*/ 623030 h 2174272"/>
              <a:gd name="connsiteX1110" fmla="*/ 491395 w 4682585"/>
              <a:gd name="connsiteY1110" fmla="*/ 623030 h 2174272"/>
              <a:gd name="connsiteX1111" fmla="*/ 491395 w 4682585"/>
              <a:gd name="connsiteY1111" fmla="*/ 476440 h 2174272"/>
              <a:gd name="connsiteX1112" fmla="*/ 166307 w 4682585"/>
              <a:gd name="connsiteY1112" fmla="*/ 476440 h 2174272"/>
              <a:gd name="connsiteX1113" fmla="*/ 166307 w 4682585"/>
              <a:gd name="connsiteY1113" fmla="*/ 623030 h 2174272"/>
              <a:gd name="connsiteX1114" fmla="*/ 324041 w 4682585"/>
              <a:gd name="connsiteY1114" fmla="*/ 623030 h 2174272"/>
              <a:gd name="connsiteX1115" fmla="*/ 324041 w 4682585"/>
              <a:gd name="connsiteY1115" fmla="*/ 476440 h 2174272"/>
              <a:gd name="connsiteX1116" fmla="*/ 9525 w 4682585"/>
              <a:gd name="connsiteY1116" fmla="*/ 476440 h 2174272"/>
              <a:gd name="connsiteX1117" fmla="*/ 9525 w 4682585"/>
              <a:gd name="connsiteY1117" fmla="*/ 623030 h 2174272"/>
              <a:gd name="connsiteX1118" fmla="*/ 156782 w 4682585"/>
              <a:gd name="connsiteY1118" fmla="*/ 623030 h 2174272"/>
              <a:gd name="connsiteX1119" fmla="*/ 156782 w 4682585"/>
              <a:gd name="connsiteY1119" fmla="*/ 476440 h 2174272"/>
              <a:gd name="connsiteX1120" fmla="*/ 4515326 w 4682585"/>
              <a:gd name="connsiteY1120" fmla="*/ 320325 h 2174272"/>
              <a:gd name="connsiteX1121" fmla="*/ 4515326 w 4682585"/>
              <a:gd name="connsiteY1121" fmla="*/ 466915 h 2174272"/>
              <a:gd name="connsiteX1122" fmla="*/ 4673060 w 4682585"/>
              <a:gd name="connsiteY1122" fmla="*/ 466915 h 2174272"/>
              <a:gd name="connsiteX1123" fmla="*/ 4673060 w 4682585"/>
              <a:gd name="connsiteY1123" fmla="*/ 320325 h 2174272"/>
              <a:gd name="connsiteX1124" fmla="*/ 4348068 w 4682585"/>
              <a:gd name="connsiteY1124" fmla="*/ 320325 h 2174272"/>
              <a:gd name="connsiteX1125" fmla="*/ 4348068 w 4682585"/>
              <a:gd name="connsiteY1125" fmla="*/ 466915 h 2174272"/>
              <a:gd name="connsiteX1126" fmla="*/ 4505801 w 4682585"/>
              <a:gd name="connsiteY1126" fmla="*/ 466915 h 2174272"/>
              <a:gd name="connsiteX1127" fmla="*/ 4505801 w 4682585"/>
              <a:gd name="connsiteY1127" fmla="*/ 320325 h 2174272"/>
              <a:gd name="connsiteX1128" fmla="*/ 4180809 w 4682585"/>
              <a:gd name="connsiteY1128" fmla="*/ 320325 h 2174272"/>
              <a:gd name="connsiteX1129" fmla="*/ 4180809 w 4682585"/>
              <a:gd name="connsiteY1129" fmla="*/ 466915 h 2174272"/>
              <a:gd name="connsiteX1130" fmla="*/ 4338543 w 4682585"/>
              <a:gd name="connsiteY1130" fmla="*/ 466915 h 2174272"/>
              <a:gd name="connsiteX1131" fmla="*/ 4338543 w 4682585"/>
              <a:gd name="connsiteY1131" fmla="*/ 320325 h 2174272"/>
              <a:gd name="connsiteX1132" fmla="*/ 4013550 w 4682585"/>
              <a:gd name="connsiteY1132" fmla="*/ 320325 h 2174272"/>
              <a:gd name="connsiteX1133" fmla="*/ 4013550 w 4682585"/>
              <a:gd name="connsiteY1133" fmla="*/ 466915 h 2174272"/>
              <a:gd name="connsiteX1134" fmla="*/ 4171284 w 4682585"/>
              <a:gd name="connsiteY1134" fmla="*/ 466915 h 2174272"/>
              <a:gd name="connsiteX1135" fmla="*/ 4171284 w 4682585"/>
              <a:gd name="connsiteY1135" fmla="*/ 320325 h 2174272"/>
              <a:gd name="connsiteX1136" fmla="*/ 3846291 w 4682585"/>
              <a:gd name="connsiteY1136" fmla="*/ 320325 h 2174272"/>
              <a:gd name="connsiteX1137" fmla="*/ 3846291 w 4682585"/>
              <a:gd name="connsiteY1137" fmla="*/ 466915 h 2174272"/>
              <a:gd name="connsiteX1138" fmla="*/ 4004025 w 4682585"/>
              <a:gd name="connsiteY1138" fmla="*/ 466915 h 2174272"/>
              <a:gd name="connsiteX1139" fmla="*/ 4004025 w 4682585"/>
              <a:gd name="connsiteY1139" fmla="*/ 320325 h 2174272"/>
              <a:gd name="connsiteX1140" fmla="*/ 3678936 w 4682585"/>
              <a:gd name="connsiteY1140" fmla="*/ 320325 h 2174272"/>
              <a:gd name="connsiteX1141" fmla="*/ 3678936 w 4682585"/>
              <a:gd name="connsiteY1141" fmla="*/ 466915 h 2174272"/>
              <a:gd name="connsiteX1142" fmla="*/ 3836766 w 4682585"/>
              <a:gd name="connsiteY1142" fmla="*/ 466915 h 2174272"/>
              <a:gd name="connsiteX1143" fmla="*/ 3836766 w 4682585"/>
              <a:gd name="connsiteY1143" fmla="*/ 320325 h 2174272"/>
              <a:gd name="connsiteX1144" fmla="*/ 3511677 w 4682585"/>
              <a:gd name="connsiteY1144" fmla="*/ 320325 h 2174272"/>
              <a:gd name="connsiteX1145" fmla="*/ 3511677 w 4682585"/>
              <a:gd name="connsiteY1145" fmla="*/ 466915 h 2174272"/>
              <a:gd name="connsiteX1146" fmla="*/ 3669411 w 4682585"/>
              <a:gd name="connsiteY1146" fmla="*/ 466915 h 2174272"/>
              <a:gd name="connsiteX1147" fmla="*/ 3669411 w 4682585"/>
              <a:gd name="connsiteY1147" fmla="*/ 320325 h 2174272"/>
              <a:gd name="connsiteX1148" fmla="*/ 3344418 w 4682585"/>
              <a:gd name="connsiteY1148" fmla="*/ 320325 h 2174272"/>
              <a:gd name="connsiteX1149" fmla="*/ 3344418 w 4682585"/>
              <a:gd name="connsiteY1149" fmla="*/ 466915 h 2174272"/>
              <a:gd name="connsiteX1150" fmla="*/ 3502152 w 4682585"/>
              <a:gd name="connsiteY1150" fmla="*/ 466915 h 2174272"/>
              <a:gd name="connsiteX1151" fmla="*/ 3502152 w 4682585"/>
              <a:gd name="connsiteY1151" fmla="*/ 320325 h 2174272"/>
              <a:gd name="connsiteX1152" fmla="*/ 3177159 w 4682585"/>
              <a:gd name="connsiteY1152" fmla="*/ 320325 h 2174272"/>
              <a:gd name="connsiteX1153" fmla="*/ 3177159 w 4682585"/>
              <a:gd name="connsiteY1153" fmla="*/ 466915 h 2174272"/>
              <a:gd name="connsiteX1154" fmla="*/ 3334893 w 4682585"/>
              <a:gd name="connsiteY1154" fmla="*/ 466915 h 2174272"/>
              <a:gd name="connsiteX1155" fmla="*/ 3334893 w 4682585"/>
              <a:gd name="connsiteY1155" fmla="*/ 320325 h 2174272"/>
              <a:gd name="connsiteX1156" fmla="*/ 3009900 w 4682585"/>
              <a:gd name="connsiteY1156" fmla="*/ 320325 h 2174272"/>
              <a:gd name="connsiteX1157" fmla="*/ 3009900 w 4682585"/>
              <a:gd name="connsiteY1157" fmla="*/ 466915 h 2174272"/>
              <a:gd name="connsiteX1158" fmla="*/ 3167634 w 4682585"/>
              <a:gd name="connsiteY1158" fmla="*/ 466915 h 2174272"/>
              <a:gd name="connsiteX1159" fmla="*/ 3167634 w 4682585"/>
              <a:gd name="connsiteY1159" fmla="*/ 320325 h 2174272"/>
              <a:gd name="connsiteX1160" fmla="*/ 2842641 w 4682585"/>
              <a:gd name="connsiteY1160" fmla="*/ 320325 h 2174272"/>
              <a:gd name="connsiteX1161" fmla="*/ 2842641 w 4682585"/>
              <a:gd name="connsiteY1161" fmla="*/ 466915 h 2174272"/>
              <a:gd name="connsiteX1162" fmla="*/ 3000375 w 4682585"/>
              <a:gd name="connsiteY1162" fmla="*/ 466915 h 2174272"/>
              <a:gd name="connsiteX1163" fmla="*/ 3000375 w 4682585"/>
              <a:gd name="connsiteY1163" fmla="*/ 320325 h 2174272"/>
              <a:gd name="connsiteX1164" fmla="*/ 2675382 w 4682585"/>
              <a:gd name="connsiteY1164" fmla="*/ 320325 h 2174272"/>
              <a:gd name="connsiteX1165" fmla="*/ 2675382 w 4682585"/>
              <a:gd name="connsiteY1165" fmla="*/ 466915 h 2174272"/>
              <a:gd name="connsiteX1166" fmla="*/ 2833116 w 4682585"/>
              <a:gd name="connsiteY1166" fmla="*/ 466915 h 2174272"/>
              <a:gd name="connsiteX1167" fmla="*/ 2833116 w 4682585"/>
              <a:gd name="connsiteY1167" fmla="*/ 320325 h 2174272"/>
              <a:gd name="connsiteX1168" fmla="*/ 2508123 w 4682585"/>
              <a:gd name="connsiteY1168" fmla="*/ 320325 h 2174272"/>
              <a:gd name="connsiteX1169" fmla="*/ 2508123 w 4682585"/>
              <a:gd name="connsiteY1169" fmla="*/ 466915 h 2174272"/>
              <a:gd name="connsiteX1170" fmla="*/ 2665857 w 4682585"/>
              <a:gd name="connsiteY1170" fmla="*/ 466915 h 2174272"/>
              <a:gd name="connsiteX1171" fmla="*/ 2665857 w 4682585"/>
              <a:gd name="connsiteY1171" fmla="*/ 320325 h 2174272"/>
              <a:gd name="connsiteX1172" fmla="*/ 2340864 w 4682585"/>
              <a:gd name="connsiteY1172" fmla="*/ 320325 h 2174272"/>
              <a:gd name="connsiteX1173" fmla="*/ 2340864 w 4682585"/>
              <a:gd name="connsiteY1173" fmla="*/ 466915 h 2174272"/>
              <a:gd name="connsiteX1174" fmla="*/ 2498598 w 4682585"/>
              <a:gd name="connsiteY1174" fmla="*/ 466915 h 2174272"/>
              <a:gd name="connsiteX1175" fmla="*/ 2498598 w 4682585"/>
              <a:gd name="connsiteY1175" fmla="*/ 320325 h 2174272"/>
              <a:gd name="connsiteX1176" fmla="*/ 2173510 w 4682585"/>
              <a:gd name="connsiteY1176" fmla="*/ 320325 h 2174272"/>
              <a:gd name="connsiteX1177" fmla="*/ 2173510 w 4682585"/>
              <a:gd name="connsiteY1177" fmla="*/ 466915 h 2174272"/>
              <a:gd name="connsiteX1178" fmla="*/ 2331339 w 4682585"/>
              <a:gd name="connsiteY1178" fmla="*/ 466915 h 2174272"/>
              <a:gd name="connsiteX1179" fmla="*/ 2331339 w 4682585"/>
              <a:gd name="connsiteY1179" fmla="*/ 320325 h 2174272"/>
              <a:gd name="connsiteX1180" fmla="*/ 2006251 w 4682585"/>
              <a:gd name="connsiteY1180" fmla="*/ 320325 h 2174272"/>
              <a:gd name="connsiteX1181" fmla="*/ 2006251 w 4682585"/>
              <a:gd name="connsiteY1181" fmla="*/ 466915 h 2174272"/>
              <a:gd name="connsiteX1182" fmla="*/ 2163985 w 4682585"/>
              <a:gd name="connsiteY1182" fmla="*/ 466915 h 2174272"/>
              <a:gd name="connsiteX1183" fmla="*/ 2163985 w 4682585"/>
              <a:gd name="connsiteY1183" fmla="*/ 320325 h 2174272"/>
              <a:gd name="connsiteX1184" fmla="*/ 1838992 w 4682585"/>
              <a:gd name="connsiteY1184" fmla="*/ 320325 h 2174272"/>
              <a:gd name="connsiteX1185" fmla="*/ 1838992 w 4682585"/>
              <a:gd name="connsiteY1185" fmla="*/ 466915 h 2174272"/>
              <a:gd name="connsiteX1186" fmla="*/ 1996726 w 4682585"/>
              <a:gd name="connsiteY1186" fmla="*/ 466915 h 2174272"/>
              <a:gd name="connsiteX1187" fmla="*/ 1996726 w 4682585"/>
              <a:gd name="connsiteY1187" fmla="*/ 320325 h 2174272"/>
              <a:gd name="connsiteX1188" fmla="*/ 1671733 w 4682585"/>
              <a:gd name="connsiteY1188" fmla="*/ 320325 h 2174272"/>
              <a:gd name="connsiteX1189" fmla="*/ 1671733 w 4682585"/>
              <a:gd name="connsiteY1189" fmla="*/ 466915 h 2174272"/>
              <a:gd name="connsiteX1190" fmla="*/ 1829467 w 4682585"/>
              <a:gd name="connsiteY1190" fmla="*/ 466915 h 2174272"/>
              <a:gd name="connsiteX1191" fmla="*/ 1829467 w 4682585"/>
              <a:gd name="connsiteY1191" fmla="*/ 320325 h 2174272"/>
              <a:gd name="connsiteX1192" fmla="*/ 1504474 w 4682585"/>
              <a:gd name="connsiteY1192" fmla="*/ 320325 h 2174272"/>
              <a:gd name="connsiteX1193" fmla="*/ 1504474 w 4682585"/>
              <a:gd name="connsiteY1193" fmla="*/ 466915 h 2174272"/>
              <a:gd name="connsiteX1194" fmla="*/ 1662208 w 4682585"/>
              <a:gd name="connsiteY1194" fmla="*/ 466915 h 2174272"/>
              <a:gd name="connsiteX1195" fmla="*/ 1662208 w 4682585"/>
              <a:gd name="connsiteY1195" fmla="*/ 320325 h 2174272"/>
              <a:gd name="connsiteX1196" fmla="*/ 1337215 w 4682585"/>
              <a:gd name="connsiteY1196" fmla="*/ 320325 h 2174272"/>
              <a:gd name="connsiteX1197" fmla="*/ 1337215 w 4682585"/>
              <a:gd name="connsiteY1197" fmla="*/ 466915 h 2174272"/>
              <a:gd name="connsiteX1198" fmla="*/ 1494949 w 4682585"/>
              <a:gd name="connsiteY1198" fmla="*/ 466915 h 2174272"/>
              <a:gd name="connsiteX1199" fmla="*/ 1494949 w 4682585"/>
              <a:gd name="connsiteY1199" fmla="*/ 320325 h 2174272"/>
              <a:gd name="connsiteX1200" fmla="*/ 1169956 w 4682585"/>
              <a:gd name="connsiteY1200" fmla="*/ 320325 h 2174272"/>
              <a:gd name="connsiteX1201" fmla="*/ 1169956 w 4682585"/>
              <a:gd name="connsiteY1201" fmla="*/ 466915 h 2174272"/>
              <a:gd name="connsiteX1202" fmla="*/ 1327690 w 4682585"/>
              <a:gd name="connsiteY1202" fmla="*/ 466915 h 2174272"/>
              <a:gd name="connsiteX1203" fmla="*/ 1327690 w 4682585"/>
              <a:gd name="connsiteY1203" fmla="*/ 320325 h 2174272"/>
              <a:gd name="connsiteX1204" fmla="*/ 1002697 w 4682585"/>
              <a:gd name="connsiteY1204" fmla="*/ 320325 h 2174272"/>
              <a:gd name="connsiteX1205" fmla="*/ 1002697 w 4682585"/>
              <a:gd name="connsiteY1205" fmla="*/ 466915 h 2174272"/>
              <a:gd name="connsiteX1206" fmla="*/ 1160431 w 4682585"/>
              <a:gd name="connsiteY1206" fmla="*/ 466915 h 2174272"/>
              <a:gd name="connsiteX1207" fmla="*/ 1160431 w 4682585"/>
              <a:gd name="connsiteY1207" fmla="*/ 320325 h 2174272"/>
              <a:gd name="connsiteX1208" fmla="*/ 835438 w 4682585"/>
              <a:gd name="connsiteY1208" fmla="*/ 320325 h 2174272"/>
              <a:gd name="connsiteX1209" fmla="*/ 835438 w 4682585"/>
              <a:gd name="connsiteY1209" fmla="*/ 466915 h 2174272"/>
              <a:gd name="connsiteX1210" fmla="*/ 993172 w 4682585"/>
              <a:gd name="connsiteY1210" fmla="*/ 466915 h 2174272"/>
              <a:gd name="connsiteX1211" fmla="*/ 993172 w 4682585"/>
              <a:gd name="connsiteY1211" fmla="*/ 320325 h 2174272"/>
              <a:gd name="connsiteX1212" fmla="*/ 668179 w 4682585"/>
              <a:gd name="connsiteY1212" fmla="*/ 320325 h 2174272"/>
              <a:gd name="connsiteX1213" fmla="*/ 668179 w 4682585"/>
              <a:gd name="connsiteY1213" fmla="*/ 466915 h 2174272"/>
              <a:gd name="connsiteX1214" fmla="*/ 825913 w 4682585"/>
              <a:gd name="connsiteY1214" fmla="*/ 466915 h 2174272"/>
              <a:gd name="connsiteX1215" fmla="*/ 825913 w 4682585"/>
              <a:gd name="connsiteY1215" fmla="*/ 320325 h 2174272"/>
              <a:gd name="connsiteX1216" fmla="*/ 500920 w 4682585"/>
              <a:gd name="connsiteY1216" fmla="*/ 320325 h 2174272"/>
              <a:gd name="connsiteX1217" fmla="*/ 500920 w 4682585"/>
              <a:gd name="connsiteY1217" fmla="*/ 466915 h 2174272"/>
              <a:gd name="connsiteX1218" fmla="*/ 658654 w 4682585"/>
              <a:gd name="connsiteY1218" fmla="*/ 466915 h 2174272"/>
              <a:gd name="connsiteX1219" fmla="*/ 658654 w 4682585"/>
              <a:gd name="connsiteY1219" fmla="*/ 320325 h 2174272"/>
              <a:gd name="connsiteX1220" fmla="*/ 333566 w 4682585"/>
              <a:gd name="connsiteY1220" fmla="*/ 320325 h 2174272"/>
              <a:gd name="connsiteX1221" fmla="*/ 333566 w 4682585"/>
              <a:gd name="connsiteY1221" fmla="*/ 466915 h 2174272"/>
              <a:gd name="connsiteX1222" fmla="*/ 491395 w 4682585"/>
              <a:gd name="connsiteY1222" fmla="*/ 466915 h 2174272"/>
              <a:gd name="connsiteX1223" fmla="*/ 491395 w 4682585"/>
              <a:gd name="connsiteY1223" fmla="*/ 320325 h 2174272"/>
              <a:gd name="connsiteX1224" fmla="*/ 166307 w 4682585"/>
              <a:gd name="connsiteY1224" fmla="*/ 320325 h 2174272"/>
              <a:gd name="connsiteX1225" fmla="*/ 166307 w 4682585"/>
              <a:gd name="connsiteY1225" fmla="*/ 466915 h 2174272"/>
              <a:gd name="connsiteX1226" fmla="*/ 324041 w 4682585"/>
              <a:gd name="connsiteY1226" fmla="*/ 466915 h 2174272"/>
              <a:gd name="connsiteX1227" fmla="*/ 324041 w 4682585"/>
              <a:gd name="connsiteY1227" fmla="*/ 320325 h 2174272"/>
              <a:gd name="connsiteX1228" fmla="*/ 9525 w 4682585"/>
              <a:gd name="connsiteY1228" fmla="*/ 320325 h 2174272"/>
              <a:gd name="connsiteX1229" fmla="*/ 9525 w 4682585"/>
              <a:gd name="connsiteY1229" fmla="*/ 466915 h 2174272"/>
              <a:gd name="connsiteX1230" fmla="*/ 156782 w 4682585"/>
              <a:gd name="connsiteY1230" fmla="*/ 466915 h 2174272"/>
              <a:gd name="connsiteX1231" fmla="*/ 156782 w 4682585"/>
              <a:gd name="connsiteY1231" fmla="*/ 320325 h 2174272"/>
              <a:gd name="connsiteX1232" fmla="*/ 4515326 w 4682585"/>
              <a:gd name="connsiteY1232" fmla="*/ 164211 h 2174272"/>
              <a:gd name="connsiteX1233" fmla="*/ 4515326 w 4682585"/>
              <a:gd name="connsiteY1233" fmla="*/ 310800 h 2174272"/>
              <a:gd name="connsiteX1234" fmla="*/ 4673060 w 4682585"/>
              <a:gd name="connsiteY1234" fmla="*/ 310800 h 2174272"/>
              <a:gd name="connsiteX1235" fmla="*/ 4673060 w 4682585"/>
              <a:gd name="connsiteY1235" fmla="*/ 164211 h 2174272"/>
              <a:gd name="connsiteX1236" fmla="*/ 4348068 w 4682585"/>
              <a:gd name="connsiteY1236" fmla="*/ 164211 h 2174272"/>
              <a:gd name="connsiteX1237" fmla="*/ 4348068 w 4682585"/>
              <a:gd name="connsiteY1237" fmla="*/ 310800 h 2174272"/>
              <a:gd name="connsiteX1238" fmla="*/ 4505801 w 4682585"/>
              <a:gd name="connsiteY1238" fmla="*/ 310800 h 2174272"/>
              <a:gd name="connsiteX1239" fmla="*/ 4505801 w 4682585"/>
              <a:gd name="connsiteY1239" fmla="*/ 164211 h 2174272"/>
              <a:gd name="connsiteX1240" fmla="*/ 4180809 w 4682585"/>
              <a:gd name="connsiteY1240" fmla="*/ 164211 h 2174272"/>
              <a:gd name="connsiteX1241" fmla="*/ 4180809 w 4682585"/>
              <a:gd name="connsiteY1241" fmla="*/ 310800 h 2174272"/>
              <a:gd name="connsiteX1242" fmla="*/ 4338543 w 4682585"/>
              <a:gd name="connsiteY1242" fmla="*/ 310800 h 2174272"/>
              <a:gd name="connsiteX1243" fmla="*/ 4338543 w 4682585"/>
              <a:gd name="connsiteY1243" fmla="*/ 164211 h 2174272"/>
              <a:gd name="connsiteX1244" fmla="*/ 4013550 w 4682585"/>
              <a:gd name="connsiteY1244" fmla="*/ 164211 h 2174272"/>
              <a:gd name="connsiteX1245" fmla="*/ 4013550 w 4682585"/>
              <a:gd name="connsiteY1245" fmla="*/ 310800 h 2174272"/>
              <a:gd name="connsiteX1246" fmla="*/ 4171284 w 4682585"/>
              <a:gd name="connsiteY1246" fmla="*/ 310800 h 2174272"/>
              <a:gd name="connsiteX1247" fmla="*/ 4171284 w 4682585"/>
              <a:gd name="connsiteY1247" fmla="*/ 164211 h 2174272"/>
              <a:gd name="connsiteX1248" fmla="*/ 3846291 w 4682585"/>
              <a:gd name="connsiteY1248" fmla="*/ 164211 h 2174272"/>
              <a:gd name="connsiteX1249" fmla="*/ 3846291 w 4682585"/>
              <a:gd name="connsiteY1249" fmla="*/ 310800 h 2174272"/>
              <a:gd name="connsiteX1250" fmla="*/ 4004025 w 4682585"/>
              <a:gd name="connsiteY1250" fmla="*/ 310800 h 2174272"/>
              <a:gd name="connsiteX1251" fmla="*/ 4004025 w 4682585"/>
              <a:gd name="connsiteY1251" fmla="*/ 164211 h 2174272"/>
              <a:gd name="connsiteX1252" fmla="*/ 3678936 w 4682585"/>
              <a:gd name="connsiteY1252" fmla="*/ 164211 h 2174272"/>
              <a:gd name="connsiteX1253" fmla="*/ 3678936 w 4682585"/>
              <a:gd name="connsiteY1253" fmla="*/ 310800 h 2174272"/>
              <a:gd name="connsiteX1254" fmla="*/ 3836766 w 4682585"/>
              <a:gd name="connsiteY1254" fmla="*/ 310800 h 2174272"/>
              <a:gd name="connsiteX1255" fmla="*/ 3836766 w 4682585"/>
              <a:gd name="connsiteY1255" fmla="*/ 164211 h 2174272"/>
              <a:gd name="connsiteX1256" fmla="*/ 3511677 w 4682585"/>
              <a:gd name="connsiteY1256" fmla="*/ 164211 h 2174272"/>
              <a:gd name="connsiteX1257" fmla="*/ 3511677 w 4682585"/>
              <a:gd name="connsiteY1257" fmla="*/ 310800 h 2174272"/>
              <a:gd name="connsiteX1258" fmla="*/ 3669411 w 4682585"/>
              <a:gd name="connsiteY1258" fmla="*/ 310800 h 2174272"/>
              <a:gd name="connsiteX1259" fmla="*/ 3669411 w 4682585"/>
              <a:gd name="connsiteY1259" fmla="*/ 164211 h 2174272"/>
              <a:gd name="connsiteX1260" fmla="*/ 3344418 w 4682585"/>
              <a:gd name="connsiteY1260" fmla="*/ 164211 h 2174272"/>
              <a:gd name="connsiteX1261" fmla="*/ 3344418 w 4682585"/>
              <a:gd name="connsiteY1261" fmla="*/ 310800 h 2174272"/>
              <a:gd name="connsiteX1262" fmla="*/ 3502152 w 4682585"/>
              <a:gd name="connsiteY1262" fmla="*/ 310800 h 2174272"/>
              <a:gd name="connsiteX1263" fmla="*/ 3502152 w 4682585"/>
              <a:gd name="connsiteY1263" fmla="*/ 164211 h 2174272"/>
              <a:gd name="connsiteX1264" fmla="*/ 3177159 w 4682585"/>
              <a:gd name="connsiteY1264" fmla="*/ 164211 h 2174272"/>
              <a:gd name="connsiteX1265" fmla="*/ 3177159 w 4682585"/>
              <a:gd name="connsiteY1265" fmla="*/ 310800 h 2174272"/>
              <a:gd name="connsiteX1266" fmla="*/ 3334893 w 4682585"/>
              <a:gd name="connsiteY1266" fmla="*/ 310800 h 2174272"/>
              <a:gd name="connsiteX1267" fmla="*/ 3334893 w 4682585"/>
              <a:gd name="connsiteY1267" fmla="*/ 164211 h 2174272"/>
              <a:gd name="connsiteX1268" fmla="*/ 3009900 w 4682585"/>
              <a:gd name="connsiteY1268" fmla="*/ 164211 h 2174272"/>
              <a:gd name="connsiteX1269" fmla="*/ 3009900 w 4682585"/>
              <a:gd name="connsiteY1269" fmla="*/ 310800 h 2174272"/>
              <a:gd name="connsiteX1270" fmla="*/ 3167634 w 4682585"/>
              <a:gd name="connsiteY1270" fmla="*/ 310800 h 2174272"/>
              <a:gd name="connsiteX1271" fmla="*/ 3167634 w 4682585"/>
              <a:gd name="connsiteY1271" fmla="*/ 164211 h 2174272"/>
              <a:gd name="connsiteX1272" fmla="*/ 2842641 w 4682585"/>
              <a:gd name="connsiteY1272" fmla="*/ 164211 h 2174272"/>
              <a:gd name="connsiteX1273" fmla="*/ 2842641 w 4682585"/>
              <a:gd name="connsiteY1273" fmla="*/ 310800 h 2174272"/>
              <a:gd name="connsiteX1274" fmla="*/ 3000375 w 4682585"/>
              <a:gd name="connsiteY1274" fmla="*/ 310800 h 2174272"/>
              <a:gd name="connsiteX1275" fmla="*/ 3000375 w 4682585"/>
              <a:gd name="connsiteY1275" fmla="*/ 164211 h 2174272"/>
              <a:gd name="connsiteX1276" fmla="*/ 2675382 w 4682585"/>
              <a:gd name="connsiteY1276" fmla="*/ 164211 h 2174272"/>
              <a:gd name="connsiteX1277" fmla="*/ 2675382 w 4682585"/>
              <a:gd name="connsiteY1277" fmla="*/ 310800 h 2174272"/>
              <a:gd name="connsiteX1278" fmla="*/ 2833116 w 4682585"/>
              <a:gd name="connsiteY1278" fmla="*/ 310800 h 2174272"/>
              <a:gd name="connsiteX1279" fmla="*/ 2833116 w 4682585"/>
              <a:gd name="connsiteY1279" fmla="*/ 164211 h 2174272"/>
              <a:gd name="connsiteX1280" fmla="*/ 2508123 w 4682585"/>
              <a:gd name="connsiteY1280" fmla="*/ 164211 h 2174272"/>
              <a:gd name="connsiteX1281" fmla="*/ 2508123 w 4682585"/>
              <a:gd name="connsiteY1281" fmla="*/ 310800 h 2174272"/>
              <a:gd name="connsiteX1282" fmla="*/ 2665857 w 4682585"/>
              <a:gd name="connsiteY1282" fmla="*/ 310800 h 2174272"/>
              <a:gd name="connsiteX1283" fmla="*/ 2665857 w 4682585"/>
              <a:gd name="connsiteY1283" fmla="*/ 164211 h 2174272"/>
              <a:gd name="connsiteX1284" fmla="*/ 2340864 w 4682585"/>
              <a:gd name="connsiteY1284" fmla="*/ 164211 h 2174272"/>
              <a:gd name="connsiteX1285" fmla="*/ 2340864 w 4682585"/>
              <a:gd name="connsiteY1285" fmla="*/ 310800 h 2174272"/>
              <a:gd name="connsiteX1286" fmla="*/ 2498598 w 4682585"/>
              <a:gd name="connsiteY1286" fmla="*/ 310800 h 2174272"/>
              <a:gd name="connsiteX1287" fmla="*/ 2498598 w 4682585"/>
              <a:gd name="connsiteY1287" fmla="*/ 164211 h 2174272"/>
              <a:gd name="connsiteX1288" fmla="*/ 2173510 w 4682585"/>
              <a:gd name="connsiteY1288" fmla="*/ 164211 h 2174272"/>
              <a:gd name="connsiteX1289" fmla="*/ 2173510 w 4682585"/>
              <a:gd name="connsiteY1289" fmla="*/ 310800 h 2174272"/>
              <a:gd name="connsiteX1290" fmla="*/ 2331339 w 4682585"/>
              <a:gd name="connsiteY1290" fmla="*/ 310800 h 2174272"/>
              <a:gd name="connsiteX1291" fmla="*/ 2331339 w 4682585"/>
              <a:gd name="connsiteY1291" fmla="*/ 164211 h 2174272"/>
              <a:gd name="connsiteX1292" fmla="*/ 2006251 w 4682585"/>
              <a:gd name="connsiteY1292" fmla="*/ 164211 h 2174272"/>
              <a:gd name="connsiteX1293" fmla="*/ 2006251 w 4682585"/>
              <a:gd name="connsiteY1293" fmla="*/ 310800 h 2174272"/>
              <a:gd name="connsiteX1294" fmla="*/ 2163985 w 4682585"/>
              <a:gd name="connsiteY1294" fmla="*/ 310800 h 2174272"/>
              <a:gd name="connsiteX1295" fmla="*/ 2163985 w 4682585"/>
              <a:gd name="connsiteY1295" fmla="*/ 164211 h 2174272"/>
              <a:gd name="connsiteX1296" fmla="*/ 1838992 w 4682585"/>
              <a:gd name="connsiteY1296" fmla="*/ 164211 h 2174272"/>
              <a:gd name="connsiteX1297" fmla="*/ 1838992 w 4682585"/>
              <a:gd name="connsiteY1297" fmla="*/ 310800 h 2174272"/>
              <a:gd name="connsiteX1298" fmla="*/ 1996726 w 4682585"/>
              <a:gd name="connsiteY1298" fmla="*/ 310800 h 2174272"/>
              <a:gd name="connsiteX1299" fmla="*/ 1996726 w 4682585"/>
              <a:gd name="connsiteY1299" fmla="*/ 164211 h 2174272"/>
              <a:gd name="connsiteX1300" fmla="*/ 1671733 w 4682585"/>
              <a:gd name="connsiteY1300" fmla="*/ 164211 h 2174272"/>
              <a:gd name="connsiteX1301" fmla="*/ 1671733 w 4682585"/>
              <a:gd name="connsiteY1301" fmla="*/ 310800 h 2174272"/>
              <a:gd name="connsiteX1302" fmla="*/ 1829467 w 4682585"/>
              <a:gd name="connsiteY1302" fmla="*/ 310800 h 2174272"/>
              <a:gd name="connsiteX1303" fmla="*/ 1829467 w 4682585"/>
              <a:gd name="connsiteY1303" fmla="*/ 164211 h 2174272"/>
              <a:gd name="connsiteX1304" fmla="*/ 1504474 w 4682585"/>
              <a:gd name="connsiteY1304" fmla="*/ 164211 h 2174272"/>
              <a:gd name="connsiteX1305" fmla="*/ 1504474 w 4682585"/>
              <a:gd name="connsiteY1305" fmla="*/ 310800 h 2174272"/>
              <a:gd name="connsiteX1306" fmla="*/ 1662208 w 4682585"/>
              <a:gd name="connsiteY1306" fmla="*/ 310800 h 2174272"/>
              <a:gd name="connsiteX1307" fmla="*/ 1662208 w 4682585"/>
              <a:gd name="connsiteY1307" fmla="*/ 164211 h 2174272"/>
              <a:gd name="connsiteX1308" fmla="*/ 1337215 w 4682585"/>
              <a:gd name="connsiteY1308" fmla="*/ 164211 h 2174272"/>
              <a:gd name="connsiteX1309" fmla="*/ 1337215 w 4682585"/>
              <a:gd name="connsiteY1309" fmla="*/ 310800 h 2174272"/>
              <a:gd name="connsiteX1310" fmla="*/ 1494949 w 4682585"/>
              <a:gd name="connsiteY1310" fmla="*/ 310800 h 2174272"/>
              <a:gd name="connsiteX1311" fmla="*/ 1494949 w 4682585"/>
              <a:gd name="connsiteY1311" fmla="*/ 164211 h 2174272"/>
              <a:gd name="connsiteX1312" fmla="*/ 1169956 w 4682585"/>
              <a:gd name="connsiteY1312" fmla="*/ 164211 h 2174272"/>
              <a:gd name="connsiteX1313" fmla="*/ 1169956 w 4682585"/>
              <a:gd name="connsiteY1313" fmla="*/ 310800 h 2174272"/>
              <a:gd name="connsiteX1314" fmla="*/ 1327690 w 4682585"/>
              <a:gd name="connsiteY1314" fmla="*/ 310800 h 2174272"/>
              <a:gd name="connsiteX1315" fmla="*/ 1327690 w 4682585"/>
              <a:gd name="connsiteY1315" fmla="*/ 164211 h 2174272"/>
              <a:gd name="connsiteX1316" fmla="*/ 1002697 w 4682585"/>
              <a:gd name="connsiteY1316" fmla="*/ 164211 h 2174272"/>
              <a:gd name="connsiteX1317" fmla="*/ 1002697 w 4682585"/>
              <a:gd name="connsiteY1317" fmla="*/ 310800 h 2174272"/>
              <a:gd name="connsiteX1318" fmla="*/ 1160431 w 4682585"/>
              <a:gd name="connsiteY1318" fmla="*/ 310800 h 2174272"/>
              <a:gd name="connsiteX1319" fmla="*/ 1160431 w 4682585"/>
              <a:gd name="connsiteY1319" fmla="*/ 164211 h 2174272"/>
              <a:gd name="connsiteX1320" fmla="*/ 835438 w 4682585"/>
              <a:gd name="connsiteY1320" fmla="*/ 164211 h 2174272"/>
              <a:gd name="connsiteX1321" fmla="*/ 835438 w 4682585"/>
              <a:gd name="connsiteY1321" fmla="*/ 310800 h 2174272"/>
              <a:gd name="connsiteX1322" fmla="*/ 993172 w 4682585"/>
              <a:gd name="connsiteY1322" fmla="*/ 310800 h 2174272"/>
              <a:gd name="connsiteX1323" fmla="*/ 993172 w 4682585"/>
              <a:gd name="connsiteY1323" fmla="*/ 164211 h 2174272"/>
              <a:gd name="connsiteX1324" fmla="*/ 668179 w 4682585"/>
              <a:gd name="connsiteY1324" fmla="*/ 164211 h 2174272"/>
              <a:gd name="connsiteX1325" fmla="*/ 668179 w 4682585"/>
              <a:gd name="connsiteY1325" fmla="*/ 310800 h 2174272"/>
              <a:gd name="connsiteX1326" fmla="*/ 825913 w 4682585"/>
              <a:gd name="connsiteY1326" fmla="*/ 310800 h 2174272"/>
              <a:gd name="connsiteX1327" fmla="*/ 825913 w 4682585"/>
              <a:gd name="connsiteY1327" fmla="*/ 164211 h 2174272"/>
              <a:gd name="connsiteX1328" fmla="*/ 500920 w 4682585"/>
              <a:gd name="connsiteY1328" fmla="*/ 164211 h 2174272"/>
              <a:gd name="connsiteX1329" fmla="*/ 500920 w 4682585"/>
              <a:gd name="connsiteY1329" fmla="*/ 310800 h 2174272"/>
              <a:gd name="connsiteX1330" fmla="*/ 658654 w 4682585"/>
              <a:gd name="connsiteY1330" fmla="*/ 310800 h 2174272"/>
              <a:gd name="connsiteX1331" fmla="*/ 658654 w 4682585"/>
              <a:gd name="connsiteY1331" fmla="*/ 164211 h 2174272"/>
              <a:gd name="connsiteX1332" fmla="*/ 333566 w 4682585"/>
              <a:gd name="connsiteY1332" fmla="*/ 164211 h 2174272"/>
              <a:gd name="connsiteX1333" fmla="*/ 333566 w 4682585"/>
              <a:gd name="connsiteY1333" fmla="*/ 310800 h 2174272"/>
              <a:gd name="connsiteX1334" fmla="*/ 491395 w 4682585"/>
              <a:gd name="connsiteY1334" fmla="*/ 310800 h 2174272"/>
              <a:gd name="connsiteX1335" fmla="*/ 491395 w 4682585"/>
              <a:gd name="connsiteY1335" fmla="*/ 164211 h 2174272"/>
              <a:gd name="connsiteX1336" fmla="*/ 166307 w 4682585"/>
              <a:gd name="connsiteY1336" fmla="*/ 164211 h 2174272"/>
              <a:gd name="connsiteX1337" fmla="*/ 166307 w 4682585"/>
              <a:gd name="connsiteY1337" fmla="*/ 310800 h 2174272"/>
              <a:gd name="connsiteX1338" fmla="*/ 324041 w 4682585"/>
              <a:gd name="connsiteY1338" fmla="*/ 310800 h 2174272"/>
              <a:gd name="connsiteX1339" fmla="*/ 324041 w 4682585"/>
              <a:gd name="connsiteY1339" fmla="*/ 164211 h 2174272"/>
              <a:gd name="connsiteX1340" fmla="*/ 9525 w 4682585"/>
              <a:gd name="connsiteY1340" fmla="*/ 164211 h 2174272"/>
              <a:gd name="connsiteX1341" fmla="*/ 9525 w 4682585"/>
              <a:gd name="connsiteY1341" fmla="*/ 310800 h 2174272"/>
              <a:gd name="connsiteX1342" fmla="*/ 156782 w 4682585"/>
              <a:gd name="connsiteY1342" fmla="*/ 310800 h 2174272"/>
              <a:gd name="connsiteX1343" fmla="*/ 156782 w 4682585"/>
              <a:gd name="connsiteY1343" fmla="*/ 164211 h 2174272"/>
              <a:gd name="connsiteX1344" fmla="*/ 0 w 4682585"/>
              <a:gd name="connsiteY1344" fmla="*/ 0 h 2174272"/>
              <a:gd name="connsiteX1345" fmla="*/ 9525 w 4682585"/>
              <a:gd name="connsiteY1345" fmla="*/ 0 h 2174272"/>
              <a:gd name="connsiteX1346" fmla="*/ 9525 w 4682585"/>
              <a:gd name="connsiteY1346" fmla="*/ 154686 h 2174272"/>
              <a:gd name="connsiteX1347" fmla="*/ 156782 w 4682585"/>
              <a:gd name="connsiteY1347" fmla="*/ 154686 h 2174272"/>
              <a:gd name="connsiteX1348" fmla="*/ 156782 w 4682585"/>
              <a:gd name="connsiteY1348" fmla="*/ 0 h 2174272"/>
              <a:gd name="connsiteX1349" fmla="*/ 166307 w 4682585"/>
              <a:gd name="connsiteY1349" fmla="*/ 0 h 2174272"/>
              <a:gd name="connsiteX1350" fmla="*/ 166307 w 4682585"/>
              <a:gd name="connsiteY1350" fmla="*/ 154686 h 2174272"/>
              <a:gd name="connsiteX1351" fmla="*/ 324041 w 4682585"/>
              <a:gd name="connsiteY1351" fmla="*/ 154686 h 2174272"/>
              <a:gd name="connsiteX1352" fmla="*/ 324041 w 4682585"/>
              <a:gd name="connsiteY1352" fmla="*/ 0 h 2174272"/>
              <a:gd name="connsiteX1353" fmla="*/ 333566 w 4682585"/>
              <a:gd name="connsiteY1353" fmla="*/ 0 h 2174272"/>
              <a:gd name="connsiteX1354" fmla="*/ 333566 w 4682585"/>
              <a:gd name="connsiteY1354" fmla="*/ 154686 h 2174272"/>
              <a:gd name="connsiteX1355" fmla="*/ 491395 w 4682585"/>
              <a:gd name="connsiteY1355" fmla="*/ 154686 h 2174272"/>
              <a:gd name="connsiteX1356" fmla="*/ 491395 w 4682585"/>
              <a:gd name="connsiteY1356" fmla="*/ 0 h 2174272"/>
              <a:gd name="connsiteX1357" fmla="*/ 500920 w 4682585"/>
              <a:gd name="connsiteY1357" fmla="*/ 0 h 2174272"/>
              <a:gd name="connsiteX1358" fmla="*/ 500920 w 4682585"/>
              <a:gd name="connsiteY1358" fmla="*/ 154686 h 2174272"/>
              <a:gd name="connsiteX1359" fmla="*/ 658654 w 4682585"/>
              <a:gd name="connsiteY1359" fmla="*/ 154686 h 2174272"/>
              <a:gd name="connsiteX1360" fmla="*/ 658654 w 4682585"/>
              <a:gd name="connsiteY1360" fmla="*/ 0 h 2174272"/>
              <a:gd name="connsiteX1361" fmla="*/ 668179 w 4682585"/>
              <a:gd name="connsiteY1361" fmla="*/ 0 h 2174272"/>
              <a:gd name="connsiteX1362" fmla="*/ 668179 w 4682585"/>
              <a:gd name="connsiteY1362" fmla="*/ 154686 h 2174272"/>
              <a:gd name="connsiteX1363" fmla="*/ 825913 w 4682585"/>
              <a:gd name="connsiteY1363" fmla="*/ 154686 h 2174272"/>
              <a:gd name="connsiteX1364" fmla="*/ 825913 w 4682585"/>
              <a:gd name="connsiteY1364" fmla="*/ 0 h 2174272"/>
              <a:gd name="connsiteX1365" fmla="*/ 835438 w 4682585"/>
              <a:gd name="connsiteY1365" fmla="*/ 0 h 2174272"/>
              <a:gd name="connsiteX1366" fmla="*/ 835438 w 4682585"/>
              <a:gd name="connsiteY1366" fmla="*/ 154686 h 2174272"/>
              <a:gd name="connsiteX1367" fmla="*/ 993172 w 4682585"/>
              <a:gd name="connsiteY1367" fmla="*/ 154686 h 2174272"/>
              <a:gd name="connsiteX1368" fmla="*/ 993172 w 4682585"/>
              <a:gd name="connsiteY1368" fmla="*/ 0 h 2174272"/>
              <a:gd name="connsiteX1369" fmla="*/ 1002697 w 4682585"/>
              <a:gd name="connsiteY1369" fmla="*/ 0 h 2174272"/>
              <a:gd name="connsiteX1370" fmla="*/ 1002697 w 4682585"/>
              <a:gd name="connsiteY1370" fmla="*/ 154686 h 2174272"/>
              <a:gd name="connsiteX1371" fmla="*/ 1160431 w 4682585"/>
              <a:gd name="connsiteY1371" fmla="*/ 154686 h 2174272"/>
              <a:gd name="connsiteX1372" fmla="*/ 1160431 w 4682585"/>
              <a:gd name="connsiteY1372" fmla="*/ 0 h 2174272"/>
              <a:gd name="connsiteX1373" fmla="*/ 1169956 w 4682585"/>
              <a:gd name="connsiteY1373" fmla="*/ 0 h 2174272"/>
              <a:gd name="connsiteX1374" fmla="*/ 1169956 w 4682585"/>
              <a:gd name="connsiteY1374" fmla="*/ 154686 h 2174272"/>
              <a:gd name="connsiteX1375" fmla="*/ 1327690 w 4682585"/>
              <a:gd name="connsiteY1375" fmla="*/ 154686 h 2174272"/>
              <a:gd name="connsiteX1376" fmla="*/ 1327690 w 4682585"/>
              <a:gd name="connsiteY1376" fmla="*/ 0 h 2174272"/>
              <a:gd name="connsiteX1377" fmla="*/ 1337215 w 4682585"/>
              <a:gd name="connsiteY1377" fmla="*/ 0 h 2174272"/>
              <a:gd name="connsiteX1378" fmla="*/ 1337215 w 4682585"/>
              <a:gd name="connsiteY1378" fmla="*/ 154686 h 2174272"/>
              <a:gd name="connsiteX1379" fmla="*/ 1494949 w 4682585"/>
              <a:gd name="connsiteY1379" fmla="*/ 154686 h 2174272"/>
              <a:gd name="connsiteX1380" fmla="*/ 1494949 w 4682585"/>
              <a:gd name="connsiteY1380" fmla="*/ 0 h 2174272"/>
              <a:gd name="connsiteX1381" fmla="*/ 1504474 w 4682585"/>
              <a:gd name="connsiteY1381" fmla="*/ 0 h 2174272"/>
              <a:gd name="connsiteX1382" fmla="*/ 1504474 w 4682585"/>
              <a:gd name="connsiteY1382" fmla="*/ 154686 h 2174272"/>
              <a:gd name="connsiteX1383" fmla="*/ 1662208 w 4682585"/>
              <a:gd name="connsiteY1383" fmla="*/ 154686 h 2174272"/>
              <a:gd name="connsiteX1384" fmla="*/ 1662208 w 4682585"/>
              <a:gd name="connsiteY1384" fmla="*/ 0 h 2174272"/>
              <a:gd name="connsiteX1385" fmla="*/ 1671733 w 4682585"/>
              <a:gd name="connsiteY1385" fmla="*/ 0 h 2174272"/>
              <a:gd name="connsiteX1386" fmla="*/ 1671733 w 4682585"/>
              <a:gd name="connsiteY1386" fmla="*/ 154686 h 2174272"/>
              <a:gd name="connsiteX1387" fmla="*/ 1829467 w 4682585"/>
              <a:gd name="connsiteY1387" fmla="*/ 154686 h 2174272"/>
              <a:gd name="connsiteX1388" fmla="*/ 1829467 w 4682585"/>
              <a:gd name="connsiteY1388" fmla="*/ 0 h 2174272"/>
              <a:gd name="connsiteX1389" fmla="*/ 1838992 w 4682585"/>
              <a:gd name="connsiteY1389" fmla="*/ 0 h 2174272"/>
              <a:gd name="connsiteX1390" fmla="*/ 1838992 w 4682585"/>
              <a:gd name="connsiteY1390" fmla="*/ 154686 h 2174272"/>
              <a:gd name="connsiteX1391" fmla="*/ 1996726 w 4682585"/>
              <a:gd name="connsiteY1391" fmla="*/ 154686 h 2174272"/>
              <a:gd name="connsiteX1392" fmla="*/ 1996726 w 4682585"/>
              <a:gd name="connsiteY1392" fmla="*/ 0 h 2174272"/>
              <a:gd name="connsiteX1393" fmla="*/ 2006251 w 4682585"/>
              <a:gd name="connsiteY1393" fmla="*/ 0 h 2174272"/>
              <a:gd name="connsiteX1394" fmla="*/ 2006251 w 4682585"/>
              <a:gd name="connsiteY1394" fmla="*/ 154686 h 2174272"/>
              <a:gd name="connsiteX1395" fmla="*/ 2163985 w 4682585"/>
              <a:gd name="connsiteY1395" fmla="*/ 154686 h 2174272"/>
              <a:gd name="connsiteX1396" fmla="*/ 2163985 w 4682585"/>
              <a:gd name="connsiteY1396" fmla="*/ 0 h 2174272"/>
              <a:gd name="connsiteX1397" fmla="*/ 2173510 w 4682585"/>
              <a:gd name="connsiteY1397" fmla="*/ 0 h 2174272"/>
              <a:gd name="connsiteX1398" fmla="*/ 2173510 w 4682585"/>
              <a:gd name="connsiteY1398" fmla="*/ 154686 h 2174272"/>
              <a:gd name="connsiteX1399" fmla="*/ 2331339 w 4682585"/>
              <a:gd name="connsiteY1399" fmla="*/ 154686 h 2174272"/>
              <a:gd name="connsiteX1400" fmla="*/ 2331339 w 4682585"/>
              <a:gd name="connsiteY1400" fmla="*/ 0 h 2174272"/>
              <a:gd name="connsiteX1401" fmla="*/ 2340864 w 4682585"/>
              <a:gd name="connsiteY1401" fmla="*/ 0 h 2174272"/>
              <a:gd name="connsiteX1402" fmla="*/ 2340864 w 4682585"/>
              <a:gd name="connsiteY1402" fmla="*/ 154686 h 2174272"/>
              <a:gd name="connsiteX1403" fmla="*/ 2498598 w 4682585"/>
              <a:gd name="connsiteY1403" fmla="*/ 154686 h 2174272"/>
              <a:gd name="connsiteX1404" fmla="*/ 2498598 w 4682585"/>
              <a:gd name="connsiteY1404" fmla="*/ 0 h 2174272"/>
              <a:gd name="connsiteX1405" fmla="*/ 2508123 w 4682585"/>
              <a:gd name="connsiteY1405" fmla="*/ 0 h 2174272"/>
              <a:gd name="connsiteX1406" fmla="*/ 2508123 w 4682585"/>
              <a:gd name="connsiteY1406" fmla="*/ 154686 h 2174272"/>
              <a:gd name="connsiteX1407" fmla="*/ 2665857 w 4682585"/>
              <a:gd name="connsiteY1407" fmla="*/ 154686 h 2174272"/>
              <a:gd name="connsiteX1408" fmla="*/ 2665857 w 4682585"/>
              <a:gd name="connsiteY1408" fmla="*/ 0 h 2174272"/>
              <a:gd name="connsiteX1409" fmla="*/ 2675382 w 4682585"/>
              <a:gd name="connsiteY1409" fmla="*/ 0 h 2174272"/>
              <a:gd name="connsiteX1410" fmla="*/ 2675382 w 4682585"/>
              <a:gd name="connsiteY1410" fmla="*/ 154686 h 2174272"/>
              <a:gd name="connsiteX1411" fmla="*/ 2833116 w 4682585"/>
              <a:gd name="connsiteY1411" fmla="*/ 154686 h 2174272"/>
              <a:gd name="connsiteX1412" fmla="*/ 2833116 w 4682585"/>
              <a:gd name="connsiteY1412" fmla="*/ 0 h 2174272"/>
              <a:gd name="connsiteX1413" fmla="*/ 2842641 w 4682585"/>
              <a:gd name="connsiteY1413" fmla="*/ 0 h 2174272"/>
              <a:gd name="connsiteX1414" fmla="*/ 2842641 w 4682585"/>
              <a:gd name="connsiteY1414" fmla="*/ 154686 h 2174272"/>
              <a:gd name="connsiteX1415" fmla="*/ 3000375 w 4682585"/>
              <a:gd name="connsiteY1415" fmla="*/ 154686 h 2174272"/>
              <a:gd name="connsiteX1416" fmla="*/ 3000375 w 4682585"/>
              <a:gd name="connsiteY1416" fmla="*/ 0 h 2174272"/>
              <a:gd name="connsiteX1417" fmla="*/ 3009900 w 4682585"/>
              <a:gd name="connsiteY1417" fmla="*/ 0 h 2174272"/>
              <a:gd name="connsiteX1418" fmla="*/ 3009900 w 4682585"/>
              <a:gd name="connsiteY1418" fmla="*/ 154686 h 2174272"/>
              <a:gd name="connsiteX1419" fmla="*/ 3167634 w 4682585"/>
              <a:gd name="connsiteY1419" fmla="*/ 154686 h 2174272"/>
              <a:gd name="connsiteX1420" fmla="*/ 3167634 w 4682585"/>
              <a:gd name="connsiteY1420" fmla="*/ 0 h 2174272"/>
              <a:gd name="connsiteX1421" fmla="*/ 3177159 w 4682585"/>
              <a:gd name="connsiteY1421" fmla="*/ 0 h 2174272"/>
              <a:gd name="connsiteX1422" fmla="*/ 3177159 w 4682585"/>
              <a:gd name="connsiteY1422" fmla="*/ 154686 h 2174272"/>
              <a:gd name="connsiteX1423" fmla="*/ 3334893 w 4682585"/>
              <a:gd name="connsiteY1423" fmla="*/ 154686 h 2174272"/>
              <a:gd name="connsiteX1424" fmla="*/ 3334893 w 4682585"/>
              <a:gd name="connsiteY1424" fmla="*/ 0 h 2174272"/>
              <a:gd name="connsiteX1425" fmla="*/ 3344418 w 4682585"/>
              <a:gd name="connsiteY1425" fmla="*/ 0 h 2174272"/>
              <a:gd name="connsiteX1426" fmla="*/ 3344418 w 4682585"/>
              <a:gd name="connsiteY1426" fmla="*/ 154686 h 2174272"/>
              <a:gd name="connsiteX1427" fmla="*/ 3502152 w 4682585"/>
              <a:gd name="connsiteY1427" fmla="*/ 154686 h 2174272"/>
              <a:gd name="connsiteX1428" fmla="*/ 3502152 w 4682585"/>
              <a:gd name="connsiteY1428" fmla="*/ 0 h 2174272"/>
              <a:gd name="connsiteX1429" fmla="*/ 3511677 w 4682585"/>
              <a:gd name="connsiteY1429" fmla="*/ 0 h 2174272"/>
              <a:gd name="connsiteX1430" fmla="*/ 3511677 w 4682585"/>
              <a:gd name="connsiteY1430" fmla="*/ 154686 h 2174272"/>
              <a:gd name="connsiteX1431" fmla="*/ 3669411 w 4682585"/>
              <a:gd name="connsiteY1431" fmla="*/ 154686 h 2174272"/>
              <a:gd name="connsiteX1432" fmla="*/ 3669411 w 4682585"/>
              <a:gd name="connsiteY1432" fmla="*/ 0 h 2174272"/>
              <a:gd name="connsiteX1433" fmla="*/ 3678936 w 4682585"/>
              <a:gd name="connsiteY1433" fmla="*/ 0 h 2174272"/>
              <a:gd name="connsiteX1434" fmla="*/ 3678936 w 4682585"/>
              <a:gd name="connsiteY1434" fmla="*/ 154686 h 2174272"/>
              <a:gd name="connsiteX1435" fmla="*/ 3836766 w 4682585"/>
              <a:gd name="connsiteY1435" fmla="*/ 154686 h 2174272"/>
              <a:gd name="connsiteX1436" fmla="*/ 3836766 w 4682585"/>
              <a:gd name="connsiteY1436" fmla="*/ 0 h 2174272"/>
              <a:gd name="connsiteX1437" fmla="*/ 3846291 w 4682585"/>
              <a:gd name="connsiteY1437" fmla="*/ 0 h 2174272"/>
              <a:gd name="connsiteX1438" fmla="*/ 3846291 w 4682585"/>
              <a:gd name="connsiteY1438" fmla="*/ 154686 h 2174272"/>
              <a:gd name="connsiteX1439" fmla="*/ 4004025 w 4682585"/>
              <a:gd name="connsiteY1439" fmla="*/ 154686 h 2174272"/>
              <a:gd name="connsiteX1440" fmla="*/ 4004025 w 4682585"/>
              <a:gd name="connsiteY1440" fmla="*/ 0 h 2174272"/>
              <a:gd name="connsiteX1441" fmla="*/ 4013550 w 4682585"/>
              <a:gd name="connsiteY1441" fmla="*/ 0 h 2174272"/>
              <a:gd name="connsiteX1442" fmla="*/ 4013550 w 4682585"/>
              <a:gd name="connsiteY1442" fmla="*/ 154686 h 2174272"/>
              <a:gd name="connsiteX1443" fmla="*/ 4171284 w 4682585"/>
              <a:gd name="connsiteY1443" fmla="*/ 154686 h 2174272"/>
              <a:gd name="connsiteX1444" fmla="*/ 4171284 w 4682585"/>
              <a:gd name="connsiteY1444" fmla="*/ 0 h 2174272"/>
              <a:gd name="connsiteX1445" fmla="*/ 4180809 w 4682585"/>
              <a:gd name="connsiteY1445" fmla="*/ 0 h 2174272"/>
              <a:gd name="connsiteX1446" fmla="*/ 4180809 w 4682585"/>
              <a:gd name="connsiteY1446" fmla="*/ 154686 h 2174272"/>
              <a:gd name="connsiteX1447" fmla="*/ 4338543 w 4682585"/>
              <a:gd name="connsiteY1447" fmla="*/ 154686 h 2174272"/>
              <a:gd name="connsiteX1448" fmla="*/ 4338543 w 4682585"/>
              <a:gd name="connsiteY1448" fmla="*/ 0 h 2174272"/>
              <a:gd name="connsiteX1449" fmla="*/ 4348068 w 4682585"/>
              <a:gd name="connsiteY1449" fmla="*/ 0 h 2174272"/>
              <a:gd name="connsiteX1450" fmla="*/ 4348068 w 4682585"/>
              <a:gd name="connsiteY1450" fmla="*/ 154686 h 2174272"/>
              <a:gd name="connsiteX1451" fmla="*/ 4505801 w 4682585"/>
              <a:gd name="connsiteY1451" fmla="*/ 154686 h 2174272"/>
              <a:gd name="connsiteX1452" fmla="*/ 4505801 w 4682585"/>
              <a:gd name="connsiteY1452" fmla="*/ 0 h 2174272"/>
              <a:gd name="connsiteX1453" fmla="*/ 4515326 w 4682585"/>
              <a:gd name="connsiteY1453" fmla="*/ 0 h 2174272"/>
              <a:gd name="connsiteX1454" fmla="*/ 4515326 w 4682585"/>
              <a:gd name="connsiteY1454" fmla="*/ 154686 h 2174272"/>
              <a:gd name="connsiteX1455" fmla="*/ 4673060 w 4682585"/>
              <a:gd name="connsiteY1455" fmla="*/ 154686 h 2174272"/>
              <a:gd name="connsiteX1456" fmla="*/ 4673060 w 4682585"/>
              <a:gd name="connsiteY1456" fmla="*/ 0 h 2174272"/>
              <a:gd name="connsiteX1457" fmla="*/ 4682585 w 4682585"/>
              <a:gd name="connsiteY1457" fmla="*/ 0 h 2174272"/>
              <a:gd name="connsiteX1458" fmla="*/ 4682585 w 4682585"/>
              <a:gd name="connsiteY1458" fmla="*/ 2174272 h 2174272"/>
              <a:gd name="connsiteX1459" fmla="*/ 4673060 w 4682585"/>
              <a:gd name="connsiteY1459" fmla="*/ 2174272 h 2174272"/>
              <a:gd name="connsiteX1460" fmla="*/ 4673060 w 4682585"/>
              <a:gd name="connsiteY1460" fmla="*/ 2037588 h 2174272"/>
              <a:gd name="connsiteX1461" fmla="*/ 4515326 w 4682585"/>
              <a:gd name="connsiteY1461" fmla="*/ 2037588 h 2174272"/>
              <a:gd name="connsiteX1462" fmla="*/ 4515326 w 4682585"/>
              <a:gd name="connsiteY1462" fmla="*/ 2174272 h 2174272"/>
              <a:gd name="connsiteX1463" fmla="*/ 4505801 w 4682585"/>
              <a:gd name="connsiteY1463" fmla="*/ 2174272 h 2174272"/>
              <a:gd name="connsiteX1464" fmla="*/ 4505801 w 4682585"/>
              <a:gd name="connsiteY1464" fmla="*/ 2037588 h 2174272"/>
              <a:gd name="connsiteX1465" fmla="*/ 4348068 w 4682585"/>
              <a:gd name="connsiteY1465" fmla="*/ 2037588 h 2174272"/>
              <a:gd name="connsiteX1466" fmla="*/ 4348068 w 4682585"/>
              <a:gd name="connsiteY1466" fmla="*/ 2174272 h 2174272"/>
              <a:gd name="connsiteX1467" fmla="*/ 4338543 w 4682585"/>
              <a:gd name="connsiteY1467" fmla="*/ 2174272 h 2174272"/>
              <a:gd name="connsiteX1468" fmla="*/ 4338543 w 4682585"/>
              <a:gd name="connsiteY1468" fmla="*/ 2037588 h 2174272"/>
              <a:gd name="connsiteX1469" fmla="*/ 4180809 w 4682585"/>
              <a:gd name="connsiteY1469" fmla="*/ 2037588 h 2174272"/>
              <a:gd name="connsiteX1470" fmla="*/ 4180809 w 4682585"/>
              <a:gd name="connsiteY1470" fmla="*/ 2174272 h 2174272"/>
              <a:gd name="connsiteX1471" fmla="*/ 4171284 w 4682585"/>
              <a:gd name="connsiteY1471" fmla="*/ 2174272 h 2174272"/>
              <a:gd name="connsiteX1472" fmla="*/ 4171284 w 4682585"/>
              <a:gd name="connsiteY1472" fmla="*/ 2037588 h 2174272"/>
              <a:gd name="connsiteX1473" fmla="*/ 4013550 w 4682585"/>
              <a:gd name="connsiteY1473" fmla="*/ 2037588 h 2174272"/>
              <a:gd name="connsiteX1474" fmla="*/ 4013550 w 4682585"/>
              <a:gd name="connsiteY1474" fmla="*/ 2174272 h 2174272"/>
              <a:gd name="connsiteX1475" fmla="*/ 4004025 w 4682585"/>
              <a:gd name="connsiteY1475" fmla="*/ 2174272 h 2174272"/>
              <a:gd name="connsiteX1476" fmla="*/ 4004025 w 4682585"/>
              <a:gd name="connsiteY1476" fmla="*/ 2037588 h 2174272"/>
              <a:gd name="connsiteX1477" fmla="*/ 3846291 w 4682585"/>
              <a:gd name="connsiteY1477" fmla="*/ 2037588 h 2174272"/>
              <a:gd name="connsiteX1478" fmla="*/ 3846291 w 4682585"/>
              <a:gd name="connsiteY1478" fmla="*/ 2174272 h 2174272"/>
              <a:gd name="connsiteX1479" fmla="*/ 3836766 w 4682585"/>
              <a:gd name="connsiteY1479" fmla="*/ 2174272 h 2174272"/>
              <a:gd name="connsiteX1480" fmla="*/ 3836766 w 4682585"/>
              <a:gd name="connsiteY1480" fmla="*/ 2037588 h 2174272"/>
              <a:gd name="connsiteX1481" fmla="*/ 3678936 w 4682585"/>
              <a:gd name="connsiteY1481" fmla="*/ 2037588 h 2174272"/>
              <a:gd name="connsiteX1482" fmla="*/ 3678936 w 4682585"/>
              <a:gd name="connsiteY1482" fmla="*/ 2174272 h 2174272"/>
              <a:gd name="connsiteX1483" fmla="*/ 3669411 w 4682585"/>
              <a:gd name="connsiteY1483" fmla="*/ 2174272 h 2174272"/>
              <a:gd name="connsiteX1484" fmla="*/ 3669411 w 4682585"/>
              <a:gd name="connsiteY1484" fmla="*/ 2037588 h 2174272"/>
              <a:gd name="connsiteX1485" fmla="*/ 3511677 w 4682585"/>
              <a:gd name="connsiteY1485" fmla="*/ 2037588 h 2174272"/>
              <a:gd name="connsiteX1486" fmla="*/ 3511677 w 4682585"/>
              <a:gd name="connsiteY1486" fmla="*/ 2174272 h 2174272"/>
              <a:gd name="connsiteX1487" fmla="*/ 3502152 w 4682585"/>
              <a:gd name="connsiteY1487" fmla="*/ 2174272 h 2174272"/>
              <a:gd name="connsiteX1488" fmla="*/ 3502152 w 4682585"/>
              <a:gd name="connsiteY1488" fmla="*/ 2037588 h 2174272"/>
              <a:gd name="connsiteX1489" fmla="*/ 3344418 w 4682585"/>
              <a:gd name="connsiteY1489" fmla="*/ 2037588 h 2174272"/>
              <a:gd name="connsiteX1490" fmla="*/ 3344418 w 4682585"/>
              <a:gd name="connsiteY1490" fmla="*/ 2174272 h 2174272"/>
              <a:gd name="connsiteX1491" fmla="*/ 3334893 w 4682585"/>
              <a:gd name="connsiteY1491" fmla="*/ 2174272 h 2174272"/>
              <a:gd name="connsiteX1492" fmla="*/ 3334893 w 4682585"/>
              <a:gd name="connsiteY1492" fmla="*/ 2037588 h 2174272"/>
              <a:gd name="connsiteX1493" fmla="*/ 3177159 w 4682585"/>
              <a:gd name="connsiteY1493" fmla="*/ 2037588 h 2174272"/>
              <a:gd name="connsiteX1494" fmla="*/ 3177159 w 4682585"/>
              <a:gd name="connsiteY1494" fmla="*/ 2174272 h 2174272"/>
              <a:gd name="connsiteX1495" fmla="*/ 3167634 w 4682585"/>
              <a:gd name="connsiteY1495" fmla="*/ 2174272 h 2174272"/>
              <a:gd name="connsiteX1496" fmla="*/ 3167634 w 4682585"/>
              <a:gd name="connsiteY1496" fmla="*/ 2037588 h 2174272"/>
              <a:gd name="connsiteX1497" fmla="*/ 3009900 w 4682585"/>
              <a:gd name="connsiteY1497" fmla="*/ 2037588 h 2174272"/>
              <a:gd name="connsiteX1498" fmla="*/ 3009900 w 4682585"/>
              <a:gd name="connsiteY1498" fmla="*/ 2174272 h 2174272"/>
              <a:gd name="connsiteX1499" fmla="*/ 3000375 w 4682585"/>
              <a:gd name="connsiteY1499" fmla="*/ 2174272 h 2174272"/>
              <a:gd name="connsiteX1500" fmla="*/ 3000375 w 4682585"/>
              <a:gd name="connsiteY1500" fmla="*/ 2037588 h 2174272"/>
              <a:gd name="connsiteX1501" fmla="*/ 2842641 w 4682585"/>
              <a:gd name="connsiteY1501" fmla="*/ 2037588 h 2174272"/>
              <a:gd name="connsiteX1502" fmla="*/ 2842641 w 4682585"/>
              <a:gd name="connsiteY1502" fmla="*/ 2174272 h 2174272"/>
              <a:gd name="connsiteX1503" fmla="*/ 2833116 w 4682585"/>
              <a:gd name="connsiteY1503" fmla="*/ 2174272 h 2174272"/>
              <a:gd name="connsiteX1504" fmla="*/ 2833116 w 4682585"/>
              <a:gd name="connsiteY1504" fmla="*/ 2037588 h 2174272"/>
              <a:gd name="connsiteX1505" fmla="*/ 2675382 w 4682585"/>
              <a:gd name="connsiteY1505" fmla="*/ 2037588 h 2174272"/>
              <a:gd name="connsiteX1506" fmla="*/ 2675382 w 4682585"/>
              <a:gd name="connsiteY1506" fmla="*/ 2174272 h 2174272"/>
              <a:gd name="connsiteX1507" fmla="*/ 2665857 w 4682585"/>
              <a:gd name="connsiteY1507" fmla="*/ 2174272 h 2174272"/>
              <a:gd name="connsiteX1508" fmla="*/ 2665857 w 4682585"/>
              <a:gd name="connsiteY1508" fmla="*/ 2037588 h 2174272"/>
              <a:gd name="connsiteX1509" fmla="*/ 2508123 w 4682585"/>
              <a:gd name="connsiteY1509" fmla="*/ 2037588 h 2174272"/>
              <a:gd name="connsiteX1510" fmla="*/ 2508123 w 4682585"/>
              <a:gd name="connsiteY1510" fmla="*/ 2174272 h 2174272"/>
              <a:gd name="connsiteX1511" fmla="*/ 2498598 w 4682585"/>
              <a:gd name="connsiteY1511" fmla="*/ 2174272 h 2174272"/>
              <a:gd name="connsiteX1512" fmla="*/ 2498598 w 4682585"/>
              <a:gd name="connsiteY1512" fmla="*/ 2037588 h 2174272"/>
              <a:gd name="connsiteX1513" fmla="*/ 2340864 w 4682585"/>
              <a:gd name="connsiteY1513" fmla="*/ 2037588 h 2174272"/>
              <a:gd name="connsiteX1514" fmla="*/ 2340864 w 4682585"/>
              <a:gd name="connsiteY1514" fmla="*/ 2174272 h 2174272"/>
              <a:gd name="connsiteX1515" fmla="*/ 2331339 w 4682585"/>
              <a:gd name="connsiteY1515" fmla="*/ 2174272 h 2174272"/>
              <a:gd name="connsiteX1516" fmla="*/ 2331339 w 4682585"/>
              <a:gd name="connsiteY1516" fmla="*/ 2037588 h 2174272"/>
              <a:gd name="connsiteX1517" fmla="*/ 2173510 w 4682585"/>
              <a:gd name="connsiteY1517" fmla="*/ 2037588 h 2174272"/>
              <a:gd name="connsiteX1518" fmla="*/ 2173510 w 4682585"/>
              <a:gd name="connsiteY1518" fmla="*/ 2174272 h 2174272"/>
              <a:gd name="connsiteX1519" fmla="*/ 2163985 w 4682585"/>
              <a:gd name="connsiteY1519" fmla="*/ 2174272 h 2174272"/>
              <a:gd name="connsiteX1520" fmla="*/ 2163985 w 4682585"/>
              <a:gd name="connsiteY1520" fmla="*/ 2037588 h 2174272"/>
              <a:gd name="connsiteX1521" fmla="*/ 2006251 w 4682585"/>
              <a:gd name="connsiteY1521" fmla="*/ 2037588 h 2174272"/>
              <a:gd name="connsiteX1522" fmla="*/ 2006251 w 4682585"/>
              <a:gd name="connsiteY1522" fmla="*/ 2174272 h 2174272"/>
              <a:gd name="connsiteX1523" fmla="*/ 1996726 w 4682585"/>
              <a:gd name="connsiteY1523" fmla="*/ 2174272 h 2174272"/>
              <a:gd name="connsiteX1524" fmla="*/ 1996726 w 4682585"/>
              <a:gd name="connsiteY1524" fmla="*/ 2037588 h 2174272"/>
              <a:gd name="connsiteX1525" fmla="*/ 1838992 w 4682585"/>
              <a:gd name="connsiteY1525" fmla="*/ 2037588 h 2174272"/>
              <a:gd name="connsiteX1526" fmla="*/ 1838992 w 4682585"/>
              <a:gd name="connsiteY1526" fmla="*/ 2174272 h 2174272"/>
              <a:gd name="connsiteX1527" fmla="*/ 1829467 w 4682585"/>
              <a:gd name="connsiteY1527" fmla="*/ 2174272 h 2174272"/>
              <a:gd name="connsiteX1528" fmla="*/ 1829467 w 4682585"/>
              <a:gd name="connsiteY1528" fmla="*/ 2037588 h 2174272"/>
              <a:gd name="connsiteX1529" fmla="*/ 1671733 w 4682585"/>
              <a:gd name="connsiteY1529" fmla="*/ 2037588 h 2174272"/>
              <a:gd name="connsiteX1530" fmla="*/ 1671733 w 4682585"/>
              <a:gd name="connsiteY1530" fmla="*/ 2174272 h 2174272"/>
              <a:gd name="connsiteX1531" fmla="*/ 1662208 w 4682585"/>
              <a:gd name="connsiteY1531" fmla="*/ 2174272 h 2174272"/>
              <a:gd name="connsiteX1532" fmla="*/ 1662208 w 4682585"/>
              <a:gd name="connsiteY1532" fmla="*/ 2037588 h 2174272"/>
              <a:gd name="connsiteX1533" fmla="*/ 1504474 w 4682585"/>
              <a:gd name="connsiteY1533" fmla="*/ 2037588 h 2174272"/>
              <a:gd name="connsiteX1534" fmla="*/ 1504474 w 4682585"/>
              <a:gd name="connsiteY1534" fmla="*/ 2174272 h 2174272"/>
              <a:gd name="connsiteX1535" fmla="*/ 1494949 w 4682585"/>
              <a:gd name="connsiteY1535" fmla="*/ 2174272 h 2174272"/>
              <a:gd name="connsiteX1536" fmla="*/ 1494949 w 4682585"/>
              <a:gd name="connsiteY1536" fmla="*/ 2037588 h 2174272"/>
              <a:gd name="connsiteX1537" fmla="*/ 1337215 w 4682585"/>
              <a:gd name="connsiteY1537" fmla="*/ 2037588 h 2174272"/>
              <a:gd name="connsiteX1538" fmla="*/ 1337215 w 4682585"/>
              <a:gd name="connsiteY1538" fmla="*/ 2174272 h 2174272"/>
              <a:gd name="connsiteX1539" fmla="*/ 1327690 w 4682585"/>
              <a:gd name="connsiteY1539" fmla="*/ 2174272 h 2174272"/>
              <a:gd name="connsiteX1540" fmla="*/ 1327690 w 4682585"/>
              <a:gd name="connsiteY1540" fmla="*/ 2037588 h 2174272"/>
              <a:gd name="connsiteX1541" fmla="*/ 1169956 w 4682585"/>
              <a:gd name="connsiteY1541" fmla="*/ 2037588 h 2174272"/>
              <a:gd name="connsiteX1542" fmla="*/ 1169956 w 4682585"/>
              <a:gd name="connsiteY1542" fmla="*/ 2174272 h 2174272"/>
              <a:gd name="connsiteX1543" fmla="*/ 1160431 w 4682585"/>
              <a:gd name="connsiteY1543" fmla="*/ 2174272 h 2174272"/>
              <a:gd name="connsiteX1544" fmla="*/ 1160431 w 4682585"/>
              <a:gd name="connsiteY1544" fmla="*/ 2037588 h 2174272"/>
              <a:gd name="connsiteX1545" fmla="*/ 1002697 w 4682585"/>
              <a:gd name="connsiteY1545" fmla="*/ 2037588 h 2174272"/>
              <a:gd name="connsiteX1546" fmla="*/ 1002697 w 4682585"/>
              <a:gd name="connsiteY1546" fmla="*/ 2174272 h 2174272"/>
              <a:gd name="connsiteX1547" fmla="*/ 993172 w 4682585"/>
              <a:gd name="connsiteY1547" fmla="*/ 2174272 h 2174272"/>
              <a:gd name="connsiteX1548" fmla="*/ 993172 w 4682585"/>
              <a:gd name="connsiteY1548" fmla="*/ 2037588 h 2174272"/>
              <a:gd name="connsiteX1549" fmla="*/ 835438 w 4682585"/>
              <a:gd name="connsiteY1549" fmla="*/ 2037588 h 2174272"/>
              <a:gd name="connsiteX1550" fmla="*/ 835438 w 4682585"/>
              <a:gd name="connsiteY1550" fmla="*/ 2174272 h 2174272"/>
              <a:gd name="connsiteX1551" fmla="*/ 825913 w 4682585"/>
              <a:gd name="connsiteY1551" fmla="*/ 2174272 h 2174272"/>
              <a:gd name="connsiteX1552" fmla="*/ 825913 w 4682585"/>
              <a:gd name="connsiteY1552" fmla="*/ 2037588 h 2174272"/>
              <a:gd name="connsiteX1553" fmla="*/ 668179 w 4682585"/>
              <a:gd name="connsiteY1553" fmla="*/ 2037588 h 2174272"/>
              <a:gd name="connsiteX1554" fmla="*/ 668179 w 4682585"/>
              <a:gd name="connsiteY1554" fmla="*/ 2174272 h 2174272"/>
              <a:gd name="connsiteX1555" fmla="*/ 658654 w 4682585"/>
              <a:gd name="connsiteY1555" fmla="*/ 2174272 h 2174272"/>
              <a:gd name="connsiteX1556" fmla="*/ 658654 w 4682585"/>
              <a:gd name="connsiteY1556" fmla="*/ 2037588 h 2174272"/>
              <a:gd name="connsiteX1557" fmla="*/ 500920 w 4682585"/>
              <a:gd name="connsiteY1557" fmla="*/ 2037588 h 2174272"/>
              <a:gd name="connsiteX1558" fmla="*/ 500920 w 4682585"/>
              <a:gd name="connsiteY1558" fmla="*/ 2174272 h 2174272"/>
              <a:gd name="connsiteX1559" fmla="*/ 491395 w 4682585"/>
              <a:gd name="connsiteY1559" fmla="*/ 2174272 h 2174272"/>
              <a:gd name="connsiteX1560" fmla="*/ 491395 w 4682585"/>
              <a:gd name="connsiteY1560" fmla="*/ 2037588 h 2174272"/>
              <a:gd name="connsiteX1561" fmla="*/ 333566 w 4682585"/>
              <a:gd name="connsiteY1561" fmla="*/ 2037588 h 2174272"/>
              <a:gd name="connsiteX1562" fmla="*/ 333566 w 4682585"/>
              <a:gd name="connsiteY1562" fmla="*/ 2174272 h 2174272"/>
              <a:gd name="connsiteX1563" fmla="*/ 324041 w 4682585"/>
              <a:gd name="connsiteY1563" fmla="*/ 2174272 h 2174272"/>
              <a:gd name="connsiteX1564" fmla="*/ 324041 w 4682585"/>
              <a:gd name="connsiteY1564" fmla="*/ 2037588 h 2174272"/>
              <a:gd name="connsiteX1565" fmla="*/ 166307 w 4682585"/>
              <a:gd name="connsiteY1565" fmla="*/ 2037588 h 2174272"/>
              <a:gd name="connsiteX1566" fmla="*/ 166307 w 4682585"/>
              <a:gd name="connsiteY1566" fmla="*/ 2174272 h 2174272"/>
              <a:gd name="connsiteX1567" fmla="*/ 156782 w 4682585"/>
              <a:gd name="connsiteY1567" fmla="*/ 2174272 h 2174272"/>
              <a:gd name="connsiteX1568" fmla="*/ 156782 w 4682585"/>
              <a:gd name="connsiteY1568" fmla="*/ 2037588 h 2174272"/>
              <a:gd name="connsiteX1569" fmla="*/ 9525 w 4682585"/>
              <a:gd name="connsiteY1569" fmla="*/ 2037588 h 2174272"/>
              <a:gd name="connsiteX1570" fmla="*/ 9525 w 4682585"/>
              <a:gd name="connsiteY1570" fmla="*/ 2174272 h 2174272"/>
              <a:gd name="connsiteX1571" fmla="*/ 0 w 4682585"/>
              <a:gd name="connsiteY1571" fmla="*/ 2174272 h 217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</a:cxnLst>
            <a:rect l="l" t="t" r="r" b="b"/>
            <a:pathLst>
              <a:path w="15164" h="6460">
                <a:moveTo>
                  <a:pt x="15133" y="6460"/>
                </a:moveTo>
                <a:lnTo>
                  <a:pt x="15164" y="6460"/>
                </a:lnTo>
                <a:lnTo>
                  <a:pt x="15164" y="6460"/>
                </a:lnTo>
                <a:lnTo>
                  <a:pt x="15133" y="6460"/>
                </a:lnTo>
                <a:lnTo>
                  <a:pt x="15133" y="6460"/>
                </a:lnTo>
                <a:close/>
                <a:moveTo>
                  <a:pt x="14592" y="6460"/>
                </a:moveTo>
                <a:lnTo>
                  <a:pt x="14622" y="6460"/>
                </a:lnTo>
                <a:lnTo>
                  <a:pt x="14622" y="6460"/>
                </a:lnTo>
                <a:lnTo>
                  <a:pt x="14592" y="6460"/>
                </a:lnTo>
                <a:lnTo>
                  <a:pt x="14592" y="6460"/>
                </a:lnTo>
                <a:close/>
                <a:moveTo>
                  <a:pt x="14050" y="6460"/>
                </a:moveTo>
                <a:lnTo>
                  <a:pt x="14081" y="6460"/>
                </a:lnTo>
                <a:lnTo>
                  <a:pt x="14081" y="6460"/>
                </a:lnTo>
                <a:lnTo>
                  <a:pt x="14050" y="6460"/>
                </a:lnTo>
                <a:lnTo>
                  <a:pt x="14050" y="6460"/>
                </a:lnTo>
                <a:close/>
                <a:moveTo>
                  <a:pt x="13539" y="5590"/>
                </a:moveTo>
                <a:lnTo>
                  <a:pt x="13539" y="6026"/>
                </a:lnTo>
                <a:lnTo>
                  <a:pt x="14050" y="6026"/>
                </a:lnTo>
                <a:lnTo>
                  <a:pt x="14050" y="5590"/>
                </a:lnTo>
                <a:lnTo>
                  <a:pt x="13539" y="5590"/>
                </a:lnTo>
                <a:close/>
                <a:moveTo>
                  <a:pt x="12997" y="5590"/>
                </a:moveTo>
                <a:lnTo>
                  <a:pt x="12997" y="6026"/>
                </a:lnTo>
                <a:lnTo>
                  <a:pt x="13508" y="6026"/>
                </a:lnTo>
                <a:lnTo>
                  <a:pt x="13508" y="5590"/>
                </a:lnTo>
                <a:lnTo>
                  <a:pt x="12997" y="5590"/>
                </a:lnTo>
                <a:close/>
                <a:moveTo>
                  <a:pt x="12456" y="5590"/>
                </a:moveTo>
                <a:lnTo>
                  <a:pt x="12456" y="6026"/>
                </a:lnTo>
                <a:lnTo>
                  <a:pt x="12967" y="6026"/>
                </a:lnTo>
                <a:lnTo>
                  <a:pt x="12967" y="5590"/>
                </a:lnTo>
                <a:lnTo>
                  <a:pt x="12456" y="5590"/>
                </a:lnTo>
                <a:close/>
                <a:moveTo>
                  <a:pt x="11914" y="5590"/>
                </a:moveTo>
                <a:lnTo>
                  <a:pt x="11914" y="6026"/>
                </a:lnTo>
                <a:lnTo>
                  <a:pt x="12425" y="6026"/>
                </a:lnTo>
                <a:lnTo>
                  <a:pt x="12425" y="5590"/>
                </a:lnTo>
                <a:lnTo>
                  <a:pt x="11914" y="5590"/>
                </a:lnTo>
                <a:close/>
                <a:moveTo>
                  <a:pt x="11372" y="5590"/>
                </a:moveTo>
                <a:lnTo>
                  <a:pt x="11372" y="6026"/>
                </a:lnTo>
                <a:lnTo>
                  <a:pt x="11883" y="6026"/>
                </a:lnTo>
                <a:lnTo>
                  <a:pt x="11883" y="5590"/>
                </a:lnTo>
                <a:lnTo>
                  <a:pt x="11372" y="5590"/>
                </a:lnTo>
                <a:close/>
                <a:moveTo>
                  <a:pt x="10831" y="5590"/>
                </a:moveTo>
                <a:lnTo>
                  <a:pt x="10831" y="6026"/>
                </a:lnTo>
                <a:lnTo>
                  <a:pt x="11341" y="6026"/>
                </a:lnTo>
                <a:lnTo>
                  <a:pt x="11341" y="5590"/>
                </a:lnTo>
                <a:lnTo>
                  <a:pt x="10831" y="5590"/>
                </a:lnTo>
                <a:close/>
                <a:moveTo>
                  <a:pt x="10289" y="5590"/>
                </a:moveTo>
                <a:lnTo>
                  <a:pt x="10289" y="6026"/>
                </a:lnTo>
                <a:lnTo>
                  <a:pt x="10800" y="6026"/>
                </a:lnTo>
                <a:lnTo>
                  <a:pt x="10800" y="5590"/>
                </a:lnTo>
                <a:lnTo>
                  <a:pt x="10289" y="5590"/>
                </a:lnTo>
                <a:close/>
                <a:moveTo>
                  <a:pt x="9747" y="5590"/>
                </a:moveTo>
                <a:lnTo>
                  <a:pt x="9747" y="6026"/>
                </a:lnTo>
                <a:lnTo>
                  <a:pt x="10258" y="6026"/>
                </a:lnTo>
                <a:lnTo>
                  <a:pt x="10258" y="5590"/>
                </a:lnTo>
                <a:lnTo>
                  <a:pt x="9747" y="5590"/>
                </a:lnTo>
                <a:close/>
                <a:moveTo>
                  <a:pt x="9206" y="5590"/>
                </a:moveTo>
                <a:lnTo>
                  <a:pt x="9206" y="6026"/>
                </a:lnTo>
                <a:lnTo>
                  <a:pt x="9716" y="6026"/>
                </a:lnTo>
                <a:lnTo>
                  <a:pt x="9716" y="5590"/>
                </a:lnTo>
                <a:lnTo>
                  <a:pt x="9206" y="5590"/>
                </a:lnTo>
                <a:close/>
                <a:moveTo>
                  <a:pt x="8664" y="5590"/>
                </a:moveTo>
                <a:lnTo>
                  <a:pt x="8664" y="6026"/>
                </a:lnTo>
                <a:lnTo>
                  <a:pt x="9175" y="6026"/>
                </a:lnTo>
                <a:lnTo>
                  <a:pt x="9175" y="5590"/>
                </a:lnTo>
                <a:lnTo>
                  <a:pt x="8664" y="5590"/>
                </a:lnTo>
                <a:close/>
                <a:moveTo>
                  <a:pt x="8122" y="5590"/>
                </a:moveTo>
                <a:lnTo>
                  <a:pt x="8122" y="6026"/>
                </a:lnTo>
                <a:lnTo>
                  <a:pt x="8633" y="6026"/>
                </a:lnTo>
                <a:lnTo>
                  <a:pt x="8633" y="5590"/>
                </a:lnTo>
                <a:lnTo>
                  <a:pt x="8122" y="5590"/>
                </a:lnTo>
                <a:close/>
                <a:moveTo>
                  <a:pt x="7581" y="5590"/>
                </a:moveTo>
                <a:lnTo>
                  <a:pt x="7581" y="6026"/>
                </a:lnTo>
                <a:lnTo>
                  <a:pt x="8091" y="6026"/>
                </a:lnTo>
                <a:lnTo>
                  <a:pt x="8091" y="5590"/>
                </a:lnTo>
                <a:lnTo>
                  <a:pt x="7581" y="5590"/>
                </a:lnTo>
                <a:close/>
                <a:moveTo>
                  <a:pt x="7039" y="5590"/>
                </a:moveTo>
                <a:lnTo>
                  <a:pt x="7039" y="6026"/>
                </a:lnTo>
                <a:lnTo>
                  <a:pt x="7550" y="6026"/>
                </a:lnTo>
                <a:lnTo>
                  <a:pt x="7550" y="5590"/>
                </a:lnTo>
                <a:lnTo>
                  <a:pt x="7039" y="5590"/>
                </a:lnTo>
                <a:close/>
                <a:moveTo>
                  <a:pt x="6497" y="5590"/>
                </a:moveTo>
                <a:lnTo>
                  <a:pt x="6497" y="6026"/>
                </a:lnTo>
                <a:lnTo>
                  <a:pt x="7008" y="6026"/>
                </a:lnTo>
                <a:lnTo>
                  <a:pt x="7008" y="5590"/>
                </a:lnTo>
                <a:lnTo>
                  <a:pt x="6497" y="5590"/>
                </a:lnTo>
                <a:close/>
                <a:moveTo>
                  <a:pt x="5955" y="5590"/>
                </a:moveTo>
                <a:lnTo>
                  <a:pt x="5955" y="6026"/>
                </a:lnTo>
                <a:lnTo>
                  <a:pt x="6466" y="6026"/>
                </a:lnTo>
                <a:lnTo>
                  <a:pt x="6466" y="5590"/>
                </a:lnTo>
                <a:lnTo>
                  <a:pt x="5955" y="5590"/>
                </a:lnTo>
                <a:close/>
                <a:moveTo>
                  <a:pt x="5414" y="5590"/>
                </a:moveTo>
                <a:lnTo>
                  <a:pt x="5414" y="6026"/>
                </a:lnTo>
                <a:lnTo>
                  <a:pt x="5925" y="6026"/>
                </a:lnTo>
                <a:lnTo>
                  <a:pt x="5925" y="5590"/>
                </a:lnTo>
                <a:lnTo>
                  <a:pt x="5414" y="5590"/>
                </a:lnTo>
                <a:close/>
                <a:moveTo>
                  <a:pt x="4872" y="5590"/>
                </a:moveTo>
                <a:lnTo>
                  <a:pt x="4872" y="6026"/>
                </a:lnTo>
                <a:lnTo>
                  <a:pt x="5383" y="6026"/>
                </a:lnTo>
                <a:lnTo>
                  <a:pt x="5383" y="5590"/>
                </a:lnTo>
                <a:lnTo>
                  <a:pt x="4872" y="5590"/>
                </a:lnTo>
                <a:close/>
                <a:moveTo>
                  <a:pt x="4330" y="5590"/>
                </a:moveTo>
                <a:lnTo>
                  <a:pt x="4330" y="6026"/>
                </a:lnTo>
                <a:lnTo>
                  <a:pt x="4841" y="6026"/>
                </a:lnTo>
                <a:lnTo>
                  <a:pt x="4841" y="5590"/>
                </a:lnTo>
                <a:lnTo>
                  <a:pt x="4330" y="5590"/>
                </a:lnTo>
                <a:close/>
                <a:moveTo>
                  <a:pt x="3789" y="5590"/>
                </a:moveTo>
                <a:lnTo>
                  <a:pt x="3789" y="6026"/>
                </a:lnTo>
                <a:lnTo>
                  <a:pt x="4300" y="6026"/>
                </a:lnTo>
                <a:lnTo>
                  <a:pt x="4300" y="5590"/>
                </a:lnTo>
                <a:lnTo>
                  <a:pt x="3789" y="5590"/>
                </a:lnTo>
                <a:close/>
                <a:moveTo>
                  <a:pt x="3247" y="5590"/>
                </a:moveTo>
                <a:lnTo>
                  <a:pt x="3247" y="6026"/>
                </a:lnTo>
                <a:lnTo>
                  <a:pt x="3758" y="6026"/>
                </a:lnTo>
                <a:lnTo>
                  <a:pt x="3758" y="5590"/>
                </a:lnTo>
                <a:lnTo>
                  <a:pt x="3247" y="5590"/>
                </a:lnTo>
                <a:close/>
                <a:moveTo>
                  <a:pt x="2705" y="5590"/>
                </a:moveTo>
                <a:lnTo>
                  <a:pt x="2705" y="6026"/>
                </a:lnTo>
                <a:lnTo>
                  <a:pt x="3216" y="6026"/>
                </a:lnTo>
                <a:lnTo>
                  <a:pt x="3216" y="5590"/>
                </a:lnTo>
                <a:lnTo>
                  <a:pt x="2705" y="5590"/>
                </a:lnTo>
                <a:close/>
                <a:moveTo>
                  <a:pt x="2164" y="5590"/>
                </a:moveTo>
                <a:lnTo>
                  <a:pt x="2164" y="6026"/>
                </a:lnTo>
                <a:lnTo>
                  <a:pt x="2675" y="6026"/>
                </a:lnTo>
                <a:lnTo>
                  <a:pt x="2675" y="5590"/>
                </a:lnTo>
                <a:lnTo>
                  <a:pt x="2164" y="5590"/>
                </a:lnTo>
                <a:close/>
                <a:moveTo>
                  <a:pt x="1622" y="5590"/>
                </a:moveTo>
                <a:lnTo>
                  <a:pt x="1622" y="6026"/>
                </a:lnTo>
                <a:lnTo>
                  <a:pt x="2133" y="6026"/>
                </a:lnTo>
                <a:lnTo>
                  <a:pt x="2133" y="5590"/>
                </a:lnTo>
                <a:lnTo>
                  <a:pt x="1622" y="5590"/>
                </a:lnTo>
                <a:close/>
                <a:moveTo>
                  <a:pt x="1080" y="5590"/>
                </a:moveTo>
                <a:lnTo>
                  <a:pt x="1080" y="6026"/>
                </a:lnTo>
                <a:lnTo>
                  <a:pt x="1591" y="6026"/>
                </a:lnTo>
                <a:lnTo>
                  <a:pt x="1591" y="5590"/>
                </a:lnTo>
                <a:lnTo>
                  <a:pt x="1080" y="5590"/>
                </a:lnTo>
                <a:close/>
                <a:moveTo>
                  <a:pt x="539" y="5590"/>
                </a:moveTo>
                <a:lnTo>
                  <a:pt x="539" y="6026"/>
                </a:lnTo>
                <a:lnTo>
                  <a:pt x="1049" y="6026"/>
                </a:lnTo>
                <a:lnTo>
                  <a:pt x="1049" y="5590"/>
                </a:lnTo>
                <a:lnTo>
                  <a:pt x="539" y="5590"/>
                </a:lnTo>
                <a:close/>
                <a:moveTo>
                  <a:pt x="31" y="5590"/>
                </a:moveTo>
                <a:lnTo>
                  <a:pt x="31" y="6026"/>
                </a:lnTo>
                <a:lnTo>
                  <a:pt x="508" y="6026"/>
                </a:lnTo>
                <a:lnTo>
                  <a:pt x="508" y="5590"/>
                </a:lnTo>
                <a:lnTo>
                  <a:pt x="31" y="5590"/>
                </a:lnTo>
                <a:close/>
                <a:moveTo>
                  <a:pt x="14081" y="5126"/>
                </a:moveTo>
                <a:lnTo>
                  <a:pt x="14081" y="5562"/>
                </a:lnTo>
                <a:lnTo>
                  <a:pt x="14592" y="5562"/>
                </a:lnTo>
                <a:lnTo>
                  <a:pt x="14592" y="5126"/>
                </a:lnTo>
                <a:lnTo>
                  <a:pt x="14081" y="5126"/>
                </a:lnTo>
                <a:close/>
                <a:moveTo>
                  <a:pt x="13539" y="5126"/>
                </a:moveTo>
                <a:lnTo>
                  <a:pt x="13539" y="5562"/>
                </a:lnTo>
                <a:lnTo>
                  <a:pt x="14050" y="5562"/>
                </a:lnTo>
                <a:lnTo>
                  <a:pt x="14050" y="5126"/>
                </a:lnTo>
                <a:lnTo>
                  <a:pt x="13539" y="5126"/>
                </a:lnTo>
                <a:close/>
                <a:moveTo>
                  <a:pt x="12997" y="5126"/>
                </a:moveTo>
                <a:lnTo>
                  <a:pt x="12997" y="5562"/>
                </a:lnTo>
                <a:lnTo>
                  <a:pt x="13508" y="5562"/>
                </a:lnTo>
                <a:lnTo>
                  <a:pt x="13508" y="5126"/>
                </a:lnTo>
                <a:lnTo>
                  <a:pt x="12997" y="5126"/>
                </a:lnTo>
                <a:close/>
                <a:moveTo>
                  <a:pt x="12456" y="5126"/>
                </a:moveTo>
                <a:lnTo>
                  <a:pt x="12456" y="5562"/>
                </a:lnTo>
                <a:lnTo>
                  <a:pt x="12967" y="5562"/>
                </a:lnTo>
                <a:lnTo>
                  <a:pt x="12967" y="5126"/>
                </a:lnTo>
                <a:lnTo>
                  <a:pt x="12456" y="5126"/>
                </a:lnTo>
                <a:close/>
                <a:moveTo>
                  <a:pt x="11914" y="5126"/>
                </a:moveTo>
                <a:lnTo>
                  <a:pt x="11914" y="5562"/>
                </a:lnTo>
                <a:lnTo>
                  <a:pt x="12425" y="5562"/>
                </a:lnTo>
                <a:lnTo>
                  <a:pt x="12425" y="5126"/>
                </a:lnTo>
                <a:lnTo>
                  <a:pt x="11914" y="5126"/>
                </a:lnTo>
                <a:close/>
                <a:moveTo>
                  <a:pt x="11372" y="5126"/>
                </a:moveTo>
                <a:lnTo>
                  <a:pt x="11372" y="5562"/>
                </a:lnTo>
                <a:lnTo>
                  <a:pt x="11883" y="5562"/>
                </a:lnTo>
                <a:lnTo>
                  <a:pt x="11883" y="5126"/>
                </a:lnTo>
                <a:lnTo>
                  <a:pt x="11372" y="5126"/>
                </a:lnTo>
                <a:close/>
                <a:moveTo>
                  <a:pt x="10831" y="5126"/>
                </a:moveTo>
                <a:lnTo>
                  <a:pt x="10831" y="5562"/>
                </a:lnTo>
                <a:lnTo>
                  <a:pt x="11341" y="5562"/>
                </a:lnTo>
                <a:lnTo>
                  <a:pt x="11341" y="5126"/>
                </a:lnTo>
                <a:lnTo>
                  <a:pt x="10831" y="5126"/>
                </a:lnTo>
                <a:close/>
                <a:moveTo>
                  <a:pt x="10289" y="5126"/>
                </a:moveTo>
                <a:lnTo>
                  <a:pt x="10289" y="5562"/>
                </a:lnTo>
                <a:lnTo>
                  <a:pt x="10800" y="5562"/>
                </a:lnTo>
                <a:lnTo>
                  <a:pt x="10800" y="5126"/>
                </a:lnTo>
                <a:lnTo>
                  <a:pt x="10289" y="5126"/>
                </a:lnTo>
                <a:close/>
                <a:moveTo>
                  <a:pt x="9747" y="5126"/>
                </a:moveTo>
                <a:lnTo>
                  <a:pt x="9747" y="5562"/>
                </a:lnTo>
                <a:lnTo>
                  <a:pt x="10258" y="5562"/>
                </a:lnTo>
                <a:lnTo>
                  <a:pt x="10258" y="5126"/>
                </a:lnTo>
                <a:lnTo>
                  <a:pt x="9747" y="5126"/>
                </a:lnTo>
                <a:close/>
                <a:moveTo>
                  <a:pt x="9206" y="5126"/>
                </a:moveTo>
                <a:lnTo>
                  <a:pt x="9206" y="5562"/>
                </a:lnTo>
                <a:lnTo>
                  <a:pt x="9716" y="5562"/>
                </a:lnTo>
                <a:lnTo>
                  <a:pt x="9716" y="5126"/>
                </a:lnTo>
                <a:lnTo>
                  <a:pt x="9206" y="5126"/>
                </a:lnTo>
                <a:close/>
                <a:moveTo>
                  <a:pt x="8664" y="5126"/>
                </a:moveTo>
                <a:lnTo>
                  <a:pt x="8664" y="5562"/>
                </a:lnTo>
                <a:lnTo>
                  <a:pt x="9175" y="5562"/>
                </a:lnTo>
                <a:lnTo>
                  <a:pt x="9175" y="5126"/>
                </a:lnTo>
                <a:lnTo>
                  <a:pt x="8664" y="5126"/>
                </a:lnTo>
                <a:close/>
                <a:moveTo>
                  <a:pt x="8122" y="5126"/>
                </a:moveTo>
                <a:lnTo>
                  <a:pt x="8122" y="5562"/>
                </a:lnTo>
                <a:lnTo>
                  <a:pt x="8633" y="5562"/>
                </a:lnTo>
                <a:lnTo>
                  <a:pt x="8633" y="5126"/>
                </a:lnTo>
                <a:lnTo>
                  <a:pt x="8122" y="5126"/>
                </a:lnTo>
                <a:close/>
                <a:moveTo>
                  <a:pt x="7581" y="5126"/>
                </a:moveTo>
                <a:lnTo>
                  <a:pt x="7581" y="5562"/>
                </a:lnTo>
                <a:lnTo>
                  <a:pt x="8091" y="5562"/>
                </a:lnTo>
                <a:lnTo>
                  <a:pt x="8091" y="5126"/>
                </a:lnTo>
                <a:lnTo>
                  <a:pt x="7581" y="5126"/>
                </a:lnTo>
                <a:close/>
                <a:moveTo>
                  <a:pt x="7039" y="5126"/>
                </a:moveTo>
                <a:lnTo>
                  <a:pt x="7039" y="5562"/>
                </a:lnTo>
                <a:lnTo>
                  <a:pt x="7550" y="5562"/>
                </a:lnTo>
                <a:lnTo>
                  <a:pt x="7550" y="5126"/>
                </a:lnTo>
                <a:lnTo>
                  <a:pt x="7039" y="5126"/>
                </a:lnTo>
                <a:close/>
                <a:moveTo>
                  <a:pt x="6497" y="5126"/>
                </a:moveTo>
                <a:lnTo>
                  <a:pt x="6497" y="5562"/>
                </a:lnTo>
                <a:lnTo>
                  <a:pt x="7008" y="5562"/>
                </a:lnTo>
                <a:lnTo>
                  <a:pt x="7008" y="5126"/>
                </a:lnTo>
                <a:lnTo>
                  <a:pt x="6497" y="5126"/>
                </a:lnTo>
                <a:close/>
                <a:moveTo>
                  <a:pt x="5955" y="5126"/>
                </a:moveTo>
                <a:lnTo>
                  <a:pt x="5955" y="5562"/>
                </a:lnTo>
                <a:lnTo>
                  <a:pt x="6466" y="5562"/>
                </a:lnTo>
                <a:lnTo>
                  <a:pt x="6466" y="5126"/>
                </a:lnTo>
                <a:lnTo>
                  <a:pt x="5955" y="5126"/>
                </a:lnTo>
                <a:close/>
                <a:moveTo>
                  <a:pt x="5414" y="5126"/>
                </a:moveTo>
                <a:lnTo>
                  <a:pt x="5414" y="5562"/>
                </a:lnTo>
                <a:lnTo>
                  <a:pt x="5925" y="5562"/>
                </a:lnTo>
                <a:lnTo>
                  <a:pt x="5925" y="5126"/>
                </a:lnTo>
                <a:lnTo>
                  <a:pt x="5414" y="5126"/>
                </a:lnTo>
                <a:close/>
                <a:moveTo>
                  <a:pt x="4872" y="5126"/>
                </a:moveTo>
                <a:lnTo>
                  <a:pt x="4872" y="5562"/>
                </a:lnTo>
                <a:lnTo>
                  <a:pt x="5383" y="5562"/>
                </a:lnTo>
                <a:lnTo>
                  <a:pt x="5383" y="5126"/>
                </a:lnTo>
                <a:lnTo>
                  <a:pt x="4872" y="5126"/>
                </a:lnTo>
                <a:close/>
                <a:moveTo>
                  <a:pt x="4330" y="5126"/>
                </a:moveTo>
                <a:lnTo>
                  <a:pt x="4330" y="5562"/>
                </a:lnTo>
                <a:lnTo>
                  <a:pt x="4841" y="5562"/>
                </a:lnTo>
                <a:lnTo>
                  <a:pt x="4841" y="5126"/>
                </a:lnTo>
                <a:lnTo>
                  <a:pt x="4330" y="5126"/>
                </a:lnTo>
                <a:close/>
                <a:moveTo>
                  <a:pt x="3789" y="5126"/>
                </a:moveTo>
                <a:lnTo>
                  <a:pt x="3789" y="5562"/>
                </a:lnTo>
                <a:lnTo>
                  <a:pt x="4300" y="5562"/>
                </a:lnTo>
                <a:lnTo>
                  <a:pt x="4300" y="5126"/>
                </a:lnTo>
                <a:lnTo>
                  <a:pt x="3789" y="5126"/>
                </a:lnTo>
                <a:close/>
                <a:moveTo>
                  <a:pt x="3247" y="5126"/>
                </a:moveTo>
                <a:lnTo>
                  <a:pt x="3247" y="5562"/>
                </a:lnTo>
                <a:lnTo>
                  <a:pt x="3758" y="5562"/>
                </a:lnTo>
                <a:lnTo>
                  <a:pt x="3758" y="5126"/>
                </a:lnTo>
                <a:lnTo>
                  <a:pt x="3247" y="5126"/>
                </a:lnTo>
                <a:close/>
                <a:moveTo>
                  <a:pt x="2705" y="5126"/>
                </a:moveTo>
                <a:lnTo>
                  <a:pt x="2705" y="5562"/>
                </a:lnTo>
                <a:lnTo>
                  <a:pt x="3216" y="5562"/>
                </a:lnTo>
                <a:lnTo>
                  <a:pt x="3216" y="5126"/>
                </a:lnTo>
                <a:lnTo>
                  <a:pt x="2705" y="5126"/>
                </a:lnTo>
                <a:close/>
                <a:moveTo>
                  <a:pt x="2164" y="5126"/>
                </a:moveTo>
                <a:lnTo>
                  <a:pt x="2164" y="5562"/>
                </a:lnTo>
                <a:lnTo>
                  <a:pt x="2675" y="5562"/>
                </a:lnTo>
                <a:lnTo>
                  <a:pt x="2675" y="5126"/>
                </a:lnTo>
                <a:lnTo>
                  <a:pt x="2164" y="5126"/>
                </a:lnTo>
                <a:close/>
                <a:moveTo>
                  <a:pt x="1622" y="5126"/>
                </a:moveTo>
                <a:lnTo>
                  <a:pt x="1622" y="5562"/>
                </a:lnTo>
                <a:lnTo>
                  <a:pt x="2133" y="5562"/>
                </a:lnTo>
                <a:lnTo>
                  <a:pt x="2133" y="5126"/>
                </a:lnTo>
                <a:lnTo>
                  <a:pt x="1622" y="5126"/>
                </a:lnTo>
                <a:close/>
                <a:moveTo>
                  <a:pt x="1080" y="5126"/>
                </a:moveTo>
                <a:lnTo>
                  <a:pt x="1080" y="5562"/>
                </a:lnTo>
                <a:lnTo>
                  <a:pt x="1591" y="5562"/>
                </a:lnTo>
                <a:lnTo>
                  <a:pt x="1591" y="5126"/>
                </a:lnTo>
                <a:lnTo>
                  <a:pt x="1080" y="5126"/>
                </a:lnTo>
                <a:close/>
                <a:moveTo>
                  <a:pt x="539" y="5126"/>
                </a:moveTo>
                <a:lnTo>
                  <a:pt x="539" y="5562"/>
                </a:lnTo>
                <a:lnTo>
                  <a:pt x="1049" y="5562"/>
                </a:lnTo>
                <a:lnTo>
                  <a:pt x="1049" y="5126"/>
                </a:lnTo>
                <a:lnTo>
                  <a:pt x="539" y="5126"/>
                </a:lnTo>
                <a:close/>
                <a:moveTo>
                  <a:pt x="31" y="5126"/>
                </a:moveTo>
                <a:lnTo>
                  <a:pt x="31" y="5562"/>
                </a:lnTo>
                <a:lnTo>
                  <a:pt x="508" y="5562"/>
                </a:lnTo>
                <a:lnTo>
                  <a:pt x="508" y="5126"/>
                </a:lnTo>
                <a:lnTo>
                  <a:pt x="31" y="5126"/>
                </a:lnTo>
                <a:close/>
                <a:moveTo>
                  <a:pt x="14622" y="4662"/>
                </a:moveTo>
                <a:lnTo>
                  <a:pt x="14622" y="5098"/>
                </a:lnTo>
                <a:lnTo>
                  <a:pt x="15133" y="5098"/>
                </a:lnTo>
                <a:lnTo>
                  <a:pt x="15133" y="4662"/>
                </a:lnTo>
                <a:lnTo>
                  <a:pt x="14622" y="4662"/>
                </a:lnTo>
                <a:close/>
                <a:moveTo>
                  <a:pt x="14081" y="4662"/>
                </a:moveTo>
                <a:lnTo>
                  <a:pt x="14081" y="5098"/>
                </a:lnTo>
                <a:lnTo>
                  <a:pt x="14592" y="5098"/>
                </a:lnTo>
                <a:lnTo>
                  <a:pt x="14592" y="4662"/>
                </a:lnTo>
                <a:lnTo>
                  <a:pt x="14081" y="4662"/>
                </a:lnTo>
                <a:close/>
                <a:moveTo>
                  <a:pt x="13539" y="4662"/>
                </a:moveTo>
                <a:lnTo>
                  <a:pt x="13539" y="5098"/>
                </a:lnTo>
                <a:lnTo>
                  <a:pt x="14050" y="5098"/>
                </a:lnTo>
                <a:lnTo>
                  <a:pt x="14050" y="4662"/>
                </a:lnTo>
                <a:lnTo>
                  <a:pt x="13539" y="4662"/>
                </a:lnTo>
                <a:close/>
                <a:moveTo>
                  <a:pt x="12997" y="4662"/>
                </a:moveTo>
                <a:lnTo>
                  <a:pt x="12997" y="5098"/>
                </a:lnTo>
                <a:lnTo>
                  <a:pt x="13508" y="5098"/>
                </a:lnTo>
                <a:lnTo>
                  <a:pt x="13508" y="4662"/>
                </a:lnTo>
                <a:lnTo>
                  <a:pt x="12997" y="4662"/>
                </a:lnTo>
                <a:close/>
                <a:moveTo>
                  <a:pt x="12456" y="4662"/>
                </a:moveTo>
                <a:lnTo>
                  <a:pt x="12456" y="5098"/>
                </a:lnTo>
                <a:lnTo>
                  <a:pt x="12967" y="5098"/>
                </a:lnTo>
                <a:lnTo>
                  <a:pt x="12967" y="4662"/>
                </a:lnTo>
                <a:lnTo>
                  <a:pt x="12456" y="4662"/>
                </a:lnTo>
                <a:close/>
                <a:moveTo>
                  <a:pt x="11914" y="4662"/>
                </a:moveTo>
                <a:lnTo>
                  <a:pt x="11914" y="5098"/>
                </a:lnTo>
                <a:lnTo>
                  <a:pt x="12425" y="5098"/>
                </a:lnTo>
                <a:lnTo>
                  <a:pt x="12425" y="4662"/>
                </a:lnTo>
                <a:lnTo>
                  <a:pt x="11914" y="4662"/>
                </a:lnTo>
                <a:close/>
                <a:moveTo>
                  <a:pt x="11372" y="4662"/>
                </a:moveTo>
                <a:lnTo>
                  <a:pt x="11372" y="5098"/>
                </a:lnTo>
                <a:lnTo>
                  <a:pt x="11883" y="5098"/>
                </a:lnTo>
                <a:lnTo>
                  <a:pt x="11883" y="4662"/>
                </a:lnTo>
                <a:lnTo>
                  <a:pt x="11372" y="4662"/>
                </a:lnTo>
                <a:close/>
                <a:moveTo>
                  <a:pt x="10831" y="4662"/>
                </a:moveTo>
                <a:lnTo>
                  <a:pt x="10831" y="5098"/>
                </a:lnTo>
                <a:lnTo>
                  <a:pt x="11341" y="5098"/>
                </a:lnTo>
                <a:lnTo>
                  <a:pt x="11341" y="4662"/>
                </a:lnTo>
                <a:lnTo>
                  <a:pt x="10831" y="4662"/>
                </a:lnTo>
                <a:close/>
                <a:moveTo>
                  <a:pt x="10289" y="4662"/>
                </a:moveTo>
                <a:lnTo>
                  <a:pt x="10289" y="5098"/>
                </a:lnTo>
                <a:lnTo>
                  <a:pt x="10800" y="5098"/>
                </a:lnTo>
                <a:lnTo>
                  <a:pt x="10800" y="4662"/>
                </a:lnTo>
                <a:lnTo>
                  <a:pt x="10289" y="4662"/>
                </a:lnTo>
                <a:close/>
                <a:moveTo>
                  <a:pt x="9747" y="4662"/>
                </a:moveTo>
                <a:lnTo>
                  <a:pt x="9747" y="5098"/>
                </a:lnTo>
                <a:lnTo>
                  <a:pt x="10258" y="5098"/>
                </a:lnTo>
                <a:lnTo>
                  <a:pt x="10258" y="4662"/>
                </a:lnTo>
                <a:lnTo>
                  <a:pt x="9747" y="4662"/>
                </a:lnTo>
                <a:close/>
                <a:moveTo>
                  <a:pt x="9206" y="4662"/>
                </a:moveTo>
                <a:lnTo>
                  <a:pt x="9206" y="5098"/>
                </a:lnTo>
                <a:lnTo>
                  <a:pt x="9716" y="5098"/>
                </a:lnTo>
                <a:lnTo>
                  <a:pt x="9716" y="4662"/>
                </a:lnTo>
                <a:lnTo>
                  <a:pt x="9206" y="4662"/>
                </a:lnTo>
                <a:close/>
                <a:moveTo>
                  <a:pt x="8664" y="4662"/>
                </a:moveTo>
                <a:lnTo>
                  <a:pt x="8664" y="5098"/>
                </a:lnTo>
                <a:lnTo>
                  <a:pt x="9175" y="5098"/>
                </a:lnTo>
                <a:lnTo>
                  <a:pt x="9175" y="4662"/>
                </a:lnTo>
                <a:lnTo>
                  <a:pt x="8664" y="4662"/>
                </a:lnTo>
                <a:close/>
                <a:moveTo>
                  <a:pt x="8122" y="4662"/>
                </a:moveTo>
                <a:lnTo>
                  <a:pt x="8122" y="5098"/>
                </a:lnTo>
                <a:lnTo>
                  <a:pt x="8633" y="5098"/>
                </a:lnTo>
                <a:lnTo>
                  <a:pt x="8633" y="4662"/>
                </a:lnTo>
                <a:lnTo>
                  <a:pt x="8122" y="4662"/>
                </a:lnTo>
                <a:close/>
                <a:moveTo>
                  <a:pt x="7581" y="4662"/>
                </a:moveTo>
                <a:lnTo>
                  <a:pt x="7581" y="5098"/>
                </a:lnTo>
                <a:lnTo>
                  <a:pt x="8091" y="5098"/>
                </a:lnTo>
                <a:lnTo>
                  <a:pt x="8091" y="4662"/>
                </a:lnTo>
                <a:lnTo>
                  <a:pt x="7581" y="4662"/>
                </a:lnTo>
                <a:close/>
                <a:moveTo>
                  <a:pt x="7039" y="4662"/>
                </a:moveTo>
                <a:lnTo>
                  <a:pt x="7039" y="5098"/>
                </a:lnTo>
                <a:lnTo>
                  <a:pt x="7550" y="5098"/>
                </a:lnTo>
                <a:lnTo>
                  <a:pt x="7550" y="4662"/>
                </a:lnTo>
                <a:lnTo>
                  <a:pt x="7039" y="4662"/>
                </a:lnTo>
                <a:close/>
                <a:moveTo>
                  <a:pt x="6497" y="4662"/>
                </a:moveTo>
                <a:lnTo>
                  <a:pt x="6497" y="5098"/>
                </a:lnTo>
                <a:lnTo>
                  <a:pt x="7008" y="5098"/>
                </a:lnTo>
                <a:lnTo>
                  <a:pt x="7008" y="4662"/>
                </a:lnTo>
                <a:lnTo>
                  <a:pt x="6497" y="4662"/>
                </a:lnTo>
                <a:close/>
                <a:moveTo>
                  <a:pt x="5955" y="4662"/>
                </a:moveTo>
                <a:lnTo>
                  <a:pt x="5955" y="5098"/>
                </a:lnTo>
                <a:lnTo>
                  <a:pt x="6466" y="5098"/>
                </a:lnTo>
                <a:lnTo>
                  <a:pt x="6466" y="4662"/>
                </a:lnTo>
                <a:lnTo>
                  <a:pt x="5955" y="4662"/>
                </a:lnTo>
                <a:close/>
                <a:moveTo>
                  <a:pt x="5414" y="4662"/>
                </a:moveTo>
                <a:lnTo>
                  <a:pt x="5414" y="5098"/>
                </a:lnTo>
                <a:lnTo>
                  <a:pt x="5925" y="5098"/>
                </a:lnTo>
                <a:lnTo>
                  <a:pt x="5925" y="4662"/>
                </a:lnTo>
                <a:lnTo>
                  <a:pt x="5414" y="4662"/>
                </a:lnTo>
                <a:close/>
                <a:moveTo>
                  <a:pt x="4872" y="4662"/>
                </a:moveTo>
                <a:lnTo>
                  <a:pt x="4872" y="5098"/>
                </a:lnTo>
                <a:lnTo>
                  <a:pt x="5383" y="5098"/>
                </a:lnTo>
                <a:lnTo>
                  <a:pt x="5383" y="4662"/>
                </a:lnTo>
                <a:lnTo>
                  <a:pt x="4872" y="4662"/>
                </a:lnTo>
                <a:close/>
                <a:moveTo>
                  <a:pt x="4330" y="4662"/>
                </a:moveTo>
                <a:lnTo>
                  <a:pt x="4330" y="5098"/>
                </a:lnTo>
                <a:lnTo>
                  <a:pt x="4841" y="5098"/>
                </a:lnTo>
                <a:lnTo>
                  <a:pt x="4841" y="4662"/>
                </a:lnTo>
                <a:lnTo>
                  <a:pt x="4330" y="4662"/>
                </a:lnTo>
                <a:close/>
                <a:moveTo>
                  <a:pt x="3789" y="4662"/>
                </a:moveTo>
                <a:lnTo>
                  <a:pt x="3789" y="5098"/>
                </a:lnTo>
                <a:lnTo>
                  <a:pt x="4300" y="5098"/>
                </a:lnTo>
                <a:lnTo>
                  <a:pt x="4300" y="4662"/>
                </a:lnTo>
                <a:lnTo>
                  <a:pt x="3789" y="4662"/>
                </a:lnTo>
                <a:close/>
                <a:moveTo>
                  <a:pt x="3247" y="4662"/>
                </a:moveTo>
                <a:lnTo>
                  <a:pt x="3247" y="5098"/>
                </a:lnTo>
                <a:lnTo>
                  <a:pt x="3758" y="5098"/>
                </a:lnTo>
                <a:lnTo>
                  <a:pt x="3758" y="4662"/>
                </a:lnTo>
                <a:lnTo>
                  <a:pt x="3247" y="4662"/>
                </a:lnTo>
                <a:close/>
                <a:moveTo>
                  <a:pt x="2705" y="4662"/>
                </a:moveTo>
                <a:lnTo>
                  <a:pt x="2705" y="5098"/>
                </a:lnTo>
                <a:lnTo>
                  <a:pt x="3216" y="5098"/>
                </a:lnTo>
                <a:lnTo>
                  <a:pt x="3216" y="4662"/>
                </a:lnTo>
                <a:lnTo>
                  <a:pt x="2705" y="4662"/>
                </a:lnTo>
                <a:close/>
                <a:moveTo>
                  <a:pt x="2164" y="4662"/>
                </a:moveTo>
                <a:lnTo>
                  <a:pt x="2164" y="5098"/>
                </a:lnTo>
                <a:lnTo>
                  <a:pt x="2675" y="5098"/>
                </a:lnTo>
                <a:lnTo>
                  <a:pt x="2675" y="4662"/>
                </a:lnTo>
                <a:lnTo>
                  <a:pt x="2164" y="4662"/>
                </a:lnTo>
                <a:close/>
                <a:moveTo>
                  <a:pt x="1622" y="4662"/>
                </a:moveTo>
                <a:lnTo>
                  <a:pt x="1622" y="5098"/>
                </a:lnTo>
                <a:lnTo>
                  <a:pt x="2133" y="5098"/>
                </a:lnTo>
                <a:lnTo>
                  <a:pt x="2133" y="4662"/>
                </a:lnTo>
                <a:lnTo>
                  <a:pt x="1622" y="4662"/>
                </a:lnTo>
                <a:close/>
                <a:moveTo>
                  <a:pt x="1080" y="4662"/>
                </a:moveTo>
                <a:lnTo>
                  <a:pt x="1080" y="5098"/>
                </a:lnTo>
                <a:lnTo>
                  <a:pt x="1591" y="5098"/>
                </a:lnTo>
                <a:lnTo>
                  <a:pt x="1591" y="4662"/>
                </a:lnTo>
                <a:lnTo>
                  <a:pt x="1080" y="4662"/>
                </a:lnTo>
                <a:close/>
                <a:moveTo>
                  <a:pt x="539" y="4662"/>
                </a:moveTo>
                <a:lnTo>
                  <a:pt x="539" y="5098"/>
                </a:lnTo>
                <a:lnTo>
                  <a:pt x="1049" y="5098"/>
                </a:lnTo>
                <a:lnTo>
                  <a:pt x="1049" y="4662"/>
                </a:lnTo>
                <a:lnTo>
                  <a:pt x="539" y="4662"/>
                </a:lnTo>
                <a:close/>
                <a:moveTo>
                  <a:pt x="31" y="4662"/>
                </a:moveTo>
                <a:lnTo>
                  <a:pt x="31" y="5098"/>
                </a:lnTo>
                <a:lnTo>
                  <a:pt x="508" y="5098"/>
                </a:lnTo>
                <a:lnTo>
                  <a:pt x="508" y="4662"/>
                </a:lnTo>
                <a:lnTo>
                  <a:pt x="31" y="4662"/>
                </a:lnTo>
                <a:close/>
                <a:moveTo>
                  <a:pt x="14622" y="4199"/>
                </a:moveTo>
                <a:lnTo>
                  <a:pt x="14622" y="4634"/>
                </a:lnTo>
                <a:lnTo>
                  <a:pt x="15133" y="4634"/>
                </a:lnTo>
                <a:lnTo>
                  <a:pt x="15133" y="4199"/>
                </a:lnTo>
                <a:lnTo>
                  <a:pt x="14622" y="4199"/>
                </a:lnTo>
                <a:close/>
                <a:moveTo>
                  <a:pt x="14081" y="4199"/>
                </a:moveTo>
                <a:lnTo>
                  <a:pt x="14081" y="4634"/>
                </a:lnTo>
                <a:lnTo>
                  <a:pt x="14592" y="4634"/>
                </a:lnTo>
                <a:lnTo>
                  <a:pt x="14592" y="4199"/>
                </a:lnTo>
                <a:lnTo>
                  <a:pt x="14081" y="4199"/>
                </a:lnTo>
                <a:close/>
                <a:moveTo>
                  <a:pt x="13539" y="4199"/>
                </a:moveTo>
                <a:lnTo>
                  <a:pt x="13539" y="4634"/>
                </a:lnTo>
                <a:lnTo>
                  <a:pt x="14050" y="4634"/>
                </a:lnTo>
                <a:lnTo>
                  <a:pt x="14050" y="4199"/>
                </a:lnTo>
                <a:lnTo>
                  <a:pt x="13539" y="4199"/>
                </a:lnTo>
                <a:close/>
                <a:moveTo>
                  <a:pt x="12997" y="4199"/>
                </a:moveTo>
                <a:lnTo>
                  <a:pt x="12997" y="4634"/>
                </a:lnTo>
                <a:lnTo>
                  <a:pt x="13508" y="4634"/>
                </a:lnTo>
                <a:lnTo>
                  <a:pt x="13508" y="4199"/>
                </a:lnTo>
                <a:lnTo>
                  <a:pt x="12997" y="4199"/>
                </a:lnTo>
                <a:close/>
                <a:moveTo>
                  <a:pt x="12456" y="4199"/>
                </a:moveTo>
                <a:lnTo>
                  <a:pt x="12456" y="4634"/>
                </a:lnTo>
                <a:lnTo>
                  <a:pt x="12967" y="4634"/>
                </a:lnTo>
                <a:lnTo>
                  <a:pt x="12967" y="4199"/>
                </a:lnTo>
                <a:lnTo>
                  <a:pt x="12456" y="4199"/>
                </a:lnTo>
                <a:close/>
                <a:moveTo>
                  <a:pt x="11914" y="4199"/>
                </a:moveTo>
                <a:lnTo>
                  <a:pt x="11914" y="4634"/>
                </a:lnTo>
                <a:lnTo>
                  <a:pt x="12425" y="4634"/>
                </a:lnTo>
                <a:lnTo>
                  <a:pt x="12425" y="4199"/>
                </a:lnTo>
                <a:lnTo>
                  <a:pt x="11914" y="4199"/>
                </a:lnTo>
                <a:close/>
                <a:moveTo>
                  <a:pt x="11372" y="4199"/>
                </a:moveTo>
                <a:lnTo>
                  <a:pt x="11372" y="4634"/>
                </a:lnTo>
                <a:lnTo>
                  <a:pt x="11883" y="4634"/>
                </a:lnTo>
                <a:lnTo>
                  <a:pt x="11883" y="4199"/>
                </a:lnTo>
                <a:lnTo>
                  <a:pt x="11372" y="4199"/>
                </a:lnTo>
                <a:close/>
                <a:moveTo>
                  <a:pt x="10831" y="4199"/>
                </a:moveTo>
                <a:lnTo>
                  <a:pt x="10831" y="4634"/>
                </a:lnTo>
                <a:lnTo>
                  <a:pt x="11341" y="4634"/>
                </a:lnTo>
                <a:lnTo>
                  <a:pt x="11341" y="4199"/>
                </a:lnTo>
                <a:lnTo>
                  <a:pt x="10831" y="4199"/>
                </a:lnTo>
                <a:close/>
                <a:moveTo>
                  <a:pt x="10289" y="4199"/>
                </a:moveTo>
                <a:lnTo>
                  <a:pt x="10289" y="4634"/>
                </a:lnTo>
                <a:lnTo>
                  <a:pt x="10800" y="4634"/>
                </a:lnTo>
                <a:lnTo>
                  <a:pt x="10800" y="4199"/>
                </a:lnTo>
                <a:lnTo>
                  <a:pt x="10289" y="4199"/>
                </a:lnTo>
                <a:close/>
                <a:moveTo>
                  <a:pt x="9747" y="4199"/>
                </a:moveTo>
                <a:lnTo>
                  <a:pt x="9747" y="4634"/>
                </a:lnTo>
                <a:lnTo>
                  <a:pt x="10258" y="4634"/>
                </a:lnTo>
                <a:lnTo>
                  <a:pt x="10258" y="4199"/>
                </a:lnTo>
                <a:lnTo>
                  <a:pt x="9747" y="4199"/>
                </a:lnTo>
                <a:close/>
                <a:moveTo>
                  <a:pt x="9206" y="4199"/>
                </a:moveTo>
                <a:lnTo>
                  <a:pt x="9206" y="4634"/>
                </a:lnTo>
                <a:lnTo>
                  <a:pt x="9716" y="4634"/>
                </a:lnTo>
                <a:lnTo>
                  <a:pt x="9716" y="4199"/>
                </a:lnTo>
                <a:lnTo>
                  <a:pt x="9206" y="4199"/>
                </a:lnTo>
                <a:close/>
                <a:moveTo>
                  <a:pt x="8664" y="4199"/>
                </a:moveTo>
                <a:lnTo>
                  <a:pt x="8664" y="4634"/>
                </a:lnTo>
                <a:lnTo>
                  <a:pt x="9175" y="4634"/>
                </a:lnTo>
                <a:lnTo>
                  <a:pt x="9175" y="4199"/>
                </a:lnTo>
                <a:lnTo>
                  <a:pt x="8664" y="4199"/>
                </a:lnTo>
                <a:close/>
                <a:moveTo>
                  <a:pt x="8122" y="4199"/>
                </a:moveTo>
                <a:lnTo>
                  <a:pt x="8122" y="4634"/>
                </a:lnTo>
                <a:lnTo>
                  <a:pt x="8633" y="4634"/>
                </a:lnTo>
                <a:lnTo>
                  <a:pt x="8633" y="4199"/>
                </a:lnTo>
                <a:lnTo>
                  <a:pt x="8122" y="4199"/>
                </a:lnTo>
                <a:close/>
                <a:moveTo>
                  <a:pt x="7581" y="4199"/>
                </a:moveTo>
                <a:lnTo>
                  <a:pt x="7581" y="4634"/>
                </a:lnTo>
                <a:lnTo>
                  <a:pt x="8091" y="4634"/>
                </a:lnTo>
                <a:lnTo>
                  <a:pt x="8091" y="4199"/>
                </a:lnTo>
                <a:lnTo>
                  <a:pt x="7581" y="4199"/>
                </a:lnTo>
                <a:close/>
                <a:moveTo>
                  <a:pt x="7039" y="4199"/>
                </a:moveTo>
                <a:lnTo>
                  <a:pt x="7039" y="4634"/>
                </a:lnTo>
                <a:lnTo>
                  <a:pt x="7550" y="4634"/>
                </a:lnTo>
                <a:lnTo>
                  <a:pt x="7550" y="4199"/>
                </a:lnTo>
                <a:lnTo>
                  <a:pt x="7039" y="4199"/>
                </a:lnTo>
                <a:close/>
                <a:moveTo>
                  <a:pt x="6497" y="4199"/>
                </a:moveTo>
                <a:lnTo>
                  <a:pt x="6497" y="4634"/>
                </a:lnTo>
                <a:lnTo>
                  <a:pt x="7008" y="4634"/>
                </a:lnTo>
                <a:lnTo>
                  <a:pt x="7008" y="4199"/>
                </a:lnTo>
                <a:lnTo>
                  <a:pt x="6497" y="4199"/>
                </a:lnTo>
                <a:close/>
                <a:moveTo>
                  <a:pt x="5955" y="4199"/>
                </a:moveTo>
                <a:lnTo>
                  <a:pt x="5955" y="4634"/>
                </a:lnTo>
                <a:lnTo>
                  <a:pt x="6466" y="4634"/>
                </a:lnTo>
                <a:lnTo>
                  <a:pt x="6466" y="4199"/>
                </a:lnTo>
                <a:lnTo>
                  <a:pt x="5955" y="4199"/>
                </a:lnTo>
                <a:close/>
                <a:moveTo>
                  <a:pt x="5414" y="4199"/>
                </a:moveTo>
                <a:lnTo>
                  <a:pt x="5414" y="4634"/>
                </a:lnTo>
                <a:lnTo>
                  <a:pt x="5925" y="4634"/>
                </a:lnTo>
                <a:lnTo>
                  <a:pt x="5925" y="4199"/>
                </a:lnTo>
                <a:lnTo>
                  <a:pt x="5414" y="4199"/>
                </a:lnTo>
                <a:close/>
                <a:moveTo>
                  <a:pt x="4872" y="4199"/>
                </a:moveTo>
                <a:lnTo>
                  <a:pt x="4872" y="4634"/>
                </a:lnTo>
                <a:lnTo>
                  <a:pt x="5383" y="4634"/>
                </a:lnTo>
                <a:lnTo>
                  <a:pt x="5383" y="4199"/>
                </a:lnTo>
                <a:lnTo>
                  <a:pt x="4872" y="4199"/>
                </a:lnTo>
                <a:close/>
                <a:moveTo>
                  <a:pt x="4330" y="4199"/>
                </a:moveTo>
                <a:lnTo>
                  <a:pt x="4330" y="4634"/>
                </a:lnTo>
                <a:lnTo>
                  <a:pt x="4841" y="4634"/>
                </a:lnTo>
                <a:lnTo>
                  <a:pt x="4841" y="4199"/>
                </a:lnTo>
                <a:lnTo>
                  <a:pt x="4330" y="4199"/>
                </a:lnTo>
                <a:close/>
                <a:moveTo>
                  <a:pt x="3789" y="4199"/>
                </a:moveTo>
                <a:lnTo>
                  <a:pt x="3789" y="4634"/>
                </a:lnTo>
                <a:lnTo>
                  <a:pt x="4300" y="4634"/>
                </a:lnTo>
                <a:lnTo>
                  <a:pt x="4300" y="4199"/>
                </a:lnTo>
                <a:lnTo>
                  <a:pt x="3789" y="4199"/>
                </a:lnTo>
                <a:close/>
                <a:moveTo>
                  <a:pt x="3247" y="4199"/>
                </a:moveTo>
                <a:lnTo>
                  <a:pt x="3247" y="4634"/>
                </a:lnTo>
                <a:lnTo>
                  <a:pt x="3758" y="4634"/>
                </a:lnTo>
                <a:lnTo>
                  <a:pt x="3758" y="4199"/>
                </a:lnTo>
                <a:lnTo>
                  <a:pt x="3247" y="4199"/>
                </a:lnTo>
                <a:close/>
                <a:moveTo>
                  <a:pt x="2705" y="4199"/>
                </a:moveTo>
                <a:lnTo>
                  <a:pt x="2705" y="4634"/>
                </a:lnTo>
                <a:lnTo>
                  <a:pt x="3216" y="4634"/>
                </a:lnTo>
                <a:lnTo>
                  <a:pt x="3216" y="4199"/>
                </a:lnTo>
                <a:lnTo>
                  <a:pt x="2705" y="4199"/>
                </a:lnTo>
                <a:close/>
                <a:moveTo>
                  <a:pt x="2164" y="4199"/>
                </a:moveTo>
                <a:lnTo>
                  <a:pt x="2164" y="4634"/>
                </a:lnTo>
                <a:lnTo>
                  <a:pt x="2675" y="4634"/>
                </a:lnTo>
                <a:lnTo>
                  <a:pt x="2675" y="4199"/>
                </a:lnTo>
                <a:lnTo>
                  <a:pt x="2164" y="4199"/>
                </a:lnTo>
                <a:close/>
                <a:moveTo>
                  <a:pt x="1622" y="4199"/>
                </a:moveTo>
                <a:lnTo>
                  <a:pt x="1622" y="4634"/>
                </a:lnTo>
                <a:lnTo>
                  <a:pt x="2133" y="4634"/>
                </a:lnTo>
                <a:lnTo>
                  <a:pt x="2133" y="4199"/>
                </a:lnTo>
                <a:lnTo>
                  <a:pt x="1622" y="4199"/>
                </a:lnTo>
                <a:close/>
                <a:moveTo>
                  <a:pt x="1080" y="4199"/>
                </a:moveTo>
                <a:lnTo>
                  <a:pt x="1080" y="4634"/>
                </a:lnTo>
                <a:lnTo>
                  <a:pt x="1591" y="4634"/>
                </a:lnTo>
                <a:lnTo>
                  <a:pt x="1591" y="4199"/>
                </a:lnTo>
                <a:lnTo>
                  <a:pt x="1080" y="4199"/>
                </a:lnTo>
                <a:close/>
                <a:moveTo>
                  <a:pt x="539" y="4199"/>
                </a:moveTo>
                <a:lnTo>
                  <a:pt x="539" y="4634"/>
                </a:lnTo>
                <a:lnTo>
                  <a:pt x="1049" y="4634"/>
                </a:lnTo>
                <a:lnTo>
                  <a:pt x="1049" y="4199"/>
                </a:lnTo>
                <a:lnTo>
                  <a:pt x="539" y="4199"/>
                </a:lnTo>
                <a:close/>
                <a:moveTo>
                  <a:pt x="31" y="4199"/>
                </a:moveTo>
                <a:lnTo>
                  <a:pt x="31" y="4634"/>
                </a:lnTo>
                <a:lnTo>
                  <a:pt x="508" y="4634"/>
                </a:lnTo>
                <a:lnTo>
                  <a:pt x="508" y="4199"/>
                </a:lnTo>
                <a:lnTo>
                  <a:pt x="31" y="4199"/>
                </a:lnTo>
                <a:close/>
                <a:moveTo>
                  <a:pt x="14622" y="3735"/>
                </a:moveTo>
                <a:lnTo>
                  <a:pt x="14622" y="4170"/>
                </a:lnTo>
                <a:lnTo>
                  <a:pt x="15133" y="4170"/>
                </a:lnTo>
                <a:lnTo>
                  <a:pt x="15133" y="3735"/>
                </a:lnTo>
                <a:lnTo>
                  <a:pt x="14622" y="3735"/>
                </a:lnTo>
                <a:close/>
                <a:moveTo>
                  <a:pt x="14081" y="3735"/>
                </a:moveTo>
                <a:lnTo>
                  <a:pt x="14081" y="4170"/>
                </a:lnTo>
                <a:lnTo>
                  <a:pt x="14592" y="4170"/>
                </a:lnTo>
                <a:lnTo>
                  <a:pt x="14592" y="3735"/>
                </a:lnTo>
                <a:lnTo>
                  <a:pt x="14081" y="3735"/>
                </a:lnTo>
                <a:close/>
                <a:moveTo>
                  <a:pt x="13539" y="3735"/>
                </a:moveTo>
                <a:lnTo>
                  <a:pt x="13539" y="4170"/>
                </a:lnTo>
                <a:lnTo>
                  <a:pt x="14050" y="4170"/>
                </a:lnTo>
                <a:lnTo>
                  <a:pt x="14050" y="3735"/>
                </a:lnTo>
                <a:lnTo>
                  <a:pt x="13539" y="3735"/>
                </a:lnTo>
                <a:close/>
                <a:moveTo>
                  <a:pt x="12997" y="3735"/>
                </a:moveTo>
                <a:lnTo>
                  <a:pt x="12997" y="4170"/>
                </a:lnTo>
                <a:lnTo>
                  <a:pt x="13508" y="4170"/>
                </a:lnTo>
                <a:lnTo>
                  <a:pt x="13508" y="3735"/>
                </a:lnTo>
                <a:lnTo>
                  <a:pt x="12997" y="3735"/>
                </a:lnTo>
                <a:close/>
                <a:moveTo>
                  <a:pt x="12456" y="3735"/>
                </a:moveTo>
                <a:lnTo>
                  <a:pt x="12456" y="4170"/>
                </a:lnTo>
                <a:lnTo>
                  <a:pt x="12967" y="4170"/>
                </a:lnTo>
                <a:lnTo>
                  <a:pt x="12967" y="3735"/>
                </a:lnTo>
                <a:lnTo>
                  <a:pt x="12456" y="3735"/>
                </a:lnTo>
                <a:close/>
                <a:moveTo>
                  <a:pt x="11914" y="3735"/>
                </a:moveTo>
                <a:lnTo>
                  <a:pt x="11914" y="4170"/>
                </a:lnTo>
                <a:lnTo>
                  <a:pt x="12425" y="4170"/>
                </a:lnTo>
                <a:lnTo>
                  <a:pt x="12425" y="3735"/>
                </a:lnTo>
                <a:lnTo>
                  <a:pt x="11914" y="3735"/>
                </a:lnTo>
                <a:close/>
                <a:moveTo>
                  <a:pt x="11372" y="3735"/>
                </a:moveTo>
                <a:lnTo>
                  <a:pt x="11372" y="4170"/>
                </a:lnTo>
                <a:lnTo>
                  <a:pt x="11883" y="4170"/>
                </a:lnTo>
                <a:lnTo>
                  <a:pt x="11883" y="3735"/>
                </a:lnTo>
                <a:lnTo>
                  <a:pt x="11372" y="3735"/>
                </a:lnTo>
                <a:close/>
                <a:moveTo>
                  <a:pt x="10831" y="3735"/>
                </a:moveTo>
                <a:lnTo>
                  <a:pt x="10831" y="4170"/>
                </a:lnTo>
                <a:lnTo>
                  <a:pt x="11341" y="4170"/>
                </a:lnTo>
                <a:lnTo>
                  <a:pt x="11341" y="3735"/>
                </a:lnTo>
                <a:lnTo>
                  <a:pt x="10831" y="3735"/>
                </a:lnTo>
                <a:close/>
                <a:moveTo>
                  <a:pt x="10289" y="3735"/>
                </a:moveTo>
                <a:lnTo>
                  <a:pt x="10289" y="4170"/>
                </a:lnTo>
                <a:lnTo>
                  <a:pt x="10800" y="4170"/>
                </a:lnTo>
                <a:lnTo>
                  <a:pt x="10800" y="3735"/>
                </a:lnTo>
                <a:lnTo>
                  <a:pt x="10289" y="3735"/>
                </a:lnTo>
                <a:close/>
                <a:moveTo>
                  <a:pt x="9747" y="3735"/>
                </a:moveTo>
                <a:lnTo>
                  <a:pt x="9747" y="4170"/>
                </a:lnTo>
                <a:lnTo>
                  <a:pt x="10258" y="4170"/>
                </a:lnTo>
                <a:lnTo>
                  <a:pt x="10258" y="3735"/>
                </a:lnTo>
                <a:lnTo>
                  <a:pt x="9747" y="3735"/>
                </a:lnTo>
                <a:close/>
                <a:moveTo>
                  <a:pt x="9206" y="3735"/>
                </a:moveTo>
                <a:lnTo>
                  <a:pt x="9206" y="4170"/>
                </a:lnTo>
                <a:lnTo>
                  <a:pt x="9716" y="4170"/>
                </a:lnTo>
                <a:lnTo>
                  <a:pt x="9716" y="3735"/>
                </a:lnTo>
                <a:lnTo>
                  <a:pt x="9206" y="3735"/>
                </a:lnTo>
                <a:close/>
                <a:moveTo>
                  <a:pt x="8664" y="3735"/>
                </a:moveTo>
                <a:lnTo>
                  <a:pt x="8664" y="4170"/>
                </a:lnTo>
                <a:lnTo>
                  <a:pt x="9175" y="4170"/>
                </a:lnTo>
                <a:lnTo>
                  <a:pt x="9175" y="3735"/>
                </a:lnTo>
                <a:lnTo>
                  <a:pt x="8664" y="3735"/>
                </a:lnTo>
                <a:close/>
                <a:moveTo>
                  <a:pt x="8122" y="3735"/>
                </a:moveTo>
                <a:lnTo>
                  <a:pt x="8122" y="4170"/>
                </a:lnTo>
                <a:lnTo>
                  <a:pt x="8633" y="4170"/>
                </a:lnTo>
                <a:lnTo>
                  <a:pt x="8633" y="3735"/>
                </a:lnTo>
                <a:lnTo>
                  <a:pt x="8122" y="3735"/>
                </a:lnTo>
                <a:close/>
                <a:moveTo>
                  <a:pt x="7581" y="3735"/>
                </a:moveTo>
                <a:lnTo>
                  <a:pt x="7581" y="4170"/>
                </a:lnTo>
                <a:lnTo>
                  <a:pt x="8091" y="4170"/>
                </a:lnTo>
                <a:lnTo>
                  <a:pt x="8091" y="3735"/>
                </a:lnTo>
                <a:lnTo>
                  <a:pt x="7581" y="3735"/>
                </a:lnTo>
                <a:close/>
                <a:moveTo>
                  <a:pt x="7039" y="3735"/>
                </a:moveTo>
                <a:lnTo>
                  <a:pt x="7039" y="4170"/>
                </a:lnTo>
                <a:lnTo>
                  <a:pt x="7550" y="4170"/>
                </a:lnTo>
                <a:lnTo>
                  <a:pt x="7550" y="3735"/>
                </a:lnTo>
                <a:lnTo>
                  <a:pt x="7039" y="3735"/>
                </a:lnTo>
                <a:close/>
                <a:moveTo>
                  <a:pt x="6497" y="3735"/>
                </a:moveTo>
                <a:lnTo>
                  <a:pt x="6497" y="4170"/>
                </a:lnTo>
                <a:lnTo>
                  <a:pt x="7008" y="4170"/>
                </a:lnTo>
                <a:lnTo>
                  <a:pt x="7008" y="3735"/>
                </a:lnTo>
                <a:lnTo>
                  <a:pt x="6497" y="3735"/>
                </a:lnTo>
                <a:close/>
                <a:moveTo>
                  <a:pt x="5955" y="3735"/>
                </a:moveTo>
                <a:lnTo>
                  <a:pt x="5955" y="4170"/>
                </a:lnTo>
                <a:lnTo>
                  <a:pt x="6466" y="4170"/>
                </a:lnTo>
                <a:lnTo>
                  <a:pt x="6466" y="3735"/>
                </a:lnTo>
                <a:lnTo>
                  <a:pt x="5955" y="3735"/>
                </a:lnTo>
                <a:close/>
                <a:moveTo>
                  <a:pt x="5414" y="3735"/>
                </a:moveTo>
                <a:lnTo>
                  <a:pt x="5414" y="4170"/>
                </a:lnTo>
                <a:lnTo>
                  <a:pt x="5925" y="4170"/>
                </a:lnTo>
                <a:lnTo>
                  <a:pt x="5925" y="3735"/>
                </a:lnTo>
                <a:lnTo>
                  <a:pt x="5414" y="3735"/>
                </a:lnTo>
                <a:close/>
                <a:moveTo>
                  <a:pt x="4872" y="3735"/>
                </a:moveTo>
                <a:lnTo>
                  <a:pt x="4872" y="4170"/>
                </a:lnTo>
                <a:lnTo>
                  <a:pt x="5383" y="4170"/>
                </a:lnTo>
                <a:lnTo>
                  <a:pt x="5383" y="3735"/>
                </a:lnTo>
                <a:lnTo>
                  <a:pt x="4872" y="3735"/>
                </a:lnTo>
                <a:close/>
                <a:moveTo>
                  <a:pt x="4330" y="3735"/>
                </a:moveTo>
                <a:lnTo>
                  <a:pt x="4330" y="4170"/>
                </a:lnTo>
                <a:lnTo>
                  <a:pt x="4841" y="4170"/>
                </a:lnTo>
                <a:lnTo>
                  <a:pt x="4841" y="3735"/>
                </a:lnTo>
                <a:lnTo>
                  <a:pt x="4330" y="3735"/>
                </a:lnTo>
                <a:close/>
                <a:moveTo>
                  <a:pt x="3789" y="3735"/>
                </a:moveTo>
                <a:lnTo>
                  <a:pt x="3789" y="4170"/>
                </a:lnTo>
                <a:lnTo>
                  <a:pt x="4300" y="4170"/>
                </a:lnTo>
                <a:lnTo>
                  <a:pt x="4300" y="3735"/>
                </a:lnTo>
                <a:lnTo>
                  <a:pt x="3789" y="3735"/>
                </a:lnTo>
                <a:close/>
                <a:moveTo>
                  <a:pt x="3247" y="3735"/>
                </a:moveTo>
                <a:lnTo>
                  <a:pt x="3247" y="4170"/>
                </a:lnTo>
                <a:lnTo>
                  <a:pt x="3758" y="4170"/>
                </a:lnTo>
                <a:lnTo>
                  <a:pt x="3758" y="3735"/>
                </a:lnTo>
                <a:lnTo>
                  <a:pt x="3247" y="3735"/>
                </a:lnTo>
                <a:close/>
                <a:moveTo>
                  <a:pt x="2705" y="3735"/>
                </a:moveTo>
                <a:lnTo>
                  <a:pt x="2705" y="4170"/>
                </a:lnTo>
                <a:lnTo>
                  <a:pt x="3216" y="4170"/>
                </a:lnTo>
                <a:lnTo>
                  <a:pt x="3216" y="3735"/>
                </a:lnTo>
                <a:lnTo>
                  <a:pt x="2705" y="3735"/>
                </a:lnTo>
                <a:close/>
                <a:moveTo>
                  <a:pt x="2164" y="3735"/>
                </a:moveTo>
                <a:lnTo>
                  <a:pt x="2164" y="4170"/>
                </a:lnTo>
                <a:lnTo>
                  <a:pt x="2675" y="4170"/>
                </a:lnTo>
                <a:lnTo>
                  <a:pt x="2675" y="3735"/>
                </a:lnTo>
                <a:lnTo>
                  <a:pt x="2164" y="3735"/>
                </a:lnTo>
                <a:close/>
                <a:moveTo>
                  <a:pt x="1622" y="3735"/>
                </a:moveTo>
                <a:lnTo>
                  <a:pt x="1622" y="4170"/>
                </a:lnTo>
                <a:lnTo>
                  <a:pt x="2133" y="4170"/>
                </a:lnTo>
                <a:lnTo>
                  <a:pt x="2133" y="3735"/>
                </a:lnTo>
                <a:lnTo>
                  <a:pt x="1622" y="3735"/>
                </a:lnTo>
                <a:close/>
                <a:moveTo>
                  <a:pt x="1080" y="3735"/>
                </a:moveTo>
                <a:lnTo>
                  <a:pt x="1080" y="4170"/>
                </a:lnTo>
                <a:lnTo>
                  <a:pt x="1591" y="4170"/>
                </a:lnTo>
                <a:lnTo>
                  <a:pt x="1591" y="3735"/>
                </a:lnTo>
                <a:lnTo>
                  <a:pt x="1080" y="3735"/>
                </a:lnTo>
                <a:close/>
                <a:moveTo>
                  <a:pt x="539" y="3735"/>
                </a:moveTo>
                <a:lnTo>
                  <a:pt x="539" y="4170"/>
                </a:lnTo>
                <a:lnTo>
                  <a:pt x="1049" y="4170"/>
                </a:lnTo>
                <a:lnTo>
                  <a:pt x="1049" y="3735"/>
                </a:lnTo>
                <a:lnTo>
                  <a:pt x="539" y="3735"/>
                </a:lnTo>
                <a:close/>
                <a:moveTo>
                  <a:pt x="31" y="3735"/>
                </a:moveTo>
                <a:lnTo>
                  <a:pt x="31" y="4170"/>
                </a:lnTo>
                <a:lnTo>
                  <a:pt x="508" y="4170"/>
                </a:lnTo>
                <a:lnTo>
                  <a:pt x="508" y="3735"/>
                </a:lnTo>
                <a:lnTo>
                  <a:pt x="31" y="3735"/>
                </a:lnTo>
                <a:close/>
                <a:moveTo>
                  <a:pt x="14622" y="3271"/>
                </a:moveTo>
                <a:lnTo>
                  <a:pt x="14622" y="3706"/>
                </a:lnTo>
                <a:lnTo>
                  <a:pt x="15133" y="3706"/>
                </a:lnTo>
                <a:lnTo>
                  <a:pt x="15133" y="3271"/>
                </a:lnTo>
                <a:lnTo>
                  <a:pt x="14622" y="3271"/>
                </a:lnTo>
                <a:close/>
                <a:moveTo>
                  <a:pt x="14081" y="3271"/>
                </a:moveTo>
                <a:lnTo>
                  <a:pt x="14081" y="3706"/>
                </a:lnTo>
                <a:lnTo>
                  <a:pt x="14592" y="3706"/>
                </a:lnTo>
                <a:lnTo>
                  <a:pt x="14592" y="3271"/>
                </a:lnTo>
                <a:lnTo>
                  <a:pt x="14081" y="3271"/>
                </a:lnTo>
                <a:close/>
                <a:moveTo>
                  <a:pt x="13539" y="3271"/>
                </a:moveTo>
                <a:lnTo>
                  <a:pt x="13539" y="3706"/>
                </a:lnTo>
                <a:lnTo>
                  <a:pt x="14050" y="3706"/>
                </a:lnTo>
                <a:lnTo>
                  <a:pt x="14050" y="3271"/>
                </a:lnTo>
                <a:lnTo>
                  <a:pt x="13539" y="3271"/>
                </a:lnTo>
                <a:close/>
                <a:moveTo>
                  <a:pt x="12997" y="3271"/>
                </a:moveTo>
                <a:lnTo>
                  <a:pt x="12997" y="3706"/>
                </a:lnTo>
                <a:lnTo>
                  <a:pt x="13508" y="3706"/>
                </a:lnTo>
                <a:lnTo>
                  <a:pt x="13508" y="3271"/>
                </a:lnTo>
                <a:lnTo>
                  <a:pt x="12997" y="3271"/>
                </a:lnTo>
                <a:close/>
                <a:moveTo>
                  <a:pt x="12456" y="3271"/>
                </a:moveTo>
                <a:lnTo>
                  <a:pt x="12456" y="3706"/>
                </a:lnTo>
                <a:lnTo>
                  <a:pt x="12967" y="3706"/>
                </a:lnTo>
                <a:lnTo>
                  <a:pt x="12967" y="3271"/>
                </a:lnTo>
                <a:lnTo>
                  <a:pt x="12456" y="3271"/>
                </a:lnTo>
                <a:close/>
                <a:moveTo>
                  <a:pt x="11914" y="3271"/>
                </a:moveTo>
                <a:lnTo>
                  <a:pt x="11914" y="3706"/>
                </a:lnTo>
                <a:lnTo>
                  <a:pt x="12425" y="3706"/>
                </a:lnTo>
                <a:lnTo>
                  <a:pt x="12425" y="3271"/>
                </a:lnTo>
                <a:lnTo>
                  <a:pt x="11914" y="3271"/>
                </a:lnTo>
                <a:close/>
                <a:moveTo>
                  <a:pt x="11372" y="3271"/>
                </a:moveTo>
                <a:lnTo>
                  <a:pt x="11372" y="3706"/>
                </a:lnTo>
                <a:lnTo>
                  <a:pt x="11883" y="3706"/>
                </a:lnTo>
                <a:lnTo>
                  <a:pt x="11883" y="3271"/>
                </a:lnTo>
                <a:lnTo>
                  <a:pt x="11372" y="3271"/>
                </a:lnTo>
                <a:close/>
                <a:moveTo>
                  <a:pt x="10831" y="3271"/>
                </a:moveTo>
                <a:lnTo>
                  <a:pt x="10831" y="3706"/>
                </a:lnTo>
                <a:lnTo>
                  <a:pt x="11341" y="3706"/>
                </a:lnTo>
                <a:lnTo>
                  <a:pt x="11341" y="3271"/>
                </a:lnTo>
                <a:lnTo>
                  <a:pt x="10831" y="3271"/>
                </a:lnTo>
                <a:close/>
                <a:moveTo>
                  <a:pt x="10289" y="3271"/>
                </a:moveTo>
                <a:lnTo>
                  <a:pt x="10289" y="3706"/>
                </a:lnTo>
                <a:lnTo>
                  <a:pt x="10800" y="3706"/>
                </a:lnTo>
                <a:lnTo>
                  <a:pt x="10800" y="3271"/>
                </a:lnTo>
                <a:lnTo>
                  <a:pt x="10289" y="3271"/>
                </a:lnTo>
                <a:close/>
                <a:moveTo>
                  <a:pt x="9747" y="3271"/>
                </a:moveTo>
                <a:lnTo>
                  <a:pt x="9747" y="3706"/>
                </a:lnTo>
                <a:lnTo>
                  <a:pt x="10258" y="3706"/>
                </a:lnTo>
                <a:lnTo>
                  <a:pt x="10258" y="3271"/>
                </a:lnTo>
                <a:lnTo>
                  <a:pt x="9747" y="3271"/>
                </a:lnTo>
                <a:close/>
                <a:moveTo>
                  <a:pt x="9206" y="3271"/>
                </a:moveTo>
                <a:lnTo>
                  <a:pt x="9206" y="3706"/>
                </a:lnTo>
                <a:lnTo>
                  <a:pt x="9716" y="3706"/>
                </a:lnTo>
                <a:lnTo>
                  <a:pt x="9716" y="3271"/>
                </a:lnTo>
                <a:lnTo>
                  <a:pt x="9206" y="3271"/>
                </a:lnTo>
                <a:close/>
                <a:moveTo>
                  <a:pt x="8664" y="3271"/>
                </a:moveTo>
                <a:lnTo>
                  <a:pt x="8664" y="3706"/>
                </a:lnTo>
                <a:lnTo>
                  <a:pt x="9175" y="3706"/>
                </a:lnTo>
                <a:lnTo>
                  <a:pt x="9175" y="3271"/>
                </a:lnTo>
                <a:lnTo>
                  <a:pt x="8664" y="3271"/>
                </a:lnTo>
                <a:close/>
                <a:moveTo>
                  <a:pt x="8122" y="3271"/>
                </a:moveTo>
                <a:lnTo>
                  <a:pt x="8122" y="3706"/>
                </a:lnTo>
                <a:lnTo>
                  <a:pt x="8633" y="3706"/>
                </a:lnTo>
                <a:lnTo>
                  <a:pt x="8633" y="3271"/>
                </a:lnTo>
                <a:lnTo>
                  <a:pt x="8122" y="3271"/>
                </a:lnTo>
                <a:close/>
                <a:moveTo>
                  <a:pt x="7581" y="3271"/>
                </a:moveTo>
                <a:lnTo>
                  <a:pt x="7581" y="3706"/>
                </a:lnTo>
                <a:lnTo>
                  <a:pt x="8091" y="3706"/>
                </a:lnTo>
                <a:lnTo>
                  <a:pt x="8091" y="3271"/>
                </a:lnTo>
                <a:lnTo>
                  <a:pt x="7581" y="3271"/>
                </a:lnTo>
                <a:close/>
                <a:moveTo>
                  <a:pt x="7039" y="3271"/>
                </a:moveTo>
                <a:lnTo>
                  <a:pt x="7039" y="3706"/>
                </a:lnTo>
                <a:lnTo>
                  <a:pt x="7550" y="3706"/>
                </a:lnTo>
                <a:lnTo>
                  <a:pt x="7550" y="3271"/>
                </a:lnTo>
                <a:lnTo>
                  <a:pt x="7039" y="3271"/>
                </a:lnTo>
                <a:close/>
                <a:moveTo>
                  <a:pt x="6497" y="3271"/>
                </a:moveTo>
                <a:lnTo>
                  <a:pt x="6497" y="3706"/>
                </a:lnTo>
                <a:lnTo>
                  <a:pt x="7008" y="3706"/>
                </a:lnTo>
                <a:lnTo>
                  <a:pt x="7008" y="3271"/>
                </a:lnTo>
                <a:lnTo>
                  <a:pt x="6497" y="3271"/>
                </a:lnTo>
                <a:close/>
                <a:moveTo>
                  <a:pt x="5955" y="3271"/>
                </a:moveTo>
                <a:lnTo>
                  <a:pt x="5955" y="3706"/>
                </a:lnTo>
                <a:lnTo>
                  <a:pt x="6466" y="3706"/>
                </a:lnTo>
                <a:lnTo>
                  <a:pt x="6466" y="3271"/>
                </a:lnTo>
                <a:lnTo>
                  <a:pt x="5955" y="3271"/>
                </a:lnTo>
                <a:close/>
                <a:moveTo>
                  <a:pt x="5414" y="3271"/>
                </a:moveTo>
                <a:lnTo>
                  <a:pt x="5414" y="3706"/>
                </a:lnTo>
                <a:lnTo>
                  <a:pt x="5925" y="3706"/>
                </a:lnTo>
                <a:lnTo>
                  <a:pt x="5925" y="3271"/>
                </a:lnTo>
                <a:lnTo>
                  <a:pt x="5414" y="3271"/>
                </a:lnTo>
                <a:close/>
                <a:moveTo>
                  <a:pt x="4872" y="3271"/>
                </a:moveTo>
                <a:lnTo>
                  <a:pt x="4872" y="3706"/>
                </a:lnTo>
                <a:lnTo>
                  <a:pt x="5383" y="3706"/>
                </a:lnTo>
                <a:lnTo>
                  <a:pt x="5383" y="3271"/>
                </a:lnTo>
                <a:lnTo>
                  <a:pt x="4872" y="3271"/>
                </a:lnTo>
                <a:close/>
                <a:moveTo>
                  <a:pt x="4330" y="3271"/>
                </a:moveTo>
                <a:lnTo>
                  <a:pt x="4330" y="3706"/>
                </a:lnTo>
                <a:lnTo>
                  <a:pt x="4841" y="3706"/>
                </a:lnTo>
                <a:lnTo>
                  <a:pt x="4841" y="3271"/>
                </a:lnTo>
                <a:lnTo>
                  <a:pt x="4330" y="3271"/>
                </a:lnTo>
                <a:close/>
                <a:moveTo>
                  <a:pt x="3789" y="3271"/>
                </a:moveTo>
                <a:lnTo>
                  <a:pt x="3789" y="3706"/>
                </a:lnTo>
                <a:lnTo>
                  <a:pt x="4300" y="3706"/>
                </a:lnTo>
                <a:lnTo>
                  <a:pt x="4300" y="3271"/>
                </a:lnTo>
                <a:lnTo>
                  <a:pt x="3789" y="3271"/>
                </a:lnTo>
                <a:close/>
                <a:moveTo>
                  <a:pt x="3247" y="3271"/>
                </a:moveTo>
                <a:lnTo>
                  <a:pt x="3247" y="3706"/>
                </a:lnTo>
                <a:lnTo>
                  <a:pt x="3758" y="3706"/>
                </a:lnTo>
                <a:lnTo>
                  <a:pt x="3758" y="3271"/>
                </a:lnTo>
                <a:lnTo>
                  <a:pt x="3247" y="3271"/>
                </a:lnTo>
                <a:close/>
                <a:moveTo>
                  <a:pt x="2705" y="3271"/>
                </a:moveTo>
                <a:lnTo>
                  <a:pt x="2705" y="3706"/>
                </a:lnTo>
                <a:lnTo>
                  <a:pt x="3216" y="3706"/>
                </a:lnTo>
                <a:lnTo>
                  <a:pt x="3216" y="3271"/>
                </a:lnTo>
                <a:lnTo>
                  <a:pt x="2705" y="3271"/>
                </a:lnTo>
                <a:close/>
                <a:moveTo>
                  <a:pt x="2164" y="3271"/>
                </a:moveTo>
                <a:lnTo>
                  <a:pt x="2164" y="3706"/>
                </a:lnTo>
                <a:lnTo>
                  <a:pt x="2675" y="3706"/>
                </a:lnTo>
                <a:lnTo>
                  <a:pt x="2675" y="3271"/>
                </a:lnTo>
                <a:lnTo>
                  <a:pt x="2164" y="3271"/>
                </a:lnTo>
                <a:close/>
                <a:moveTo>
                  <a:pt x="1622" y="3271"/>
                </a:moveTo>
                <a:lnTo>
                  <a:pt x="1622" y="3706"/>
                </a:lnTo>
                <a:lnTo>
                  <a:pt x="2133" y="3706"/>
                </a:lnTo>
                <a:lnTo>
                  <a:pt x="2133" y="3271"/>
                </a:lnTo>
                <a:lnTo>
                  <a:pt x="1622" y="3271"/>
                </a:lnTo>
                <a:close/>
                <a:moveTo>
                  <a:pt x="1080" y="3271"/>
                </a:moveTo>
                <a:lnTo>
                  <a:pt x="1080" y="3706"/>
                </a:lnTo>
                <a:lnTo>
                  <a:pt x="1591" y="3706"/>
                </a:lnTo>
                <a:lnTo>
                  <a:pt x="1591" y="3271"/>
                </a:lnTo>
                <a:lnTo>
                  <a:pt x="1080" y="3271"/>
                </a:lnTo>
                <a:close/>
                <a:moveTo>
                  <a:pt x="539" y="3271"/>
                </a:moveTo>
                <a:lnTo>
                  <a:pt x="539" y="3706"/>
                </a:lnTo>
                <a:lnTo>
                  <a:pt x="1049" y="3706"/>
                </a:lnTo>
                <a:lnTo>
                  <a:pt x="1049" y="3271"/>
                </a:lnTo>
                <a:lnTo>
                  <a:pt x="539" y="3271"/>
                </a:lnTo>
                <a:close/>
                <a:moveTo>
                  <a:pt x="31" y="3271"/>
                </a:moveTo>
                <a:lnTo>
                  <a:pt x="31" y="3706"/>
                </a:lnTo>
                <a:lnTo>
                  <a:pt x="508" y="3706"/>
                </a:lnTo>
                <a:lnTo>
                  <a:pt x="508" y="3271"/>
                </a:lnTo>
                <a:lnTo>
                  <a:pt x="31" y="3271"/>
                </a:lnTo>
                <a:close/>
                <a:moveTo>
                  <a:pt x="14622" y="2807"/>
                </a:moveTo>
                <a:lnTo>
                  <a:pt x="14622" y="3243"/>
                </a:lnTo>
                <a:lnTo>
                  <a:pt x="15133" y="3243"/>
                </a:lnTo>
                <a:lnTo>
                  <a:pt x="15133" y="2807"/>
                </a:lnTo>
                <a:lnTo>
                  <a:pt x="14622" y="2807"/>
                </a:lnTo>
                <a:close/>
                <a:moveTo>
                  <a:pt x="14081" y="2807"/>
                </a:moveTo>
                <a:lnTo>
                  <a:pt x="14081" y="3243"/>
                </a:lnTo>
                <a:lnTo>
                  <a:pt x="14592" y="3243"/>
                </a:lnTo>
                <a:lnTo>
                  <a:pt x="14592" y="2807"/>
                </a:lnTo>
                <a:lnTo>
                  <a:pt x="14081" y="2807"/>
                </a:lnTo>
                <a:close/>
                <a:moveTo>
                  <a:pt x="13539" y="2807"/>
                </a:moveTo>
                <a:lnTo>
                  <a:pt x="13539" y="3243"/>
                </a:lnTo>
                <a:lnTo>
                  <a:pt x="14050" y="3243"/>
                </a:lnTo>
                <a:lnTo>
                  <a:pt x="14050" y="2807"/>
                </a:lnTo>
                <a:lnTo>
                  <a:pt x="13539" y="2807"/>
                </a:lnTo>
                <a:close/>
                <a:moveTo>
                  <a:pt x="12997" y="2807"/>
                </a:moveTo>
                <a:lnTo>
                  <a:pt x="12997" y="3243"/>
                </a:lnTo>
                <a:lnTo>
                  <a:pt x="13508" y="3243"/>
                </a:lnTo>
                <a:lnTo>
                  <a:pt x="13508" y="2807"/>
                </a:lnTo>
                <a:lnTo>
                  <a:pt x="12997" y="2807"/>
                </a:lnTo>
                <a:close/>
                <a:moveTo>
                  <a:pt x="12456" y="2807"/>
                </a:moveTo>
                <a:lnTo>
                  <a:pt x="12456" y="3243"/>
                </a:lnTo>
                <a:lnTo>
                  <a:pt x="12967" y="3243"/>
                </a:lnTo>
                <a:lnTo>
                  <a:pt x="12967" y="2807"/>
                </a:lnTo>
                <a:lnTo>
                  <a:pt x="12456" y="2807"/>
                </a:lnTo>
                <a:close/>
                <a:moveTo>
                  <a:pt x="11914" y="2807"/>
                </a:moveTo>
                <a:lnTo>
                  <a:pt x="11914" y="3243"/>
                </a:lnTo>
                <a:lnTo>
                  <a:pt x="12425" y="3243"/>
                </a:lnTo>
                <a:lnTo>
                  <a:pt x="12425" y="2807"/>
                </a:lnTo>
                <a:lnTo>
                  <a:pt x="11914" y="2807"/>
                </a:lnTo>
                <a:close/>
                <a:moveTo>
                  <a:pt x="11372" y="2807"/>
                </a:moveTo>
                <a:lnTo>
                  <a:pt x="11372" y="3243"/>
                </a:lnTo>
                <a:lnTo>
                  <a:pt x="11883" y="3243"/>
                </a:lnTo>
                <a:lnTo>
                  <a:pt x="11883" y="2807"/>
                </a:lnTo>
                <a:lnTo>
                  <a:pt x="11372" y="2807"/>
                </a:lnTo>
                <a:close/>
                <a:moveTo>
                  <a:pt x="10831" y="2807"/>
                </a:moveTo>
                <a:lnTo>
                  <a:pt x="10831" y="3243"/>
                </a:lnTo>
                <a:lnTo>
                  <a:pt x="11341" y="3243"/>
                </a:lnTo>
                <a:lnTo>
                  <a:pt x="11341" y="2807"/>
                </a:lnTo>
                <a:lnTo>
                  <a:pt x="10831" y="2807"/>
                </a:lnTo>
                <a:close/>
                <a:moveTo>
                  <a:pt x="10289" y="2807"/>
                </a:moveTo>
                <a:lnTo>
                  <a:pt x="10289" y="3243"/>
                </a:lnTo>
                <a:lnTo>
                  <a:pt x="10800" y="3243"/>
                </a:lnTo>
                <a:lnTo>
                  <a:pt x="10800" y="2807"/>
                </a:lnTo>
                <a:lnTo>
                  <a:pt x="10289" y="2807"/>
                </a:lnTo>
                <a:close/>
                <a:moveTo>
                  <a:pt x="9747" y="2807"/>
                </a:moveTo>
                <a:lnTo>
                  <a:pt x="9747" y="3243"/>
                </a:lnTo>
                <a:lnTo>
                  <a:pt x="10258" y="3243"/>
                </a:lnTo>
                <a:lnTo>
                  <a:pt x="10258" y="2807"/>
                </a:lnTo>
                <a:lnTo>
                  <a:pt x="9747" y="2807"/>
                </a:lnTo>
                <a:close/>
                <a:moveTo>
                  <a:pt x="9206" y="2807"/>
                </a:moveTo>
                <a:lnTo>
                  <a:pt x="9206" y="3243"/>
                </a:lnTo>
                <a:lnTo>
                  <a:pt x="9716" y="3243"/>
                </a:lnTo>
                <a:lnTo>
                  <a:pt x="9716" y="2807"/>
                </a:lnTo>
                <a:lnTo>
                  <a:pt x="9206" y="2807"/>
                </a:lnTo>
                <a:close/>
                <a:moveTo>
                  <a:pt x="8664" y="2807"/>
                </a:moveTo>
                <a:lnTo>
                  <a:pt x="8664" y="3243"/>
                </a:lnTo>
                <a:lnTo>
                  <a:pt x="9175" y="3243"/>
                </a:lnTo>
                <a:lnTo>
                  <a:pt x="9175" y="2807"/>
                </a:lnTo>
                <a:lnTo>
                  <a:pt x="8664" y="2807"/>
                </a:lnTo>
                <a:close/>
                <a:moveTo>
                  <a:pt x="8122" y="2807"/>
                </a:moveTo>
                <a:lnTo>
                  <a:pt x="8122" y="3243"/>
                </a:lnTo>
                <a:lnTo>
                  <a:pt x="8633" y="3243"/>
                </a:lnTo>
                <a:lnTo>
                  <a:pt x="8633" y="2807"/>
                </a:lnTo>
                <a:lnTo>
                  <a:pt x="8122" y="2807"/>
                </a:lnTo>
                <a:close/>
                <a:moveTo>
                  <a:pt x="7581" y="2807"/>
                </a:moveTo>
                <a:lnTo>
                  <a:pt x="7581" y="3243"/>
                </a:lnTo>
                <a:lnTo>
                  <a:pt x="8091" y="3243"/>
                </a:lnTo>
                <a:lnTo>
                  <a:pt x="8091" y="2807"/>
                </a:lnTo>
                <a:lnTo>
                  <a:pt x="7581" y="2807"/>
                </a:lnTo>
                <a:close/>
                <a:moveTo>
                  <a:pt x="7039" y="2807"/>
                </a:moveTo>
                <a:lnTo>
                  <a:pt x="7039" y="3243"/>
                </a:lnTo>
                <a:lnTo>
                  <a:pt x="7550" y="3243"/>
                </a:lnTo>
                <a:lnTo>
                  <a:pt x="7550" y="2807"/>
                </a:lnTo>
                <a:lnTo>
                  <a:pt x="7039" y="2807"/>
                </a:lnTo>
                <a:close/>
                <a:moveTo>
                  <a:pt x="6497" y="2807"/>
                </a:moveTo>
                <a:lnTo>
                  <a:pt x="6497" y="3243"/>
                </a:lnTo>
                <a:lnTo>
                  <a:pt x="7008" y="3243"/>
                </a:lnTo>
                <a:lnTo>
                  <a:pt x="7008" y="2807"/>
                </a:lnTo>
                <a:lnTo>
                  <a:pt x="6497" y="2807"/>
                </a:lnTo>
                <a:close/>
                <a:moveTo>
                  <a:pt x="5955" y="2807"/>
                </a:moveTo>
                <a:lnTo>
                  <a:pt x="5955" y="3243"/>
                </a:lnTo>
                <a:lnTo>
                  <a:pt x="6466" y="3243"/>
                </a:lnTo>
                <a:lnTo>
                  <a:pt x="6466" y="2807"/>
                </a:lnTo>
                <a:lnTo>
                  <a:pt x="5955" y="2807"/>
                </a:lnTo>
                <a:close/>
                <a:moveTo>
                  <a:pt x="5414" y="2807"/>
                </a:moveTo>
                <a:lnTo>
                  <a:pt x="5414" y="3243"/>
                </a:lnTo>
                <a:lnTo>
                  <a:pt x="5925" y="3243"/>
                </a:lnTo>
                <a:lnTo>
                  <a:pt x="5925" y="2807"/>
                </a:lnTo>
                <a:lnTo>
                  <a:pt x="5414" y="2807"/>
                </a:lnTo>
                <a:close/>
                <a:moveTo>
                  <a:pt x="4872" y="2807"/>
                </a:moveTo>
                <a:lnTo>
                  <a:pt x="4872" y="3243"/>
                </a:lnTo>
                <a:lnTo>
                  <a:pt x="5383" y="3243"/>
                </a:lnTo>
                <a:lnTo>
                  <a:pt x="5383" y="2807"/>
                </a:lnTo>
                <a:lnTo>
                  <a:pt x="4872" y="2807"/>
                </a:lnTo>
                <a:close/>
                <a:moveTo>
                  <a:pt x="4330" y="2807"/>
                </a:moveTo>
                <a:lnTo>
                  <a:pt x="4330" y="3243"/>
                </a:lnTo>
                <a:lnTo>
                  <a:pt x="4841" y="3243"/>
                </a:lnTo>
                <a:lnTo>
                  <a:pt x="4841" y="2807"/>
                </a:lnTo>
                <a:lnTo>
                  <a:pt x="4330" y="2807"/>
                </a:lnTo>
                <a:close/>
                <a:moveTo>
                  <a:pt x="3789" y="2807"/>
                </a:moveTo>
                <a:lnTo>
                  <a:pt x="3789" y="3243"/>
                </a:lnTo>
                <a:lnTo>
                  <a:pt x="4300" y="3243"/>
                </a:lnTo>
                <a:lnTo>
                  <a:pt x="4300" y="2807"/>
                </a:lnTo>
                <a:lnTo>
                  <a:pt x="3789" y="2807"/>
                </a:lnTo>
                <a:close/>
                <a:moveTo>
                  <a:pt x="3247" y="2807"/>
                </a:moveTo>
                <a:lnTo>
                  <a:pt x="3247" y="3243"/>
                </a:lnTo>
                <a:lnTo>
                  <a:pt x="3758" y="3243"/>
                </a:lnTo>
                <a:lnTo>
                  <a:pt x="3758" y="2807"/>
                </a:lnTo>
                <a:lnTo>
                  <a:pt x="3247" y="2807"/>
                </a:lnTo>
                <a:close/>
                <a:moveTo>
                  <a:pt x="2705" y="2807"/>
                </a:moveTo>
                <a:lnTo>
                  <a:pt x="2705" y="3243"/>
                </a:lnTo>
                <a:lnTo>
                  <a:pt x="3216" y="3243"/>
                </a:lnTo>
                <a:lnTo>
                  <a:pt x="3216" y="2807"/>
                </a:lnTo>
                <a:lnTo>
                  <a:pt x="2705" y="2807"/>
                </a:lnTo>
                <a:close/>
                <a:moveTo>
                  <a:pt x="2164" y="2807"/>
                </a:moveTo>
                <a:lnTo>
                  <a:pt x="2164" y="3243"/>
                </a:lnTo>
                <a:lnTo>
                  <a:pt x="2675" y="3243"/>
                </a:lnTo>
                <a:lnTo>
                  <a:pt x="2675" y="2807"/>
                </a:lnTo>
                <a:lnTo>
                  <a:pt x="2164" y="2807"/>
                </a:lnTo>
                <a:close/>
                <a:moveTo>
                  <a:pt x="1622" y="2807"/>
                </a:moveTo>
                <a:lnTo>
                  <a:pt x="1622" y="3243"/>
                </a:lnTo>
                <a:lnTo>
                  <a:pt x="2133" y="3243"/>
                </a:lnTo>
                <a:lnTo>
                  <a:pt x="2133" y="2807"/>
                </a:lnTo>
                <a:lnTo>
                  <a:pt x="1622" y="2807"/>
                </a:lnTo>
                <a:close/>
                <a:moveTo>
                  <a:pt x="1080" y="2807"/>
                </a:moveTo>
                <a:lnTo>
                  <a:pt x="1080" y="3243"/>
                </a:lnTo>
                <a:lnTo>
                  <a:pt x="1591" y="3243"/>
                </a:lnTo>
                <a:lnTo>
                  <a:pt x="1591" y="2807"/>
                </a:lnTo>
                <a:lnTo>
                  <a:pt x="1080" y="2807"/>
                </a:lnTo>
                <a:close/>
                <a:moveTo>
                  <a:pt x="539" y="2807"/>
                </a:moveTo>
                <a:lnTo>
                  <a:pt x="539" y="3243"/>
                </a:lnTo>
                <a:lnTo>
                  <a:pt x="1049" y="3243"/>
                </a:lnTo>
                <a:lnTo>
                  <a:pt x="1049" y="2807"/>
                </a:lnTo>
                <a:lnTo>
                  <a:pt x="539" y="2807"/>
                </a:lnTo>
                <a:close/>
                <a:moveTo>
                  <a:pt x="31" y="2807"/>
                </a:moveTo>
                <a:lnTo>
                  <a:pt x="31" y="3243"/>
                </a:lnTo>
                <a:lnTo>
                  <a:pt x="508" y="3243"/>
                </a:lnTo>
                <a:lnTo>
                  <a:pt x="508" y="2807"/>
                </a:lnTo>
                <a:lnTo>
                  <a:pt x="31" y="2807"/>
                </a:lnTo>
                <a:close/>
                <a:moveTo>
                  <a:pt x="14622" y="2343"/>
                </a:moveTo>
                <a:lnTo>
                  <a:pt x="14622" y="2779"/>
                </a:lnTo>
                <a:lnTo>
                  <a:pt x="15133" y="2779"/>
                </a:lnTo>
                <a:lnTo>
                  <a:pt x="15133" y="2343"/>
                </a:lnTo>
                <a:lnTo>
                  <a:pt x="14622" y="2343"/>
                </a:lnTo>
                <a:close/>
                <a:moveTo>
                  <a:pt x="14081" y="2343"/>
                </a:moveTo>
                <a:lnTo>
                  <a:pt x="14081" y="2779"/>
                </a:lnTo>
                <a:lnTo>
                  <a:pt x="14592" y="2779"/>
                </a:lnTo>
                <a:lnTo>
                  <a:pt x="14592" y="2343"/>
                </a:lnTo>
                <a:lnTo>
                  <a:pt x="14081" y="2343"/>
                </a:lnTo>
                <a:close/>
                <a:moveTo>
                  <a:pt x="13539" y="2343"/>
                </a:moveTo>
                <a:lnTo>
                  <a:pt x="13539" y="2779"/>
                </a:lnTo>
                <a:lnTo>
                  <a:pt x="14050" y="2779"/>
                </a:lnTo>
                <a:lnTo>
                  <a:pt x="14050" y="2343"/>
                </a:lnTo>
                <a:lnTo>
                  <a:pt x="13539" y="2343"/>
                </a:lnTo>
                <a:close/>
                <a:moveTo>
                  <a:pt x="12997" y="2343"/>
                </a:moveTo>
                <a:lnTo>
                  <a:pt x="12997" y="2779"/>
                </a:lnTo>
                <a:lnTo>
                  <a:pt x="13508" y="2779"/>
                </a:lnTo>
                <a:lnTo>
                  <a:pt x="13508" y="2343"/>
                </a:lnTo>
                <a:lnTo>
                  <a:pt x="12997" y="2343"/>
                </a:lnTo>
                <a:close/>
                <a:moveTo>
                  <a:pt x="12456" y="2343"/>
                </a:moveTo>
                <a:lnTo>
                  <a:pt x="12456" y="2779"/>
                </a:lnTo>
                <a:lnTo>
                  <a:pt x="12967" y="2779"/>
                </a:lnTo>
                <a:lnTo>
                  <a:pt x="12967" y="2343"/>
                </a:lnTo>
                <a:lnTo>
                  <a:pt x="12456" y="2343"/>
                </a:lnTo>
                <a:close/>
                <a:moveTo>
                  <a:pt x="11914" y="2343"/>
                </a:moveTo>
                <a:lnTo>
                  <a:pt x="11914" y="2779"/>
                </a:lnTo>
                <a:lnTo>
                  <a:pt x="12425" y="2779"/>
                </a:lnTo>
                <a:lnTo>
                  <a:pt x="12425" y="2343"/>
                </a:lnTo>
                <a:lnTo>
                  <a:pt x="11914" y="2343"/>
                </a:lnTo>
                <a:close/>
                <a:moveTo>
                  <a:pt x="11372" y="2343"/>
                </a:moveTo>
                <a:lnTo>
                  <a:pt x="11372" y="2779"/>
                </a:lnTo>
                <a:lnTo>
                  <a:pt x="11883" y="2779"/>
                </a:lnTo>
                <a:lnTo>
                  <a:pt x="11883" y="2343"/>
                </a:lnTo>
                <a:lnTo>
                  <a:pt x="11372" y="2343"/>
                </a:lnTo>
                <a:close/>
                <a:moveTo>
                  <a:pt x="10831" y="2343"/>
                </a:moveTo>
                <a:lnTo>
                  <a:pt x="10831" y="2779"/>
                </a:lnTo>
                <a:lnTo>
                  <a:pt x="11341" y="2779"/>
                </a:lnTo>
                <a:lnTo>
                  <a:pt x="11341" y="2343"/>
                </a:lnTo>
                <a:lnTo>
                  <a:pt x="10831" y="2343"/>
                </a:lnTo>
                <a:close/>
                <a:moveTo>
                  <a:pt x="10289" y="2343"/>
                </a:moveTo>
                <a:lnTo>
                  <a:pt x="10289" y="2779"/>
                </a:lnTo>
                <a:lnTo>
                  <a:pt x="10800" y="2779"/>
                </a:lnTo>
                <a:lnTo>
                  <a:pt x="10800" y="2343"/>
                </a:lnTo>
                <a:lnTo>
                  <a:pt x="10289" y="2343"/>
                </a:lnTo>
                <a:close/>
                <a:moveTo>
                  <a:pt x="9747" y="2343"/>
                </a:moveTo>
                <a:lnTo>
                  <a:pt x="9747" y="2779"/>
                </a:lnTo>
                <a:lnTo>
                  <a:pt x="10258" y="2779"/>
                </a:lnTo>
                <a:lnTo>
                  <a:pt x="10258" y="2343"/>
                </a:lnTo>
                <a:lnTo>
                  <a:pt x="9747" y="2343"/>
                </a:lnTo>
                <a:close/>
                <a:moveTo>
                  <a:pt x="9206" y="2343"/>
                </a:moveTo>
                <a:lnTo>
                  <a:pt x="9206" y="2779"/>
                </a:lnTo>
                <a:lnTo>
                  <a:pt x="9716" y="2779"/>
                </a:lnTo>
                <a:lnTo>
                  <a:pt x="9716" y="2343"/>
                </a:lnTo>
                <a:lnTo>
                  <a:pt x="9206" y="2343"/>
                </a:lnTo>
                <a:close/>
                <a:moveTo>
                  <a:pt x="8664" y="2343"/>
                </a:moveTo>
                <a:lnTo>
                  <a:pt x="8664" y="2779"/>
                </a:lnTo>
                <a:lnTo>
                  <a:pt x="9175" y="2779"/>
                </a:lnTo>
                <a:lnTo>
                  <a:pt x="9175" y="2343"/>
                </a:lnTo>
                <a:lnTo>
                  <a:pt x="8664" y="2343"/>
                </a:lnTo>
                <a:close/>
                <a:moveTo>
                  <a:pt x="8122" y="2343"/>
                </a:moveTo>
                <a:lnTo>
                  <a:pt x="8122" y="2779"/>
                </a:lnTo>
                <a:lnTo>
                  <a:pt x="8633" y="2779"/>
                </a:lnTo>
                <a:lnTo>
                  <a:pt x="8633" y="2343"/>
                </a:lnTo>
                <a:lnTo>
                  <a:pt x="8122" y="2343"/>
                </a:lnTo>
                <a:close/>
                <a:moveTo>
                  <a:pt x="7581" y="2343"/>
                </a:moveTo>
                <a:lnTo>
                  <a:pt x="7581" y="2779"/>
                </a:lnTo>
                <a:lnTo>
                  <a:pt x="8091" y="2779"/>
                </a:lnTo>
                <a:lnTo>
                  <a:pt x="8091" y="2343"/>
                </a:lnTo>
                <a:lnTo>
                  <a:pt x="7581" y="2343"/>
                </a:lnTo>
                <a:close/>
                <a:moveTo>
                  <a:pt x="7039" y="2343"/>
                </a:moveTo>
                <a:lnTo>
                  <a:pt x="7039" y="2779"/>
                </a:lnTo>
                <a:lnTo>
                  <a:pt x="7550" y="2779"/>
                </a:lnTo>
                <a:lnTo>
                  <a:pt x="7550" y="2343"/>
                </a:lnTo>
                <a:lnTo>
                  <a:pt x="7039" y="2343"/>
                </a:lnTo>
                <a:close/>
                <a:moveTo>
                  <a:pt x="6497" y="2343"/>
                </a:moveTo>
                <a:lnTo>
                  <a:pt x="6497" y="2779"/>
                </a:lnTo>
                <a:lnTo>
                  <a:pt x="7008" y="2779"/>
                </a:lnTo>
                <a:lnTo>
                  <a:pt x="7008" y="2343"/>
                </a:lnTo>
                <a:lnTo>
                  <a:pt x="6497" y="2343"/>
                </a:lnTo>
                <a:close/>
                <a:moveTo>
                  <a:pt x="5955" y="2343"/>
                </a:moveTo>
                <a:lnTo>
                  <a:pt x="5955" y="2779"/>
                </a:lnTo>
                <a:lnTo>
                  <a:pt x="6466" y="2779"/>
                </a:lnTo>
                <a:lnTo>
                  <a:pt x="6466" y="2343"/>
                </a:lnTo>
                <a:lnTo>
                  <a:pt x="5955" y="2343"/>
                </a:lnTo>
                <a:close/>
                <a:moveTo>
                  <a:pt x="5414" y="2343"/>
                </a:moveTo>
                <a:lnTo>
                  <a:pt x="5414" y="2779"/>
                </a:lnTo>
                <a:lnTo>
                  <a:pt x="5925" y="2779"/>
                </a:lnTo>
                <a:lnTo>
                  <a:pt x="5925" y="2343"/>
                </a:lnTo>
                <a:lnTo>
                  <a:pt x="5414" y="2343"/>
                </a:lnTo>
                <a:close/>
                <a:moveTo>
                  <a:pt x="4872" y="2343"/>
                </a:moveTo>
                <a:lnTo>
                  <a:pt x="4872" y="2779"/>
                </a:lnTo>
                <a:lnTo>
                  <a:pt x="5383" y="2779"/>
                </a:lnTo>
                <a:lnTo>
                  <a:pt x="5383" y="2343"/>
                </a:lnTo>
                <a:lnTo>
                  <a:pt x="4872" y="2343"/>
                </a:lnTo>
                <a:close/>
                <a:moveTo>
                  <a:pt x="4330" y="2343"/>
                </a:moveTo>
                <a:lnTo>
                  <a:pt x="4330" y="2779"/>
                </a:lnTo>
                <a:lnTo>
                  <a:pt x="4841" y="2779"/>
                </a:lnTo>
                <a:lnTo>
                  <a:pt x="4841" y="2343"/>
                </a:lnTo>
                <a:lnTo>
                  <a:pt x="4330" y="2343"/>
                </a:lnTo>
                <a:close/>
                <a:moveTo>
                  <a:pt x="3789" y="2343"/>
                </a:moveTo>
                <a:lnTo>
                  <a:pt x="3789" y="2779"/>
                </a:lnTo>
                <a:lnTo>
                  <a:pt x="4300" y="2779"/>
                </a:lnTo>
                <a:lnTo>
                  <a:pt x="4300" y="2343"/>
                </a:lnTo>
                <a:lnTo>
                  <a:pt x="3789" y="2343"/>
                </a:lnTo>
                <a:close/>
                <a:moveTo>
                  <a:pt x="3247" y="2343"/>
                </a:moveTo>
                <a:lnTo>
                  <a:pt x="3247" y="2779"/>
                </a:lnTo>
                <a:lnTo>
                  <a:pt x="3758" y="2779"/>
                </a:lnTo>
                <a:lnTo>
                  <a:pt x="3758" y="2343"/>
                </a:lnTo>
                <a:lnTo>
                  <a:pt x="3247" y="2343"/>
                </a:lnTo>
                <a:close/>
                <a:moveTo>
                  <a:pt x="2705" y="2343"/>
                </a:moveTo>
                <a:lnTo>
                  <a:pt x="2705" y="2779"/>
                </a:lnTo>
                <a:lnTo>
                  <a:pt x="3216" y="2779"/>
                </a:lnTo>
                <a:lnTo>
                  <a:pt x="3216" y="2343"/>
                </a:lnTo>
                <a:lnTo>
                  <a:pt x="2705" y="2343"/>
                </a:lnTo>
                <a:close/>
                <a:moveTo>
                  <a:pt x="2164" y="2343"/>
                </a:moveTo>
                <a:lnTo>
                  <a:pt x="2164" y="2779"/>
                </a:lnTo>
                <a:lnTo>
                  <a:pt x="2675" y="2779"/>
                </a:lnTo>
                <a:lnTo>
                  <a:pt x="2675" y="2343"/>
                </a:lnTo>
                <a:lnTo>
                  <a:pt x="2164" y="2343"/>
                </a:lnTo>
                <a:close/>
                <a:moveTo>
                  <a:pt x="1622" y="2343"/>
                </a:moveTo>
                <a:lnTo>
                  <a:pt x="1622" y="2779"/>
                </a:lnTo>
                <a:lnTo>
                  <a:pt x="2133" y="2779"/>
                </a:lnTo>
                <a:lnTo>
                  <a:pt x="2133" y="2343"/>
                </a:lnTo>
                <a:lnTo>
                  <a:pt x="1622" y="2343"/>
                </a:lnTo>
                <a:close/>
                <a:moveTo>
                  <a:pt x="1080" y="2343"/>
                </a:moveTo>
                <a:lnTo>
                  <a:pt x="1080" y="2779"/>
                </a:lnTo>
                <a:lnTo>
                  <a:pt x="1591" y="2779"/>
                </a:lnTo>
                <a:lnTo>
                  <a:pt x="1591" y="2343"/>
                </a:lnTo>
                <a:lnTo>
                  <a:pt x="1080" y="2343"/>
                </a:lnTo>
                <a:close/>
                <a:moveTo>
                  <a:pt x="539" y="2343"/>
                </a:moveTo>
                <a:lnTo>
                  <a:pt x="539" y="2779"/>
                </a:lnTo>
                <a:lnTo>
                  <a:pt x="1049" y="2779"/>
                </a:lnTo>
                <a:lnTo>
                  <a:pt x="1049" y="2343"/>
                </a:lnTo>
                <a:lnTo>
                  <a:pt x="539" y="2343"/>
                </a:lnTo>
                <a:close/>
                <a:moveTo>
                  <a:pt x="31" y="2343"/>
                </a:moveTo>
                <a:lnTo>
                  <a:pt x="31" y="2779"/>
                </a:lnTo>
                <a:lnTo>
                  <a:pt x="508" y="2779"/>
                </a:lnTo>
                <a:lnTo>
                  <a:pt x="508" y="2343"/>
                </a:lnTo>
                <a:lnTo>
                  <a:pt x="31" y="2343"/>
                </a:lnTo>
                <a:close/>
                <a:moveTo>
                  <a:pt x="14622" y="1879"/>
                </a:moveTo>
                <a:lnTo>
                  <a:pt x="14622" y="2315"/>
                </a:lnTo>
                <a:lnTo>
                  <a:pt x="15133" y="2315"/>
                </a:lnTo>
                <a:lnTo>
                  <a:pt x="15133" y="1879"/>
                </a:lnTo>
                <a:lnTo>
                  <a:pt x="14622" y="1879"/>
                </a:lnTo>
                <a:close/>
                <a:moveTo>
                  <a:pt x="14081" y="1879"/>
                </a:moveTo>
                <a:lnTo>
                  <a:pt x="14081" y="2315"/>
                </a:lnTo>
                <a:lnTo>
                  <a:pt x="14592" y="2315"/>
                </a:lnTo>
                <a:lnTo>
                  <a:pt x="14592" y="1879"/>
                </a:lnTo>
                <a:lnTo>
                  <a:pt x="14081" y="1879"/>
                </a:lnTo>
                <a:close/>
                <a:moveTo>
                  <a:pt x="13539" y="1879"/>
                </a:moveTo>
                <a:lnTo>
                  <a:pt x="13539" y="2315"/>
                </a:lnTo>
                <a:lnTo>
                  <a:pt x="14050" y="2315"/>
                </a:lnTo>
                <a:lnTo>
                  <a:pt x="14050" y="1879"/>
                </a:lnTo>
                <a:lnTo>
                  <a:pt x="13539" y="1879"/>
                </a:lnTo>
                <a:close/>
                <a:moveTo>
                  <a:pt x="12997" y="1879"/>
                </a:moveTo>
                <a:lnTo>
                  <a:pt x="12997" y="2315"/>
                </a:lnTo>
                <a:lnTo>
                  <a:pt x="13508" y="2315"/>
                </a:lnTo>
                <a:lnTo>
                  <a:pt x="13508" y="1879"/>
                </a:lnTo>
                <a:lnTo>
                  <a:pt x="12997" y="1879"/>
                </a:lnTo>
                <a:close/>
                <a:moveTo>
                  <a:pt x="12456" y="1879"/>
                </a:moveTo>
                <a:lnTo>
                  <a:pt x="12456" y="2315"/>
                </a:lnTo>
                <a:lnTo>
                  <a:pt x="12967" y="2315"/>
                </a:lnTo>
                <a:lnTo>
                  <a:pt x="12967" y="1879"/>
                </a:lnTo>
                <a:lnTo>
                  <a:pt x="12456" y="1879"/>
                </a:lnTo>
                <a:close/>
                <a:moveTo>
                  <a:pt x="11914" y="1879"/>
                </a:moveTo>
                <a:lnTo>
                  <a:pt x="11914" y="2315"/>
                </a:lnTo>
                <a:lnTo>
                  <a:pt x="12425" y="2315"/>
                </a:lnTo>
                <a:lnTo>
                  <a:pt x="12425" y="1879"/>
                </a:lnTo>
                <a:lnTo>
                  <a:pt x="11914" y="1879"/>
                </a:lnTo>
                <a:close/>
                <a:moveTo>
                  <a:pt x="11372" y="1879"/>
                </a:moveTo>
                <a:lnTo>
                  <a:pt x="11372" y="2315"/>
                </a:lnTo>
                <a:lnTo>
                  <a:pt x="11883" y="2315"/>
                </a:lnTo>
                <a:lnTo>
                  <a:pt x="11883" y="1879"/>
                </a:lnTo>
                <a:lnTo>
                  <a:pt x="11372" y="1879"/>
                </a:lnTo>
                <a:close/>
                <a:moveTo>
                  <a:pt x="10831" y="1879"/>
                </a:moveTo>
                <a:lnTo>
                  <a:pt x="10831" y="2315"/>
                </a:lnTo>
                <a:lnTo>
                  <a:pt x="11341" y="2315"/>
                </a:lnTo>
                <a:lnTo>
                  <a:pt x="11341" y="1879"/>
                </a:lnTo>
                <a:lnTo>
                  <a:pt x="10831" y="1879"/>
                </a:lnTo>
                <a:close/>
                <a:moveTo>
                  <a:pt x="10289" y="1879"/>
                </a:moveTo>
                <a:lnTo>
                  <a:pt x="10289" y="2315"/>
                </a:lnTo>
                <a:lnTo>
                  <a:pt x="10800" y="2315"/>
                </a:lnTo>
                <a:lnTo>
                  <a:pt x="10800" y="1879"/>
                </a:lnTo>
                <a:lnTo>
                  <a:pt x="10289" y="1879"/>
                </a:lnTo>
                <a:close/>
                <a:moveTo>
                  <a:pt x="9747" y="1879"/>
                </a:moveTo>
                <a:lnTo>
                  <a:pt x="9747" y="2315"/>
                </a:lnTo>
                <a:lnTo>
                  <a:pt x="10258" y="2315"/>
                </a:lnTo>
                <a:lnTo>
                  <a:pt x="10258" y="1879"/>
                </a:lnTo>
                <a:lnTo>
                  <a:pt x="9747" y="1879"/>
                </a:lnTo>
                <a:close/>
                <a:moveTo>
                  <a:pt x="9206" y="1879"/>
                </a:moveTo>
                <a:lnTo>
                  <a:pt x="9206" y="2315"/>
                </a:lnTo>
                <a:lnTo>
                  <a:pt x="9716" y="2315"/>
                </a:lnTo>
                <a:lnTo>
                  <a:pt x="9716" y="1879"/>
                </a:lnTo>
                <a:lnTo>
                  <a:pt x="9206" y="1879"/>
                </a:lnTo>
                <a:close/>
                <a:moveTo>
                  <a:pt x="8664" y="1879"/>
                </a:moveTo>
                <a:lnTo>
                  <a:pt x="8664" y="2315"/>
                </a:lnTo>
                <a:lnTo>
                  <a:pt x="9175" y="2315"/>
                </a:lnTo>
                <a:lnTo>
                  <a:pt x="9175" y="1879"/>
                </a:lnTo>
                <a:lnTo>
                  <a:pt x="8664" y="1879"/>
                </a:lnTo>
                <a:close/>
                <a:moveTo>
                  <a:pt x="8122" y="1879"/>
                </a:moveTo>
                <a:lnTo>
                  <a:pt x="8122" y="2315"/>
                </a:lnTo>
                <a:lnTo>
                  <a:pt x="8633" y="2315"/>
                </a:lnTo>
                <a:lnTo>
                  <a:pt x="8633" y="1879"/>
                </a:lnTo>
                <a:lnTo>
                  <a:pt x="8122" y="1879"/>
                </a:lnTo>
                <a:close/>
                <a:moveTo>
                  <a:pt x="7581" y="1879"/>
                </a:moveTo>
                <a:lnTo>
                  <a:pt x="7581" y="2315"/>
                </a:lnTo>
                <a:lnTo>
                  <a:pt x="8091" y="2315"/>
                </a:lnTo>
                <a:lnTo>
                  <a:pt x="8091" y="1879"/>
                </a:lnTo>
                <a:lnTo>
                  <a:pt x="7581" y="1879"/>
                </a:lnTo>
                <a:close/>
                <a:moveTo>
                  <a:pt x="7039" y="1879"/>
                </a:moveTo>
                <a:lnTo>
                  <a:pt x="7039" y="2315"/>
                </a:lnTo>
                <a:lnTo>
                  <a:pt x="7550" y="2315"/>
                </a:lnTo>
                <a:lnTo>
                  <a:pt x="7550" y="1879"/>
                </a:lnTo>
                <a:lnTo>
                  <a:pt x="7039" y="1879"/>
                </a:lnTo>
                <a:close/>
                <a:moveTo>
                  <a:pt x="6497" y="1879"/>
                </a:moveTo>
                <a:lnTo>
                  <a:pt x="6497" y="2315"/>
                </a:lnTo>
                <a:lnTo>
                  <a:pt x="7008" y="2315"/>
                </a:lnTo>
                <a:lnTo>
                  <a:pt x="7008" y="1879"/>
                </a:lnTo>
                <a:lnTo>
                  <a:pt x="6497" y="1879"/>
                </a:lnTo>
                <a:close/>
                <a:moveTo>
                  <a:pt x="5955" y="1879"/>
                </a:moveTo>
                <a:lnTo>
                  <a:pt x="5955" y="2315"/>
                </a:lnTo>
                <a:lnTo>
                  <a:pt x="6466" y="2315"/>
                </a:lnTo>
                <a:lnTo>
                  <a:pt x="6466" y="1879"/>
                </a:lnTo>
                <a:lnTo>
                  <a:pt x="5955" y="1879"/>
                </a:lnTo>
                <a:close/>
                <a:moveTo>
                  <a:pt x="5414" y="1879"/>
                </a:moveTo>
                <a:lnTo>
                  <a:pt x="5414" y="2315"/>
                </a:lnTo>
                <a:lnTo>
                  <a:pt x="5925" y="2315"/>
                </a:lnTo>
                <a:lnTo>
                  <a:pt x="5925" y="1879"/>
                </a:lnTo>
                <a:lnTo>
                  <a:pt x="5414" y="1879"/>
                </a:lnTo>
                <a:close/>
                <a:moveTo>
                  <a:pt x="4872" y="1879"/>
                </a:moveTo>
                <a:lnTo>
                  <a:pt x="4872" y="2315"/>
                </a:lnTo>
                <a:lnTo>
                  <a:pt x="5383" y="2315"/>
                </a:lnTo>
                <a:lnTo>
                  <a:pt x="5383" y="1879"/>
                </a:lnTo>
                <a:lnTo>
                  <a:pt x="4872" y="1879"/>
                </a:lnTo>
                <a:close/>
                <a:moveTo>
                  <a:pt x="4330" y="1879"/>
                </a:moveTo>
                <a:lnTo>
                  <a:pt x="4330" y="2315"/>
                </a:lnTo>
                <a:lnTo>
                  <a:pt x="4841" y="2315"/>
                </a:lnTo>
                <a:lnTo>
                  <a:pt x="4841" y="1879"/>
                </a:lnTo>
                <a:lnTo>
                  <a:pt x="4330" y="1879"/>
                </a:lnTo>
                <a:close/>
                <a:moveTo>
                  <a:pt x="3789" y="1879"/>
                </a:moveTo>
                <a:lnTo>
                  <a:pt x="3789" y="2315"/>
                </a:lnTo>
                <a:lnTo>
                  <a:pt x="4300" y="2315"/>
                </a:lnTo>
                <a:lnTo>
                  <a:pt x="4300" y="1879"/>
                </a:lnTo>
                <a:lnTo>
                  <a:pt x="3789" y="1879"/>
                </a:lnTo>
                <a:close/>
                <a:moveTo>
                  <a:pt x="3247" y="1879"/>
                </a:moveTo>
                <a:lnTo>
                  <a:pt x="3247" y="2315"/>
                </a:lnTo>
                <a:lnTo>
                  <a:pt x="3758" y="2315"/>
                </a:lnTo>
                <a:lnTo>
                  <a:pt x="3758" y="1879"/>
                </a:lnTo>
                <a:lnTo>
                  <a:pt x="3247" y="1879"/>
                </a:lnTo>
                <a:close/>
                <a:moveTo>
                  <a:pt x="2705" y="1879"/>
                </a:moveTo>
                <a:lnTo>
                  <a:pt x="2705" y="2315"/>
                </a:lnTo>
                <a:lnTo>
                  <a:pt x="3216" y="2315"/>
                </a:lnTo>
                <a:lnTo>
                  <a:pt x="3216" y="1879"/>
                </a:lnTo>
                <a:lnTo>
                  <a:pt x="2705" y="1879"/>
                </a:lnTo>
                <a:close/>
                <a:moveTo>
                  <a:pt x="2164" y="1879"/>
                </a:moveTo>
                <a:lnTo>
                  <a:pt x="2164" y="2315"/>
                </a:lnTo>
                <a:lnTo>
                  <a:pt x="2675" y="2315"/>
                </a:lnTo>
                <a:lnTo>
                  <a:pt x="2675" y="1879"/>
                </a:lnTo>
                <a:lnTo>
                  <a:pt x="2164" y="1879"/>
                </a:lnTo>
                <a:close/>
                <a:moveTo>
                  <a:pt x="1622" y="1879"/>
                </a:moveTo>
                <a:lnTo>
                  <a:pt x="1622" y="2315"/>
                </a:lnTo>
                <a:lnTo>
                  <a:pt x="2133" y="2315"/>
                </a:lnTo>
                <a:lnTo>
                  <a:pt x="2133" y="1879"/>
                </a:lnTo>
                <a:lnTo>
                  <a:pt x="1622" y="1879"/>
                </a:lnTo>
                <a:close/>
                <a:moveTo>
                  <a:pt x="1080" y="1879"/>
                </a:moveTo>
                <a:lnTo>
                  <a:pt x="1080" y="2315"/>
                </a:lnTo>
                <a:lnTo>
                  <a:pt x="1591" y="2315"/>
                </a:lnTo>
                <a:lnTo>
                  <a:pt x="1591" y="1879"/>
                </a:lnTo>
                <a:lnTo>
                  <a:pt x="1080" y="1879"/>
                </a:lnTo>
                <a:close/>
                <a:moveTo>
                  <a:pt x="539" y="1879"/>
                </a:moveTo>
                <a:lnTo>
                  <a:pt x="539" y="2315"/>
                </a:lnTo>
                <a:lnTo>
                  <a:pt x="1049" y="2315"/>
                </a:lnTo>
                <a:lnTo>
                  <a:pt x="1049" y="1879"/>
                </a:lnTo>
                <a:lnTo>
                  <a:pt x="539" y="1879"/>
                </a:lnTo>
                <a:close/>
                <a:moveTo>
                  <a:pt x="31" y="1879"/>
                </a:moveTo>
                <a:lnTo>
                  <a:pt x="31" y="2315"/>
                </a:lnTo>
                <a:lnTo>
                  <a:pt x="508" y="2315"/>
                </a:lnTo>
                <a:lnTo>
                  <a:pt x="508" y="1879"/>
                </a:lnTo>
                <a:lnTo>
                  <a:pt x="31" y="1879"/>
                </a:lnTo>
                <a:close/>
                <a:moveTo>
                  <a:pt x="14622" y="1416"/>
                </a:moveTo>
                <a:lnTo>
                  <a:pt x="14622" y="1851"/>
                </a:lnTo>
                <a:lnTo>
                  <a:pt x="15133" y="1851"/>
                </a:lnTo>
                <a:lnTo>
                  <a:pt x="15133" y="1416"/>
                </a:lnTo>
                <a:lnTo>
                  <a:pt x="14622" y="1416"/>
                </a:lnTo>
                <a:close/>
                <a:moveTo>
                  <a:pt x="14081" y="1416"/>
                </a:moveTo>
                <a:lnTo>
                  <a:pt x="14081" y="1851"/>
                </a:lnTo>
                <a:lnTo>
                  <a:pt x="14592" y="1851"/>
                </a:lnTo>
                <a:lnTo>
                  <a:pt x="14592" y="1416"/>
                </a:lnTo>
                <a:lnTo>
                  <a:pt x="14081" y="1416"/>
                </a:lnTo>
                <a:close/>
                <a:moveTo>
                  <a:pt x="13539" y="1416"/>
                </a:moveTo>
                <a:lnTo>
                  <a:pt x="13539" y="1851"/>
                </a:lnTo>
                <a:lnTo>
                  <a:pt x="14050" y="1851"/>
                </a:lnTo>
                <a:lnTo>
                  <a:pt x="14050" y="1416"/>
                </a:lnTo>
                <a:lnTo>
                  <a:pt x="13539" y="1416"/>
                </a:lnTo>
                <a:close/>
                <a:moveTo>
                  <a:pt x="12997" y="1416"/>
                </a:moveTo>
                <a:lnTo>
                  <a:pt x="12997" y="1851"/>
                </a:lnTo>
                <a:lnTo>
                  <a:pt x="13508" y="1851"/>
                </a:lnTo>
                <a:lnTo>
                  <a:pt x="13508" y="1416"/>
                </a:lnTo>
                <a:lnTo>
                  <a:pt x="12997" y="1416"/>
                </a:lnTo>
                <a:close/>
                <a:moveTo>
                  <a:pt x="12456" y="1416"/>
                </a:moveTo>
                <a:lnTo>
                  <a:pt x="12456" y="1851"/>
                </a:lnTo>
                <a:lnTo>
                  <a:pt x="12967" y="1851"/>
                </a:lnTo>
                <a:lnTo>
                  <a:pt x="12967" y="1416"/>
                </a:lnTo>
                <a:lnTo>
                  <a:pt x="12456" y="1416"/>
                </a:lnTo>
                <a:close/>
                <a:moveTo>
                  <a:pt x="11914" y="1416"/>
                </a:moveTo>
                <a:lnTo>
                  <a:pt x="11914" y="1851"/>
                </a:lnTo>
                <a:lnTo>
                  <a:pt x="12425" y="1851"/>
                </a:lnTo>
                <a:lnTo>
                  <a:pt x="12425" y="1416"/>
                </a:lnTo>
                <a:lnTo>
                  <a:pt x="11914" y="1416"/>
                </a:lnTo>
                <a:close/>
                <a:moveTo>
                  <a:pt x="11372" y="1416"/>
                </a:moveTo>
                <a:lnTo>
                  <a:pt x="11372" y="1851"/>
                </a:lnTo>
                <a:lnTo>
                  <a:pt x="11883" y="1851"/>
                </a:lnTo>
                <a:lnTo>
                  <a:pt x="11883" y="1416"/>
                </a:lnTo>
                <a:lnTo>
                  <a:pt x="11372" y="1416"/>
                </a:lnTo>
                <a:close/>
                <a:moveTo>
                  <a:pt x="10831" y="1416"/>
                </a:moveTo>
                <a:lnTo>
                  <a:pt x="10831" y="1851"/>
                </a:lnTo>
                <a:lnTo>
                  <a:pt x="11341" y="1851"/>
                </a:lnTo>
                <a:lnTo>
                  <a:pt x="11341" y="1416"/>
                </a:lnTo>
                <a:lnTo>
                  <a:pt x="10831" y="1416"/>
                </a:lnTo>
                <a:close/>
                <a:moveTo>
                  <a:pt x="10289" y="1416"/>
                </a:moveTo>
                <a:lnTo>
                  <a:pt x="10289" y="1851"/>
                </a:lnTo>
                <a:lnTo>
                  <a:pt x="10800" y="1851"/>
                </a:lnTo>
                <a:lnTo>
                  <a:pt x="10800" y="1416"/>
                </a:lnTo>
                <a:lnTo>
                  <a:pt x="10289" y="1416"/>
                </a:lnTo>
                <a:close/>
                <a:moveTo>
                  <a:pt x="9747" y="1416"/>
                </a:moveTo>
                <a:lnTo>
                  <a:pt x="9747" y="1851"/>
                </a:lnTo>
                <a:lnTo>
                  <a:pt x="10258" y="1851"/>
                </a:lnTo>
                <a:lnTo>
                  <a:pt x="10258" y="1416"/>
                </a:lnTo>
                <a:lnTo>
                  <a:pt x="9747" y="1416"/>
                </a:lnTo>
                <a:close/>
                <a:moveTo>
                  <a:pt x="9206" y="1416"/>
                </a:moveTo>
                <a:lnTo>
                  <a:pt x="9206" y="1851"/>
                </a:lnTo>
                <a:lnTo>
                  <a:pt x="9716" y="1851"/>
                </a:lnTo>
                <a:lnTo>
                  <a:pt x="9716" y="1416"/>
                </a:lnTo>
                <a:lnTo>
                  <a:pt x="9206" y="1416"/>
                </a:lnTo>
                <a:close/>
                <a:moveTo>
                  <a:pt x="8664" y="1416"/>
                </a:moveTo>
                <a:lnTo>
                  <a:pt x="8664" y="1851"/>
                </a:lnTo>
                <a:lnTo>
                  <a:pt x="9175" y="1851"/>
                </a:lnTo>
                <a:lnTo>
                  <a:pt x="9175" y="1416"/>
                </a:lnTo>
                <a:lnTo>
                  <a:pt x="8664" y="1416"/>
                </a:lnTo>
                <a:close/>
                <a:moveTo>
                  <a:pt x="8122" y="1416"/>
                </a:moveTo>
                <a:lnTo>
                  <a:pt x="8122" y="1851"/>
                </a:lnTo>
                <a:lnTo>
                  <a:pt x="8633" y="1851"/>
                </a:lnTo>
                <a:lnTo>
                  <a:pt x="8633" y="1416"/>
                </a:lnTo>
                <a:lnTo>
                  <a:pt x="8122" y="1416"/>
                </a:lnTo>
                <a:close/>
                <a:moveTo>
                  <a:pt x="7581" y="1416"/>
                </a:moveTo>
                <a:lnTo>
                  <a:pt x="7581" y="1851"/>
                </a:lnTo>
                <a:lnTo>
                  <a:pt x="8091" y="1851"/>
                </a:lnTo>
                <a:lnTo>
                  <a:pt x="8091" y="1416"/>
                </a:lnTo>
                <a:lnTo>
                  <a:pt x="7581" y="1416"/>
                </a:lnTo>
                <a:close/>
                <a:moveTo>
                  <a:pt x="7039" y="1416"/>
                </a:moveTo>
                <a:lnTo>
                  <a:pt x="7039" y="1851"/>
                </a:lnTo>
                <a:lnTo>
                  <a:pt x="7550" y="1851"/>
                </a:lnTo>
                <a:lnTo>
                  <a:pt x="7550" y="1416"/>
                </a:lnTo>
                <a:lnTo>
                  <a:pt x="7039" y="1416"/>
                </a:lnTo>
                <a:close/>
                <a:moveTo>
                  <a:pt x="6497" y="1416"/>
                </a:moveTo>
                <a:lnTo>
                  <a:pt x="6497" y="1851"/>
                </a:lnTo>
                <a:lnTo>
                  <a:pt x="7008" y="1851"/>
                </a:lnTo>
                <a:lnTo>
                  <a:pt x="7008" y="1416"/>
                </a:lnTo>
                <a:lnTo>
                  <a:pt x="6497" y="1416"/>
                </a:lnTo>
                <a:close/>
                <a:moveTo>
                  <a:pt x="5955" y="1416"/>
                </a:moveTo>
                <a:lnTo>
                  <a:pt x="5955" y="1851"/>
                </a:lnTo>
                <a:lnTo>
                  <a:pt x="6466" y="1851"/>
                </a:lnTo>
                <a:lnTo>
                  <a:pt x="6466" y="1416"/>
                </a:lnTo>
                <a:lnTo>
                  <a:pt x="5955" y="1416"/>
                </a:lnTo>
                <a:close/>
                <a:moveTo>
                  <a:pt x="5414" y="1416"/>
                </a:moveTo>
                <a:lnTo>
                  <a:pt x="5414" y="1851"/>
                </a:lnTo>
                <a:lnTo>
                  <a:pt x="5925" y="1851"/>
                </a:lnTo>
                <a:lnTo>
                  <a:pt x="5925" y="1416"/>
                </a:lnTo>
                <a:lnTo>
                  <a:pt x="5414" y="1416"/>
                </a:lnTo>
                <a:close/>
                <a:moveTo>
                  <a:pt x="4872" y="1416"/>
                </a:moveTo>
                <a:lnTo>
                  <a:pt x="4872" y="1851"/>
                </a:lnTo>
                <a:lnTo>
                  <a:pt x="5383" y="1851"/>
                </a:lnTo>
                <a:lnTo>
                  <a:pt x="5383" y="1416"/>
                </a:lnTo>
                <a:lnTo>
                  <a:pt x="4872" y="1416"/>
                </a:lnTo>
                <a:close/>
                <a:moveTo>
                  <a:pt x="4330" y="1416"/>
                </a:moveTo>
                <a:lnTo>
                  <a:pt x="4330" y="1851"/>
                </a:lnTo>
                <a:lnTo>
                  <a:pt x="4841" y="1851"/>
                </a:lnTo>
                <a:lnTo>
                  <a:pt x="4841" y="1416"/>
                </a:lnTo>
                <a:lnTo>
                  <a:pt x="4330" y="1416"/>
                </a:lnTo>
                <a:close/>
                <a:moveTo>
                  <a:pt x="3789" y="1416"/>
                </a:moveTo>
                <a:lnTo>
                  <a:pt x="3789" y="1851"/>
                </a:lnTo>
                <a:lnTo>
                  <a:pt x="4300" y="1851"/>
                </a:lnTo>
                <a:lnTo>
                  <a:pt x="4300" y="1416"/>
                </a:lnTo>
                <a:lnTo>
                  <a:pt x="3789" y="1416"/>
                </a:lnTo>
                <a:close/>
                <a:moveTo>
                  <a:pt x="3247" y="1416"/>
                </a:moveTo>
                <a:lnTo>
                  <a:pt x="3247" y="1851"/>
                </a:lnTo>
                <a:lnTo>
                  <a:pt x="3758" y="1851"/>
                </a:lnTo>
                <a:lnTo>
                  <a:pt x="3758" y="1416"/>
                </a:lnTo>
                <a:lnTo>
                  <a:pt x="3247" y="1416"/>
                </a:lnTo>
                <a:close/>
                <a:moveTo>
                  <a:pt x="2705" y="1416"/>
                </a:moveTo>
                <a:lnTo>
                  <a:pt x="2705" y="1851"/>
                </a:lnTo>
                <a:lnTo>
                  <a:pt x="3216" y="1851"/>
                </a:lnTo>
                <a:lnTo>
                  <a:pt x="3216" y="1416"/>
                </a:lnTo>
                <a:lnTo>
                  <a:pt x="2705" y="1416"/>
                </a:lnTo>
                <a:close/>
                <a:moveTo>
                  <a:pt x="2164" y="1416"/>
                </a:moveTo>
                <a:lnTo>
                  <a:pt x="2164" y="1851"/>
                </a:lnTo>
                <a:lnTo>
                  <a:pt x="2675" y="1851"/>
                </a:lnTo>
                <a:lnTo>
                  <a:pt x="2675" y="1416"/>
                </a:lnTo>
                <a:lnTo>
                  <a:pt x="2164" y="1416"/>
                </a:lnTo>
                <a:close/>
                <a:moveTo>
                  <a:pt x="1622" y="1416"/>
                </a:moveTo>
                <a:lnTo>
                  <a:pt x="1622" y="1851"/>
                </a:lnTo>
                <a:lnTo>
                  <a:pt x="2133" y="1851"/>
                </a:lnTo>
                <a:lnTo>
                  <a:pt x="2133" y="1416"/>
                </a:lnTo>
                <a:lnTo>
                  <a:pt x="1622" y="1416"/>
                </a:lnTo>
                <a:close/>
                <a:moveTo>
                  <a:pt x="1080" y="1416"/>
                </a:moveTo>
                <a:lnTo>
                  <a:pt x="1080" y="1851"/>
                </a:lnTo>
                <a:lnTo>
                  <a:pt x="1591" y="1851"/>
                </a:lnTo>
                <a:lnTo>
                  <a:pt x="1591" y="1416"/>
                </a:lnTo>
                <a:lnTo>
                  <a:pt x="1080" y="1416"/>
                </a:lnTo>
                <a:close/>
                <a:moveTo>
                  <a:pt x="539" y="1416"/>
                </a:moveTo>
                <a:lnTo>
                  <a:pt x="539" y="1851"/>
                </a:lnTo>
                <a:lnTo>
                  <a:pt x="1049" y="1851"/>
                </a:lnTo>
                <a:lnTo>
                  <a:pt x="1049" y="1416"/>
                </a:lnTo>
                <a:lnTo>
                  <a:pt x="539" y="1416"/>
                </a:lnTo>
                <a:close/>
                <a:moveTo>
                  <a:pt x="31" y="1416"/>
                </a:moveTo>
                <a:lnTo>
                  <a:pt x="31" y="1851"/>
                </a:lnTo>
                <a:lnTo>
                  <a:pt x="508" y="1851"/>
                </a:lnTo>
                <a:lnTo>
                  <a:pt x="508" y="1416"/>
                </a:lnTo>
                <a:lnTo>
                  <a:pt x="31" y="1416"/>
                </a:lnTo>
                <a:close/>
                <a:moveTo>
                  <a:pt x="14622" y="952"/>
                </a:moveTo>
                <a:lnTo>
                  <a:pt x="14622" y="1387"/>
                </a:lnTo>
                <a:lnTo>
                  <a:pt x="15133" y="1387"/>
                </a:lnTo>
                <a:lnTo>
                  <a:pt x="15133" y="952"/>
                </a:lnTo>
                <a:lnTo>
                  <a:pt x="14622" y="952"/>
                </a:lnTo>
                <a:close/>
                <a:moveTo>
                  <a:pt x="14081" y="952"/>
                </a:moveTo>
                <a:lnTo>
                  <a:pt x="14081" y="1387"/>
                </a:lnTo>
                <a:lnTo>
                  <a:pt x="14592" y="1387"/>
                </a:lnTo>
                <a:lnTo>
                  <a:pt x="14592" y="952"/>
                </a:lnTo>
                <a:lnTo>
                  <a:pt x="14081" y="952"/>
                </a:lnTo>
                <a:close/>
                <a:moveTo>
                  <a:pt x="13539" y="952"/>
                </a:moveTo>
                <a:lnTo>
                  <a:pt x="13539" y="1387"/>
                </a:lnTo>
                <a:lnTo>
                  <a:pt x="14050" y="1387"/>
                </a:lnTo>
                <a:lnTo>
                  <a:pt x="14050" y="952"/>
                </a:lnTo>
                <a:lnTo>
                  <a:pt x="13539" y="952"/>
                </a:lnTo>
                <a:close/>
                <a:moveTo>
                  <a:pt x="12997" y="952"/>
                </a:moveTo>
                <a:lnTo>
                  <a:pt x="12997" y="1387"/>
                </a:lnTo>
                <a:lnTo>
                  <a:pt x="13508" y="1387"/>
                </a:lnTo>
                <a:lnTo>
                  <a:pt x="13508" y="952"/>
                </a:lnTo>
                <a:lnTo>
                  <a:pt x="12997" y="952"/>
                </a:lnTo>
                <a:close/>
                <a:moveTo>
                  <a:pt x="12456" y="952"/>
                </a:moveTo>
                <a:lnTo>
                  <a:pt x="12456" y="1387"/>
                </a:lnTo>
                <a:lnTo>
                  <a:pt x="12967" y="1387"/>
                </a:lnTo>
                <a:lnTo>
                  <a:pt x="12967" y="952"/>
                </a:lnTo>
                <a:lnTo>
                  <a:pt x="12456" y="952"/>
                </a:lnTo>
                <a:close/>
                <a:moveTo>
                  <a:pt x="11914" y="952"/>
                </a:moveTo>
                <a:lnTo>
                  <a:pt x="11914" y="1387"/>
                </a:lnTo>
                <a:lnTo>
                  <a:pt x="12425" y="1387"/>
                </a:lnTo>
                <a:lnTo>
                  <a:pt x="12425" y="952"/>
                </a:lnTo>
                <a:lnTo>
                  <a:pt x="11914" y="952"/>
                </a:lnTo>
                <a:close/>
                <a:moveTo>
                  <a:pt x="11372" y="952"/>
                </a:moveTo>
                <a:lnTo>
                  <a:pt x="11372" y="1387"/>
                </a:lnTo>
                <a:lnTo>
                  <a:pt x="11883" y="1387"/>
                </a:lnTo>
                <a:lnTo>
                  <a:pt x="11883" y="952"/>
                </a:lnTo>
                <a:lnTo>
                  <a:pt x="11372" y="952"/>
                </a:lnTo>
                <a:close/>
                <a:moveTo>
                  <a:pt x="10831" y="952"/>
                </a:moveTo>
                <a:lnTo>
                  <a:pt x="10831" y="1387"/>
                </a:lnTo>
                <a:lnTo>
                  <a:pt x="11341" y="1387"/>
                </a:lnTo>
                <a:lnTo>
                  <a:pt x="11341" y="952"/>
                </a:lnTo>
                <a:lnTo>
                  <a:pt x="10831" y="952"/>
                </a:lnTo>
                <a:close/>
                <a:moveTo>
                  <a:pt x="10289" y="952"/>
                </a:moveTo>
                <a:lnTo>
                  <a:pt x="10289" y="1387"/>
                </a:lnTo>
                <a:lnTo>
                  <a:pt x="10800" y="1387"/>
                </a:lnTo>
                <a:lnTo>
                  <a:pt x="10800" y="952"/>
                </a:lnTo>
                <a:lnTo>
                  <a:pt x="10289" y="952"/>
                </a:lnTo>
                <a:close/>
                <a:moveTo>
                  <a:pt x="9747" y="952"/>
                </a:moveTo>
                <a:lnTo>
                  <a:pt x="9747" y="1387"/>
                </a:lnTo>
                <a:lnTo>
                  <a:pt x="10258" y="1387"/>
                </a:lnTo>
                <a:lnTo>
                  <a:pt x="10258" y="952"/>
                </a:lnTo>
                <a:lnTo>
                  <a:pt x="9747" y="952"/>
                </a:lnTo>
                <a:close/>
                <a:moveTo>
                  <a:pt x="9206" y="952"/>
                </a:moveTo>
                <a:lnTo>
                  <a:pt x="9206" y="1387"/>
                </a:lnTo>
                <a:lnTo>
                  <a:pt x="9716" y="1387"/>
                </a:lnTo>
                <a:lnTo>
                  <a:pt x="9716" y="952"/>
                </a:lnTo>
                <a:lnTo>
                  <a:pt x="9206" y="952"/>
                </a:lnTo>
                <a:close/>
                <a:moveTo>
                  <a:pt x="8664" y="952"/>
                </a:moveTo>
                <a:lnTo>
                  <a:pt x="8664" y="1387"/>
                </a:lnTo>
                <a:lnTo>
                  <a:pt x="9175" y="1387"/>
                </a:lnTo>
                <a:lnTo>
                  <a:pt x="9175" y="952"/>
                </a:lnTo>
                <a:lnTo>
                  <a:pt x="8664" y="952"/>
                </a:lnTo>
                <a:close/>
                <a:moveTo>
                  <a:pt x="8122" y="952"/>
                </a:moveTo>
                <a:lnTo>
                  <a:pt x="8122" y="1387"/>
                </a:lnTo>
                <a:lnTo>
                  <a:pt x="8633" y="1387"/>
                </a:lnTo>
                <a:lnTo>
                  <a:pt x="8633" y="952"/>
                </a:lnTo>
                <a:lnTo>
                  <a:pt x="8122" y="952"/>
                </a:lnTo>
                <a:close/>
                <a:moveTo>
                  <a:pt x="7581" y="952"/>
                </a:moveTo>
                <a:lnTo>
                  <a:pt x="7581" y="1387"/>
                </a:lnTo>
                <a:lnTo>
                  <a:pt x="8091" y="1387"/>
                </a:lnTo>
                <a:lnTo>
                  <a:pt x="8091" y="952"/>
                </a:lnTo>
                <a:lnTo>
                  <a:pt x="7581" y="952"/>
                </a:lnTo>
                <a:close/>
                <a:moveTo>
                  <a:pt x="7039" y="952"/>
                </a:moveTo>
                <a:lnTo>
                  <a:pt x="7039" y="1387"/>
                </a:lnTo>
                <a:lnTo>
                  <a:pt x="7550" y="1387"/>
                </a:lnTo>
                <a:lnTo>
                  <a:pt x="7550" y="952"/>
                </a:lnTo>
                <a:lnTo>
                  <a:pt x="7039" y="952"/>
                </a:lnTo>
                <a:close/>
                <a:moveTo>
                  <a:pt x="6497" y="952"/>
                </a:moveTo>
                <a:lnTo>
                  <a:pt x="6497" y="1387"/>
                </a:lnTo>
                <a:lnTo>
                  <a:pt x="7008" y="1387"/>
                </a:lnTo>
                <a:lnTo>
                  <a:pt x="7008" y="952"/>
                </a:lnTo>
                <a:lnTo>
                  <a:pt x="6497" y="952"/>
                </a:lnTo>
                <a:close/>
                <a:moveTo>
                  <a:pt x="5955" y="952"/>
                </a:moveTo>
                <a:lnTo>
                  <a:pt x="5955" y="1387"/>
                </a:lnTo>
                <a:lnTo>
                  <a:pt x="6466" y="1387"/>
                </a:lnTo>
                <a:lnTo>
                  <a:pt x="6466" y="952"/>
                </a:lnTo>
                <a:lnTo>
                  <a:pt x="5955" y="952"/>
                </a:lnTo>
                <a:close/>
                <a:moveTo>
                  <a:pt x="5414" y="952"/>
                </a:moveTo>
                <a:lnTo>
                  <a:pt x="5414" y="1387"/>
                </a:lnTo>
                <a:lnTo>
                  <a:pt x="5925" y="1387"/>
                </a:lnTo>
                <a:lnTo>
                  <a:pt x="5925" y="952"/>
                </a:lnTo>
                <a:lnTo>
                  <a:pt x="5414" y="952"/>
                </a:lnTo>
                <a:close/>
                <a:moveTo>
                  <a:pt x="4872" y="952"/>
                </a:moveTo>
                <a:lnTo>
                  <a:pt x="4872" y="1387"/>
                </a:lnTo>
                <a:lnTo>
                  <a:pt x="5383" y="1387"/>
                </a:lnTo>
                <a:lnTo>
                  <a:pt x="5383" y="952"/>
                </a:lnTo>
                <a:lnTo>
                  <a:pt x="4872" y="952"/>
                </a:lnTo>
                <a:close/>
                <a:moveTo>
                  <a:pt x="4330" y="952"/>
                </a:moveTo>
                <a:lnTo>
                  <a:pt x="4330" y="1387"/>
                </a:lnTo>
                <a:lnTo>
                  <a:pt x="4841" y="1387"/>
                </a:lnTo>
                <a:lnTo>
                  <a:pt x="4841" y="952"/>
                </a:lnTo>
                <a:lnTo>
                  <a:pt x="4330" y="952"/>
                </a:lnTo>
                <a:close/>
                <a:moveTo>
                  <a:pt x="3789" y="952"/>
                </a:moveTo>
                <a:lnTo>
                  <a:pt x="3789" y="1387"/>
                </a:lnTo>
                <a:lnTo>
                  <a:pt x="4300" y="1387"/>
                </a:lnTo>
                <a:lnTo>
                  <a:pt x="4300" y="952"/>
                </a:lnTo>
                <a:lnTo>
                  <a:pt x="3789" y="952"/>
                </a:lnTo>
                <a:close/>
                <a:moveTo>
                  <a:pt x="3247" y="952"/>
                </a:moveTo>
                <a:lnTo>
                  <a:pt x="3247" y="1387"/>
                </a:lnTo>
                <a:lnTo>
                  <a:pt x="3758" y="1387"/>
                </a:lnTo>
                <a:lnTo>
                  <a:pt x="3758" y="952"/>
                </a:lnTo>
                <a:lnTo>
                  <a:pt x="3247" y="952"/>
                </a:lnTo>
                <a:close/>
                <a:moveTo>
                  <a:pt x="2705" y="952"/>
                </a:moveTo>
                <a:lnTo>
                  <a:pt x="2705" y="1387"/>
                </a:lnTo>
                <a:lnTo>
                  <a:pt x="3216" y="1387"/>
                </a:lnTo>
                <a:lnTo>
                  <a:pt x="3216" y="952"/>
                </a:lnTo>
                <a:lnTo>
                  <a:pt x="2705" y="952"/>
                </a:lnTo>
                <a:close/>
                <a:moveTo>
                  <a:pt x="2164" y="952"/>
                </a:moveTo>
                <a:lnTo>
                  <a:pt x="2164" y="1387"/>
                </a:lnTo>
                <a:lnTo>
                  <a:pt x="2675" y="1387"/>
                </a:lnTo>
                <a:lnTo>
                  <a:pt x="2675" y="952"/>
                </a:lnTo>
                <a:lnTo>
                  <a:pt x="2164" y="952"/>
                </a:lnTo>
                <a:close/>
                <a:moveTo>
                  <a:pt x="1622" y="952"/>
                </a:moveTo>
                <a:lnTo>
                  <a:pt x="1622" y="1387"/>
                </a:lnTo>
                <a:lnTo>
                  <a:pt x="2133" y="1387"/>
                </a:lnTo>
                <a:lnTo>
                  <a:pt x="2133" y="952"/>
                </a:lnTo>
                <a:lnTo>
                  <a:pt x="1622" y="952"/>
                </a:lnTo>
                <a:close/>
                <a:moveTo>
                  <a:pt x="1080" y="952"/>
                </a:moveTo>
                <a:lnTo>
                  <a:pt x="1080" y="1387"/>
                </a:lnTo>
                <a:lnTo>
                  <a:pt x="1591" y="1387"/>
                </a:lnTo>
                <a:lnTo>
                  <a:pt x="1591" y="952"/>
                </a:lnTo>
                <a:lnTo>
                  <a:pt x="1080" y="952"/>
                </a:lnTo>
                <a:close/>
                <a:moveTo>
                  <a:pt x="539" y="952"/>
                </a:moveTo>
                <a:lnTo>
                  <a:pt x="539" y="1387"/>
                </a:lnTo>
                <a:lnTo>
                  <a:pt x="1049" y="1387"/>
                </a:lnTo>
                <a:lnTo>
                  <a:pt x="1049" y="952"/>
                </a:lnTo>
                <a:lnTo>
                  <a:pt x="539" y="952"/>
                </a:lnTo>
                <a:close/>
                <a:moveTo>
                  <a:pt x="31" y="952"/>
                </a:moveTo>
                <a:lnTo>
                  <a:pt x="31" y="1387"/>
                </a:lnTo>
                <a:lnTo>
                  <a:pt x="508" y="1387"/>
                </a:lnTo>
                <a:lnTo>
                  <a:pt x="508" y="952"/>
                </a:lnTo>
                <a:lnTo>
                  <a:pt x="31" y="952"/>
                </a:lnTo>
                <a:close/>
                <a:moveTo>
                  <a:pt x="14622" y="488"/>
                </a:moveTo>
                <a:lnTo>
                  <a:pt x="14622" y="923"/>
                </a:lnTo>
                <a:lnTo>
                  <a:pt x="15133" y="923"/>
                </a:lnTo>
                <a:lnTo>
                  <a:pt x="15133" y="488"/>
                </a:lnTo>
                <a:lnTo>
                  <a:pt x="14622" y="488"/>
                </a:lnTo>
                <a:close/>
                <a:moveTo>
                  <a:pt x="14081" y="488"/>
                </a:moveTo>
                <a:lnTo>
                  <a:pt x="14081" y="923"/>
                </a:lnTo>
                <a:lnTo>
                  <a:pt x="14592" y="923"/>
                </a:lnTo>
                <a:lnTo>
                  <a:pt x="14592" y="488"/>
                </a:lnTo>
                <a:lnTo>
                  <a:pt x="14081" y="488"/>
                </a:lnTo>
                <a:close/>
                <a:moveTo>
                  <a:pt x="13539" y="488"/>
                </a:moveTo>
                <a:lnTo>
                  <a:pt x="13539" y="923"/>
                </a:lnTo>
                <a:lnTo>
                  <a:pt x="14050" y="923"/>
                </a:lnTo>
                <a:lnTo>
                  <a:pt x="14050" y="488"/>
                </a:lnTo>
                <a:lnTo>
                  <a:pt x="13539" y="488"/>
                </a:lnTo>
                <a:close/>
                <a:moveTo>
                  <a:pt x="12997" y="488"/>
                </a:moveTo>
                <a:lnTo>
                  <a:pt x="12997" y="923"/>
                </a:lnTo>
                <a:lnTo>
                  <a:pt x="13508" y="923"/>
                </a:lnTo>
                <a:lnTo>
                  <a:pt x="13508" y="488"/>
                </a:lnTo>
                <a:lnTo>
                  <a:pt x="12997" y="488"/>
                </a:lnTo>
                <a:close/>
                <a:moveTo>
                  <a:pt x="12456" y="488"/>
                </a:moveTo>
                <a:lnTo>
                  <a:pt x="12456" y="923"/>
                </a:lnTo>
                <a:lnTo>
                  <a:pt x="12967" y="923"/>
                </a:lnTo>
                <a:lnTo>
                  <a:pt x="12967" y="488"/>
                </a:lnTo>
                <a:lnTo>
                  <a:pt x="12456" y="488"/>
                </a:lnTo>
                <a:close/>
                <a:moveTo>
                  <a:pt x="11914" y="488"/>
                </a:moveTo>
                <a:lnTo>
                  <a:pt x="11914" y="923"/>
                </a:lnTo>
                <a:lnTo>
                  <a:pt x="12425" y="923"/>
                </a:lnTo>
                <a:lnTo>
                  <a:pt x="12425" y="488"/>
                </a:lnTo>
                <a:lnTo>
                  <a:pt x="11914" y="488"/>
                </a:lnTo>
                <a:close/>
                <a:moveTo>
                  <a:pt x="11372" y="488"/>
                </a:moveTo>
                <a:lnTo>
                  <a:pt x="11372" y="923"/>
                </a:lnTo>
                <a:lnTo>
                  <a:pt x="11883" y="923"/>
                </a:lnTo>
                <a:lnTo>
                  <a:pt x="11883" y="488"/>
                </a:lnTo>
                <a:lnTo>
                  <a:pt x="11372" y="488"/>
                </a:lnTo>
                <a:close/>
                <a:moveTo>
                  <a:pt x="10831" y="488"/>
                </a:moveTo>
                <a:lnTo>
                  <a:pt x="10831" y="923"/>
                </a:lnTo>
                <a:lnTo>
                  <a:pt x="11341" y="923"/>
                </a:lnTo>
                <a:lnTo>
                  <a:pt x="11341" y="488"/>
                </a:lnTo>
                <a:lnTo>
                  <a:pt x="10831" y="488"/>
                </a:lnTo>
                <a:close/>
                <a:moveTo>
                  <a:pt x="10289" y="488"/>
                </a:moveTo>
                <a:lnTo>
                  <a:pt x="10289" y="923"/>
                </a:lnTo>
                <a:lnTo>
                  <a:pt x="10800" y="923"/>
                </a:lnTo>
                <a:lnTo>
                  <a:pt x="10800" y="488"/>
                </a:lnTo>
                <a:lnTo>
                  <a:pt x="10289" y="488"/>
                </a:lnTo>
                <a:close/>
                <a:moveTo>
                  <a:pt x="9747" y="488"/>
                </a:moveTo>
                <a:lnTo>
                  <a:pt x="9747" y="923"/>
                </a:lnTo>
                <a:lnTo>
                  <a:pt x="10258" y="923"/>
                </a:lnTo>
                <a:lnTo>
                  <a:pt x="10258" y="488"/>
                </a:lnTo>
                <a:lnTo>
                  <a:pt x="9747" y="488"/>
                </a:lnTo>
                <a:close/>
                <a:moveTo>
                  <a:pt x="9206" y="488"/>
                </a:moveTo>
                <a:lnTo>
                  <a:pt x="9206" y="923"/>
                </a:lnTo>
                <a:lnTo>
                  <a:pt x="9716" y="923"/>
                </a:lnTo>
                <a:lnTo>
                  <a:pt x="9716" y="488"/>
                </a:lnTo>
                <a:lnTo>
                  <a:pt x="9206" y="488"/>
                </a:lnTo>
                <a:close/>
                <a:moveTo>
                  <a:pt x="8664" y="488"/>
                </a:moveTo>
                <a:lnTo>
                  <a:pt x="8664" y="923"/>
                </a:lnTo>
                <a:lnTo>
                  <a:pt x="9175" y="923"/>
                </a:lnTo>
                <a:lnTo>
                  <a:pt x="9175" y="488"/>
                </a:lnTo>
                <a:lnTo>
                  <a:pt x="8664" y="488"/>
                </a:lnTo>
                <a:close/>
                <a:moveTo>
                  <a:pt x="8122" y="488"/>
                </a:moveTo>
                <a:lnTo>
                  <a:pt x="8122" y="923"/>
                </a:lnTo>
                <a:lnTo>
                  <a:pt x="8633" y="923"/>
                </a:lnTo>
                <a:lnTo>
                  <a:pt x="8633" y="488"/>
                </a:lnTo>
                <a:lnTo>
                  <a:pt x="8122" y="488"/>
                </a:lnTo>
                <a:close/>
                <a:moveTo>
                  <a:pt x="7581" y="488"/>
                </a:moveTo>
                <a:lnTo>
                  <a:pt x="7581" y="923"/>
                </a:lnTo>
                <a:lnTo>
                  <a:pt x="8091" y="923"/>
                </a:lnTo>
                <a:lnTo>
                  <a:pt x="8091" y="488"/>
                </a:lnTo>
                <a:lnTo>
                  <a:pt x="7581" y="488"/>
                </a:lnTo>
                <a:close/>
                <a:moveTo>
                  <a:pt x="7039" y="488"/>
                </a:moveTo>
                <a:lnTo>
                  <a:pt x="7039" y="923"/>
                </a:lnTo>
                <a:lnTo>
                  <a:pt x="7550" y="923"/>
                </a:lnTo>
                <a:lnTo>
                  <a:pt x="7550" y="488"/>
                </a:lnTo>
                <a:lnTo>
                  <a:pt x="7039" y="488"/>
                </a:lnTo>
                <a:close/>
                <a:moveTo>
                  <a:pt x="6497" y="488"/>
                </a:moveTo>
                <a:lnTo>
                  <a:pt x="6497" y="923"/>
                </a:lnTo>
                <a:lnTo>
                  <a:pt x="7008" y="923"/>
                </a:lnTo>
                <a:lnTo>
                  <a:pt x="7008" y="488"/>
                </a:lnTo>
                <a:lnTo>
                  <a:pt x="6497" y="488"/>
                </a:lnTo>
                <a:close/>
                <a:moveTo>
                  <a:pt x="5955" y="488"/>
                </a:moveTo>
                <a:lnTo>
                  <a:pt x="5955" y="923"/>
                </a:lnTo>
                <a:lnTo>
                  <a:pt x="6466" y="923"/>
                </a:lnTo>
                <a:lnTo>
                  <a:pt x="6466" y="488"/>
                </a:lnTo>
                <a:lnTo>
                  <a:pt x="5955" y="488"/>
                </a:lnTo>
                <a:close/>
                <a:moveTo>
                  <a:pt x="5414" y="488"/>
                </a:moveTo>
                <a:lnTo>
                  <a:pt x="5414" y="923"/>
                </a:lnTo>
                <a:lnTo>
                  <a:pt x="5925" y="923"/>
                </a:lnTo>
                <a:lnTo>
                  <a:pt x="5925" y="488"/>
                </a:lnTo>
                <a:lnTo>
                  <a:pt x="5414" y="488"/>
                </a:lnTo>
                <a:close/>
                <a:moveTo>
                  <a:pt x="4872" y="488"/>
                </a:moveTo>
                <a:lnTo>
                  <a:pt x="4872" y="923"/>
                </a:lnTo>
                <a:lnTo>
                  <a:pt x="5383" y="923"/>
                </a:lnTo>
                <a:lnTo>
                  <a:pt x="5383" y="488"/>
                </a:lnTo>
                <a:lnTo>
                  <a:pt x="4872" y="488"/>
                </a:lnTo>
                <a:close/>
                <a:moveTo>
                  <a:pt x="4330" y="488"/>
                </a:moveTo>
                <a:lnTo>
                  <a:pt x="4330" y="923"/>
                </a:lnTo>
                <a:lnTo>
                  <a:pt x="4841" y="923"/>
                </a:lnTo>
                <a:lnTo>
                  <a:pt x="4841" y="488"/>
                </a:lnTo>
                <a:lnTo>
                  <a:pt x="4330" y="488"/>
                </a:lnTo>
                <a:close/>
                <a:moveTo>
                  <a:pt x="3789" y="488"/>
                </a:moveTo>
                <a:lnTo>
                  <a:pt x="3789" y="923"/>
                </a:lnTo>
                <a:lnTo>
                  <a:pt x="4300" y="923"/>
                </a:lnTo>
                <a:lnTo>
                  <a:pt x="4300" y="488"/>
                </a:lnTo>
                <a:lnTo>
                  <a:pt x="3789" y="488"/>
                </a:lnTo>
                <a:close/>
                <a:moveTo>
                  <a:pt x="3247" y="488"/>
                </a:moveTo>
                <a:lnTo>
                  <a:pt x="3247" y="923"/>
                </a:lnTo>
                <a:lnTo>
                  <a:pt x="3758" y="923"/>
                </a:lnTo>
                <a:lnTo>
                  <a:pt x="3758" y="488"/>
                </a:lnTo>
                <a:lnTo>
                  <a:pt x="3247" y="488"/>
                </a:lnTo>
                <a:close/>
                <a:moveTo>
                  <a:pt x="2705" y="488"/>
                </a:moveTo>
                <a:lnTo>
                  <a:pt x="2705" y="923"/>
                </a:lnTo>
                <a:lnTo>
                  <a:pt x="3216" y="923"/>
                </a:lnTo>
                <a:lnTo>
                  <a:pt x="3216" y="488"/>
                </a:lnTo>
                <a:lnTo>
                  <a:pt x="2705" y="488"/>
                </a:lnTo>
                <a:close/>
                <a:moveTo>
                  <a:pt x="2164" y="488"/>
                </a:moveTo>
                <a:lnTo>
                  <a:pt x="2164" y="923"/>
                </a:lnTo>
                <a:lnTo>
                  <a:pt x="2675" y="923"/>
                </a:lnTo>
                <a:lnTo>
                  <a:pt x="2675" y="488"/>
                </a:lnTo>
                <a:lnTo>
                  <a:pt x="2164" y="488"/>
                </a:lnTo>
                <a:close/>
                <a:moveTo>
                  <a:pt x="1622" y="488"/>
                </a:moveTo>
                <a:lnTo>
                  <a:pt x="1622" y="923"/>
                </a:lnTo>
                <a:lnTo>
                  <a:pt x="2133" y="923"/>
                </a:lnTo>
                <a:lnTo>
                  <a:pt x="2133" y="488"/>
                </a:lnTo>
                <a:lnTo>
                  <a:pt x="1622" y="488"/>
                </a:lnTo>
                <a:close/>
                <a:moveTo>
                  <a:pt x="1080" y="488"/>
                </a:moveTo>
                <a:lnTo>
                  <a:pt x="1080" y="923"/>
                </a:lnTo>
                <a:lnTo>
                  <a:pt x="1591" y="923"/>
                </a:lnTo>
                <a:lnTo>
                  <a:pt x="1591" y="488"/>
                </a:lnTo>
                <a:lnTo>
                  <a:pt x="1080" y="488"/>
                </a:lnTo>
                <a:close/>
                <a:moveTo>
                  <a:pt x="539" y="488"/>
                </a:moveTo>
                <a:lnTo>
                  <a:pt x="539" y="923"/>
                </a:lnTo>
                <a:lnTo>
                  <a:pt x="1049" y="923"/>
                </a:lnTo>
                <a:lnTo>
                  <a:pt x="1049" y="488"/>
                </a:lnTo>
                <a:lnTo>
                  <a:pt x="539" y="488"/>
                </a:lnTo>
                <a:close/>
                <a:moveTo>
                  <a:pt x="31" y="488"/>
                </a:moveTo>
                <a:lnTo>
                  <a:pt x="31" y="923"/>
                </a:lnTo>
                <a:lnTo>
                  <a:pt x="508" y="923"/>
                </a:lnTo>
                <a:lnTo>
                  <a:pt x="508" y="488"/>
                </a:lnTo>
                <a:lnTo>
                  <a:pt x="31" y="488"/>
                </a:lnTo>
                <a:close/>
                <a:moveTo>
                  <a:pt x="0" y="0"/>
                </a:moveTo>
                <a:lnTo>
                  <a:pt x="31" y="0"/>
                </a:lnTo>
                <a:lnTo>
                  <a:pt x="31" y="460"/>
                </a:lnTo>
                <a:lnTo>
                  <a:pt x="508" y="460"/>
                </a:lnTo>
                <a:lnTo>
                  <a:pt x="508" y="0"/>
                </a:lnTo>
                <a:lnTo>
                  <a:pt x="539" y="0"/>
                </a:lnTo>
                <a:lnTo>
                  <a:pt x="539" y="460"/>
                </a:lnTo>
                <a:lnTo>
                  <a:pt x="1049" y="460"/>
                </a:lnTo>
                <a:lnTo>
                  <a:pt x="1049" y="0"/>
                </a:lnTo>
                <a:lnTo>
                  <a:pt x="1080" y="0"/>
                </a:lnTo>
                <a:lnTo>
                  <a:pt x="1080" y="460"/>
                </a:lnTo>
                <a:lnTo>
                  <a:pt x="1591" y="460"/>
                </a:lnTo>
                <a:lnTo>
                  <a:pt x="1591" y="0"/>
                </a:lnTo>
                <a:lnTo>
                  <a:pt x="1622" y="0"/>
                </a:lnTo>
                <a:lnTo>
                  <a:pt x="1622" y="460"/>
                </a:lnTo>
                <a:lnTo>
                  <a:pt x="2133" y="460"/>
                </a:lnTo>
                <a:lnTo>
                  <a:pt x="2133" y="0"/>
                </a:lnTo>
                <a:lnTo>
                  <a:pt x="2164" y="0"/>
                </a:lnTo>
                <a:lnTo>
                  <a:pt x="2164" y="460"/>
                </a:lnTo>
                <a:lnTo>
                  <a:pt x="2675" y="460"/>
                </a:lnTo>
                <a:lnTo>
                  <a:pt x="2675" y="0"/>
                </a:lnTo>
                <a:lnTo>
                  <a:pt x="2705" y="0"/>
                </a:lnTo>
                <a:lnTo>
                  <a:pt x="2705" y="460"/>
                </a:lnTo>
                <a:lnTo>
                  <a:pt x="3216" y="460"/>
                </a:lnTo>
                <a:lnTo>
                  <a:pt x="3216" y="0"/>
                </a:lnTo>
                <a:lnTo>
                  <a:pt x="3247" y="0"/>
                </a:lnTo>
                <a:lnTo>
                  <a:pt x="3247" y="460"/>
                </a:lnTo>
                <a:lnTo>
                  <a:pt x="3758" y="460"/>
                </a:lnTo>
                <a:lnTo>
                  <a:pt x="3758" y="0"/>
                </a:lnTo>
                <a:lnTo>
                  <a:pt x="3789" y="0"/>
                </a:lnTo>
                <a:lnTo>
                  <a:pt x="3789" y="460"/>
                </a:lnTo>
                <a:lnTo>
                  <a:pt x="4300" y="460"/>
                </a:lnTo>
                <a:lnTo>
                  <a:pt x="4300" y="0"/>
                </a:lnTo>
                <a:lnTo>
                  <a:pt x="4330" y="0"/>
                </a:lnTo>
                <a:lnTo>
                  <a:pt x="4330" y="460"/>
                </a:lnTo>
                <a:lnTo>
                  <a:pt x="4841" y="460"/>
                </a:lnTo>
                <a:lnTo>
                  <a:pt x="4841" y="0"/>
                </a:lnTo>
                <a:lnTo>
                  <a:pt x="4872" y="0"/>
                </a:lnTo>
                <a:lnTo>
                  <a:pt x="4872" y="460"/>
                </a:lnTo>
                <a:lnTo>
                  <a:pt x="5383" y="460"/>
                </a:lnTo>
                <a:lnTo>
                  <a:pt x="5383" y="0"/>
                </a:lnTo>
                <a:lnTo>
                  <a:pt x="5414" y="0"/>
                </a:lnTo>
                <a:lnTo>
                  <a:pt x="5414" y="460"/>
                </a:lnTo>
                <a:lnTo>
                  <a:pt x="5925" y="460"/>
                </a:lnTo>
                <a:lnTo>
                  <a:pt x="5925" y="0"/>
                </a:lnTo>
                <a:lnTo>
                  <a:pt x="5955" y="0"/>
                </a:lnTo>
                <a:lnTo>
                  <a:pt x="5955" y="460"/>
                </a:lnTo>
                <a:lnTo>
                  <a:pt x="6466" y="460"/>
                </a:lnTo>
                <a:lnTo>
                  <a:pt x="6466" y="0"/>
                </a:lnTo>
                <a:lnTo>
                  <a:pt x="6497" y="0"/>
                </a:lnTo>
                <a:lnTo>
                  <a:pt x="6497" y="460"/>
                </a:lnTo>
                <a:lnTo>
                  <a:pt x="7008" y="460"/>
                </a:lnTo>
                <a:lnTo>
                  <a:pt x="7008" y="0"/>
                </a:lnTo>
                <a:lnTo>
                  <a:pt x="7039" y="0"/>
                </a:lnTo>
                <a:lnTo>
                  <a:pt x="7039" y="460"/>
                </a:lnTo>
                <a:lnTo>
                  <a:pt x="7550" y="460"/>
                </a:lnTo>
                <a:lnTo>
                  <a:pt x="7550" y="0"/>
                </a:lnTo>
                <a:lnTo>
                  <a:pt x="7581" y="0"/>
                </a:lnTo>
                <a:lnTo>
                  <a:pt x="7581" y="460"/>
                </a:lnTo>
                <a:lnTo>
                  <a:pt x="8091" y="460"/>
                </a:lnTo>
                <a:lnTo>
                  <a:pt x="8091" y="0"/>
                </a:lnTo>
                <a:lnTo>
                  <a:pt x="8122" y="0"/>
                </a:lnTo>
                <a:lnTo>
                  <a:pt x="8122" y="460"/>
                </a:lnTo>
                <a:lnTo>
                  <a:pt x="8633" y="460"/>
                </a:lnTo>
                <a:lnTo>
                  <a:pt x="8633" y="0"/>
                </a:lnTo>
                <a:lnTo>
                  <a:pt x="8664" y="0"/>
                </a:lnTo>
                <a:lnTo>
                  <a:pt x="8664" y="460"/>
                </a:lnTo>
                <a:lnTo>
                  <a:pt x="9175" y="460"/>
                </a:lnTo>
                <a:lnTo>
                  <a:pt x="9175" y="0"/>
                </a:lnTo>
                <a:lnTo>
                  <a:pt x="9206" y="0"/>
                </a:lnTo>
                <a:lnTo>
                  <a:pt x="9206" y="460"/>
                </a:lnTo>
                <a:lnTo>
                  <a:pt x="9716" y="460"/>
                </a:lnTo>
                <a:lnTo>
                  <a:pt x="9716" y="0"/>
                </a:lnTo>
                <a:lnTo>
                  <a:pt x="9747" y="0"/>
                </a:lnTo>
                <a:lnTo>
                  <a:pt x="9747" y="460"/>
                </a:lnTo>
                <a:lnTo>
                  <a:pt x="10258" y="460"/>
                </a:lnTo>
                <a:lnTo>
                  <a:pt x="10258" y="0"/>
                </a:lnTo>
                <a:lnTo>
                  <a:pt x="10289" y="0"/>
                </a:lnTo>
                <a:lnTo>
                  <a:pt x="10289" y="460"/>
                </a:lnTo>
                <a:lnTo>
                  <a:pt x="10800" y="460"/>
                </a:lnTo>
                <a:lnTo>
                  <a:pt x="10800" y="0"/>
                </a:lnTo>
                <a:lnTo>
                  <a:pt x="10831" y="0"/>
                </a:lnTo>
                <a:lnTo>
                  <a:pt x="10831" y="460"/>
                </a:lnTo>
                <a:lnTo>
                  <a:pt x="11341" y="460"/>
                </a:lnTo>
                <a:lnTo>
                  <a:pt x="11341" y="0"/>
                </a:lnTo>
                <a:lnTo>
                  <a:pt x="11372" y="0"/>
                </a:lnTo>
                <a:lnTo>
                  <a:pt x="11372" y="460"/>
                </a:lnTo>
                <a:lnTo>
                  <a:pt x="11883" y="460"/>
                </a:lnTo>
                <a:lnTo>
                  <a:pt x="11883" y="0"/>
                </a:lnTo>
                <a:lnTo>
                  <a:pt x="11914" y="0"/>
                </a:lnTo>
                <a:lnTo>
                  <a:pt x="11914" y="460"/>
                </a:lnTo>
                <a:lnTo>
                  <a:pt x="12425" y="460"/>
                </a:lnTo>
                <a:lnTo>
                  <a:pt x="12425" y="0"/>
                </a:lnTo>
                <a:lnTo>
                  <a:pt x="12456" y="0"/>
                </a:lnTo>
                <a:lnTo>
                  <a:pt x="12456" y="460"/>
                </a:lnTo>
                <a:lnTo>
                  <a:pt x="12967" y="460"/>
                </a:lnTo>
                <a:lnTo>
                  <a:pt x="12967" y="0"/>
                </a:lnTo>
                <a:lnTo>
                  <a:pt x="12997" y="0"/>
                </a:lnTo>
                <a:lnTo>
                  <a:pt x="12997" y="460"/>
                </a:lnTo>
                <a:lnTo>
                  <a:pt x="13508" y="460"/>
                </a:lnTo>
                <a:lnTo>
                  <a:pt x="13508" y="0"/>
                </a:lnTo>
                <a:lnTo>
                  <a:pt x="13539" y="0"/>
                </a:lnTo>
                <a:lnTo>
                  <a:pt x="13539" y="460"/>
                </a:lnTo>
                <a:lnTo>
                  <a:pt x="14050" y="460"/>
                </a:lnTo>
                <a:lnTo>
                  <a:pt x="14050" y="0"/>
                </a:lnTo>
                <a:lnTo>
                  <a:pt x="14081" y="0"/>
                </a:lnTo>
                <a:lnTo>
                  <a:pt x="14081" y="460"/>
                </a:lnTo>
                <a:lnTo>
                  <a:pt x="14592" y="460"/>
                </a:lnTo>
                <a:lnTo>
                  <a:pt x="14592" y="0"/>
                </a:lnTo>
                <a:lnTo>
                  <a:pt x="14622" y="0"/>
                </a:lnTo>
                <a:lnTo>
                  <a:pt x="14622" y="460"/>
                </a:lnTo>
                <a:lnTo>
                  <a:pt x="15133" y="460"/>
                </a:lnTo>
                <a:lnTo>
                  <a:pt x="15133" y="0"/>
                </a:lnTo>
                <a:lnTo>
                  <a:pt x="15164" y="0"/>
                </a:lnTo>
                <a:lnTo>
                  <a:pt x="15164" y="5228"/>
                </a:lnTo>
                <a:lnTo>
                  <a:pt x="15133" y="5257"/>
                </a:lnTo>
                <a:lnTo>
                  <a:pt x="15133" y="5126"/>
                </a:lnTo>
                <a:lnTo>
                  <a:pt x="14622" y="5126"/>
                </a:lnTo>
                <a:lnTo>
                  <a:pt x="14622" y="5562"/>
                </a:lnTo>
                <a:lnTo>
                  <a:pt x="14810" y="5562"/>
                </a:lnTo>
                <a:lnTo>
                  <a:pt x="14780" y="5590"/>
                </a:lnTo>
                <a:lnTo>
                  <a:pt x="14622" y="5590"/>
                </a:lnTo>
                <a:lnTo>
                  <a:pt x="14622" y="5739"/>
                </a:lnTo>
                <a:lnTo>
                  <a:pt x="14592" y="5768"/>
                </a:lnTo>
                <a:lnTo>
                  <a:pt x="14592" y="5590"/>
                </a:lnTo>
                <a:lnTo>
                  <a:pt x="14081" y="5590"/>
                </a:lnTo>
                <a:lnTo>
                  <a:pt x="14081" y="6026"/>
                </a:lnTo>
                <a:lnTo>
                  <a:pt x="14319" y="6026"/>
                </a:lnTo>
                <a:lnTo>
                  <a:pt x="14289" y="6054"/>
                </a:lnTo>
                <a:lnTo>
                  <a:pt x="14081" y="6054"/>
                </a:lnTo>
                <a:lnTo>
                  <a:pt x="14081" y="6251"/>
                </a:lnTo>
                <a:lnTo>
                  <a:pt x="14050" y="6280"/>
                </a:lnTo>
                <a:lnTo>
                  <a:pt x="14050" y="6054"/>
                </a:lnTo>
                <a:lnTo>
                  <a:pt x="13539" y="6054"/>
                </a:lnTo>
                <a:lnTo>
                  <a:pt x="13539" y="6460"/>
                </a:lnTo>
                <a:lnTo>
                  <a:pt x="13508" y="6460"/>
                </a:lnTo>
                <a:lnTo>
                  <a:pt x="13508" y="6054"/>
                </a:lnTo>
                <a:lnTo>
                  <a:pt x="12997" y="6054"/>
                </a:lnTo>
                <a:lnTo>
                  <a:pt x="12997" y="6460"/>
                </a:lnTo>
                <a:lnTo>
                  <a:pt x="12967" y="6460"/>
                </a:lnTo>
                <a:lnTo>
                  <a:pt x="12967" y="6054"/>
                </a:lnTo>
                <a:lnTo>
                  <a:pt x="12456" y="6054"/>
                </a:lnTo>
                <a:lnTo>
                  <a:pt x="12456" y="6460"/>
                </a:lnTo>
                <a:lnTo>
                  <a:pt x="12425" y="6460"/>
                </a:lnTo>
                <a:lnTo>
                  <a:pt x="12425" y="6054"/>
                </a:lnTo>
                <a:lnTo>
                  <a:pt x="11914" y="6054"/>
                </a:lnTo>
                <a:lnTo>
                  <a:pt x="11914" y="6460"/>
                </a:lnTo>
                <a:lnTo>
                  <a:pt x="11883" y="6460"/>
                </a:lnTo>
                <a:lnTo>
                  <a:pt x="11883" y="6054"/>
                </a:lnTo>
                <a:lnTo>
                  <a:pt x="11372" y="6054"/>
                </a:lnTo>
                <a:lnTo>
                  <a:pt x="11372" y="6460"/>
                </a:lnTo>
                <a:lnTo>
                  <a:pt x="11341" y="6460"/>
                </a:lnTo>
                <a:lnTo>
                  <a:pt x="11341" y="6054"/>
                </a:lnTo>
                <a:lnTo>
                  <a:pt x="10831" y="6054"/>
                </a:lnTo>
                <a:lnTo>
                  <a:pt x="10831" y="6460"/>
                </a:lnTo>
                <a:lnTo>
                  <a:pt x="10800" y="6460"/>
                </a:lnTo>
                <a:lnTo>
                  <a:pt x="10800" y="6054"/>
                </a:lnTo>
                <a:lnTo>
                  <a:pt x="10289" y="6054"/>
                </a:lnTo>
                <a:lnTo>
                  <a:pt x="10289" y="6460"/>
                </a:lnTo>
                <a:lnTo>
                  <a:pt x="10258" y="6460"/>
                </a:lnTo>
                <a:lnTo>
                  <a:pt x="10258" y="6054"/>
                </a:lnTo>
                <a:lnTo>
                  <a:pt x="9747" y="6054"/>
                </a:lnTo>
                <a:lnTo>
                  <a:pt x="9747" y="6460"/>
                </a:lnTo>
                <a:lnTo>
                  <a:pt x="9716" y="6460"/>
                </a:lnTo>
                <a:lnTo>
                  <a:pt x="9716" y="6054"/>
                </a:lnTo>
                <a:lnTo>
                  <a:pt x="9206" y="6054"/>
                </a:lnTo>
                <a:lnTo>
                  <a:pt x="9206" y="6460"/>
                </a:lnTo>
                <a:lnTo>
                  <a:pt x="9175" y="6460"/>
                </a:lnTo>
                <a:lnTo>
                  <a:pt x="9175" y="6054"/>
                </a:lnTo>
                <a:lnTo>
                  <a:pt x="8664" y="6054"/>
                </a:lnTo>
                <a:lnTo>
                  <a:pt x="8664" y="6460"/>
                </a:lnTo>
                <a:lnTo>
                  <a:pt x="8633" y="6460"/>
                </a:lnTo>
                <a:lnTo>
                  <a:pt x="8633" y="6054"/>
                </a:lnTo>
                <a:lnTo>
                  <a:pt x="8122" y="6054"/>
                </a:lnTo>
                <a:lnTo>
                  <a:pt x="8122" y="6460"/>
                </a:lnTo>
                <a:lnTo>
                  <a:pt x="8091" y="6460"/>
                </a:lnTo>
                <a:lnTo>
                  <a:pt x="8091" y="6054"/>
                </a:lnTo>
                <a:lnTo>
                  <a:pt x="7581" y="6054"/>
                </a:lnTo>
                <a:lnTo>
                  <a:pt x="7581" y="6460"/>
                </a:lnTo>
                <a:lnTo>
                  <a:pt x="7550" y="6460"/>
                </a:lnTo>
                <a:lnTo>
                  <a:pt x="7550" y="6054"/>
                </a:lnTo>
                <a:lnTo>
                  <a:pt x="7039" y="6054"/>
                </a:lnTo>
                <a:lnTo>
                  <a:pt x="7039" y="6460"/>
                </a:lnTo>
                <a:lnTo>
                  <a:pt x="7008" y="6460"/>
                </a:lnTo>
                <a:lnTo>
                  <a:pt x="7008" y="6054"/>
                </a:lnTo>
                <a:lnTo>
                  <a:pt x="6497" y="6054"/>
                </a:lnTo>
                <a:lnTo>
                  <a:pt x="6497" y="6460"/>
                </a:lnTo>
                <a:lnTo>
                  <a:pt x="6466" y="6460"/>
                </a:lnTo>
                <a:lnTo>
                  <a:pt x="6466" y="6054"/>
                </a:lnTo>
                <a:lnTo>
                  <a:pt x="5955" y="6054"/>
                </a:lnTo>
                <a:lnTo>
                  <a:pt x="5955" y="6460"/>
                </a:lnTo>
                <a:lnTo>
                  <a:pt x="5925" y="6460"/>
                </a:lnTo>
                <a:lnTo>
                  <a:pt x="5925" y="6054"/>
                </a:lnTo>
                <a:lnTo>
                  <a:pt x="5414" y="6054"/>
                </a:lnTo>
                <a:lnTo>
                  <a:pt x="5414" y="6460"/>
                </a:lnTo>
                <a:lnTo>
                  <a:pt x="5383" y="6460"/>
                </a:lnTo>
                <a:lnTo>
                  <a:pt x="5383" y="6054"/>
                </a:lnTo>
                <a:lnTo>
                  <a:pt x="4872" y="6054"/>
                </a:lnTo>
                <a:lnTo>
                  <a:pt x="4872" y="6460"/>
                </a:lnTo>
                <a:lnTo>
                  <a:pt x="4841" y="6460"/>
                </a:lnTo>
                <a:lnTo>
                  <a:pt x="4841" y="6054"/>
                </a:lnTo>
                <a:lnTo>
                  <a:pt x="4330" y="6054"/>
                </a:lnTo>
                <a:lnTo>
                  <a:pt x="4330" y="6460"/>
                </a:lnTo>
                <a:lnTo>
                  <a:pt x="4300" y="6460"/>
                </a:lnTo>
                <a:lnTo>
                  <a:pt x="4300" y="6054"/>
                </a:lnTo>
                <a:lnTo>
                  <a:pt x="3789" y="6054"/>
                </a:lnTo>
                <a:lnTo>
                  <a:pt x="3789" y="6460"/>
                </a:lnTo>
                <a:lnTo>
                  <a:pt x="3758" y="6460"/>
                </a:lnTo>
                <a:lnTo>
                  <a:pt x="3758" y="6054"/>
                </a:lnTo>
                <a:lnTo>
                  <a:pt x="3247" y="6054"/>
                </a:lnTo>
                <a:lnTo>
                  <a:pt x="3247" y="6460"/>
                </a:lnTo>
                <a:lnTo>
                  <a:pt x="3216" y="6460"/>
                </a:lnTo>
                <a:lnTo>
                  <a:pt x="3216" y="6054"/>
                </a:lnTo>
                <a:lnTo>
                  <a:pt x="2705" y="6054"/>
                </a:lnTo>
                <a:lnTo>
                  <a:pt x="2705" y="6460"/>
                </a:lnTo>
                <a:lnTo>
                  <a:pt x="2675" y="6460"/>
                </a:lnTo>
                <a:lnTo>
                  <a:pt x="2675" y="6054"/>
                </a:lnTo>
                <a:lnTo>
                  <a:pt x="2164" y="6054"/>
                </a:lnTo>
                <a:lnTo>
                  <a:pt x="2164" y="6460"/>
                </a:lnTo>
                <a:lnTo>
                  <a:pt x="2133" y="6460"/>
                </a:lnTo>
                <a:lnTo>
                  <a:pt x="2133" y="6054"/>
                </a:lnTo>
                <a:lnTo>
                  <a:pt x="1622" y="6054"/>
                </a:lnTo>
                <a:lnTo>
                  <a:pt x="1622" y="6460"/>
                </a:lnTo>
                <a:lnTo>
                  <a:pt x="1591" y="6460"/>
                </a:lnTo>
                <a:lnTo>
                  <a:pt x="1591" y="6054"/>
                </a:lnTo>
                <a:lnTo>
                  <a:pt x="1080" y="6054"/>
                </a:lnTo>
                <a:lnTo>
                  <a:pt x="1080" y="6460"/>
                </a:lnTo>
                <a:lnTo>
                  <a:pt x="1049" y="6460"/>
                </a:lnTo>
                <a:lnTo>
                  <a:pt x="1049" y="6054"/>
                </a:lnTo>
                <a:lnTo>
                  <a:pt x="539" y="6054"/>
                </a:lnTo>
                <a:lnTo>
                  <a:pt x="539" y="6460"/>
                </a:lnTo>
                <a:lnTo>
                  <a:pt x="508" y="6460"/>
                </a:lnTo>
                <a:lnTo>
                  <a:pt x="508" y="6054"/>
                </a:lnTo>
                <a:lnTo>
                  <a:pt x="31" y="6054"/>
                </a:lnTo>
                <a:lnTo>
                  <a:pt x="31" y="6460"/>
                </a:lnTo>
                <a:lnTo>
                  <a:pt x="0" y="64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60" name="任意多边形: 形状 359"/>
          <p:cNvSpPr/>
          <p:nvPr>
            <p:custDataLst>
              <p:tags r:id="rId4"/>
            </p:custDataLst>
          </p:nvPr>
        </p:nvSpPr>
        <p:spPr>
          <a:xfrm>
            <a:off x="10784840" y="5510530"/>
            <a:ext cx="800100" cy="800100"/>
          </a:xfrm>
          <a:custGeom>
            <a:avLst/>
            <a:gdLst>
              <a:gd name="connsiteX0" fmla="*/ 0 w 800100"/>
              <a:gd name="connsiteY0" fmla="*/ 0 h 800100"/>
              <a:gd name="connsiteX1" fmla="*/ 800100 w 800100"/>
              <a:gd name="connsiteY1" fmla="*/ 0 h 800100"/>
              <a:gd name="connsiteX2" fmla="*/ 0 w 800100"/>
              <a:gd name="connsiteY2" fmla="*/ 800100 h 800100"/>
              <a:gd name="connsiteX3" fmla="*/ 0 w 800100"/>
              <a:gd name="connsiteY3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356"/>
          <p:cNvSpPr/>
          <p:nvPr>
            <p:custDataLst>
              <p:tags r:id="rId5"/>
            </p:custDataLst>
          </p:nvPr>
        </p:nvSpPr>
        <p:spPr>
          <a:xfrm>
            <a:off x="676910" y="181165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2" name="矩形: 圆角 21"/>
          <p:cNvSpPr/>
          <p:nvPr>
            <p:custDataLst>
              <p:tags r:id="rId6"/>
            </p:custDataLst>
          </p:nvPr>
        </p:nvSpPr>
        <p:spPr>
          <a:xfrm>
            <a:off x="672465" y="1718310"/>
            <a:ext cx="10904855" cy="4432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 flipH="1">
            <a:off x="1030922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弧形 2"/>
          <p:cNvSpPr/>
          <p:nvPr>
            <p:custDataLst>
              <p:tags r:id="rId8"/>
            </p:custDataLst>
          </p:nvPr>
        </p:nvSpPr>
        <p:spPr>
          <a:xfrm flipH="1">
            <a:off x="1025779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9"/>
            </p:custDataLst>
          </p:nvPr>
        </p:nvSpPr>
        <p:spPr>
          <a:xfrm flipH="1">
            <a:off x="970661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弧形 4"/>
          <p:cNvSpPr/>
          <p:nvPr>
            <p:custDataLst>
              <p:tags r:id="rId10"/>
            </p:custDataLst>
          </p:nvPr>
        </p:nvSpPr>
        <p:spPr>
          <a:xfrm flipH="1">
            <a:off x="9655175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1"/>
            </p:custDataLst>
          </p:nvPr>
        </p:nvSpPr>
        <p:spPr>
          <a:xfrm flipH="1">
            <a:off x="91039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弧形 6"/>
          <p:cNvSpPr/>
          <p:nvPr>
            <p:custDataLst>
              <p:tags r:id="rId12"/>
            </p:custDataLst>
          </p:nvPr>
        </p:nvSpPr>
        <p:spPr>
          <a:xfrm flipH="1">
            <a:off x="905256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159956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弧形 9"/>
          <p:cNvSpPr/>
          <p:nvPr>
            <p:custDataLst>
              <p:tags r:id="rId14"/>
            </p:custDataLst>
          </p:nvPr>
        </p:nvSpPr>
        <p:spPr>
          <a:xfrm>
            <a:off x="157607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220218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弧形 18"/>
          <p:cNvSpPr/>
          <p:nvPr>
            <p:custDataLst>
              <p:tags r:id="rId16"/>
            </p:custDataLst>
          </p:nvPr>
        </p:nvSpPr>
        <p:spPr>
          <a:xfrm>
            <a:off x="217932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28047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弧形 20"/>
          <p:cNvSpPr/>
          <p:nvPr>
            <p:custDataLst>
              <p:tags r:id="rId18"/>
            </p:custDataLst>
          </p:nvPr>
        </p:nvSpPr>
        <p:spPr>
          <a:xfrm>
            <a:off x="2780665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1384935" y="2483485"/>
            <a:ext cx="9409430" cy="377952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10000"/>
          </a:bodyPr>
          <a:lstStyle/>
          <a:p>
            <a:pPr marL="0" lvl="0" indent="457200" algn="just" fontAlgn="auto">
              <a:lnSpc>
                <a:spcPct val="150000"/>
              </a:lnSpc>
            </a:pPr>
            <a:r>
              <a:rPr lang="zh-CN" altLang="en-US"/>
              <a:t>理解</a:t>
            </a:r>
            <a:r>
              <a:rPr lang="en-US" altLang="zh-CN"/>
              <a:t>“</a:t>
            </a:r>
            <a:r>
              <a:rPr lang="zh-CN" altLang="en-US"/>
              <a:t>健康发展</a:t>
            </a:r>
            <a:r>
              <a:rPr lang="en-US" altLang="zh-CN"/>
              <a:t>”</a:t>
            </a:r>
            <a:r>
              <a:rPr lang="zh-CN" altLang="en-US"/>
              <a:t>，关键在于把握其丰富多维的内涵，制度保障的稳定性。依赖于中国特色社会主义基本经济制度的坚实根基和清晰定位，保障公平参与市场竞争的权利。企业运行的稳健性体现在：经营合规（守法善经营）、财务稳健、管理高效及风险控制得当。</a:t>
            </a:r>
            <a:r>
              <a:rPr lang="en-US" altLang="zh-CN"/>
              <a:t>​</a:t>
            </a:r>
            <a:endParaRPr lang="en-US" altLang="zh-CN"/>
          </a:p>
          <a:p>
            <a:pPr marL="0" lvl="0" indent="457200" algn="just" fontAlgn="auto">
              <a:lnSpc>
                <a:spcPct val="150000"/>
              </a:lnSpc>
            </a:pPr>
            <a:r>
              <a:rPr lang="zh-CN" altLang="en-US"/>
              <a:t>创新驱动的成长性意味着，企业应加大研发投入，掌握核心技术，进而提升核心竞争力，实现由要素驱动向创新驱动的根本转型。社会价值的共生性：要求企业在追求经济效益的同时，履行社会责任（先富促共富），促进就业，保护境，实现与社会、环境的和谐共生。然而，实践中仍面临诸多挑战，阻碍健康发展：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实践中的挑战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95960" y="1416072"/>
            <a:ext cx="2431608" cy="4647766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485679" y="1412262"/>
            <a:ext cx="2431608" cy="46477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9064482" y="1412262"/>
            <a:ext cx="2431608" cy="46477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6275398" y="1412262"/>
            <a:ext cx="2431608" cy="4647766"/>
          </a:xfrm>
          <a:prstGeom prst="rect">
            <a:avLst/>
          </a:prstGeom>
          <a:solidFill>
            <a:schemeClr val="tx1">
              <a:lumMod val="40000"/>
              <a:lumOff val="60000"/>
              <a:alpha val="15000"/>
            </a:schemeClr>
          </a:solidFill>
          <a:ln w="9525">
            <a:solidFill>
              <a:schemeClr val="tx1">
                <a:lumMod val="40000"/>
                <a:lumOff val="60000"/>
                <a:alpha val="20000"/>
              </a:schemeClr>
            </a:soli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endParaRPr lang="zh-CN" altLang="en-US">
              <a:solidFill>
                <a:schemeClr val="bg1"/>
              </a:solidFill>
              <a:latin typeface="+mn-ea"/>
              <a:sym typeface="MiSans Normal" panose="00000500000000000000" charset="-122"/>
            </a:endParaRPr>
          </a:p>
        </p:txBody>
      </p:sp>
      <p:pic>
        <p:nvPicPr>
          <p:cNvPr id="19" name="图片 18" descr="/data/temp/234f3684-4397-11f0-9961-229938af90b5.jpg@base@tag=imgScale&amp;m=1&amp;w=675&amp;h=534&amp;q=95234f3684-4397-11f0-9961-229938af90b5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7"/>
          <a:srcRect t="4280" r="20474" b="1284"/>
          <a:stretch>
            <a:fillRect/>
          </a:stretch>
        </p:blipFill>
        <p:spPr>
          <a:xfrm>
            <a:off x="9065117" y="1412262"/>
            <a:ext cx="2431608" cy="192501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0" name="图片 19" descr="/data/temp/234f3579-4397-11f0-9961-229938af90b5.jpg@base@tag=imgScale&amp;m=1&amp;w=675&amp;h=534&amp;q=95234f3579-4397-11f0-9961-229938af90b5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rcRect t="7491" r="14835" b="375"/>
          <a:stretch>
            <a:fillRect/>
          </a:stretch>
        </p:blipFill>
        <p:spPr>
          <a:xfrm>
            <a:off x="6275398" y="1412262"/>
            <a:ext cx="2431608" cy="19242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1" name="图片 20" descr="/data/temp/234f35b8-4397-11f0-9961-229938af90b5.jpg@base@tag=imgScale&amp;m=1&amp;w=675&amp;h=534&amp;q=95234f35b8-4397-11f0-9961-229938af90b5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rcRect l="7879" r="7879"/>
          <a:stretch>
            <a:fillRect/>
          </a:stretch>
        </p:blipFill>
        <p:spPr>
          <a:xfrm>
            <a:off x="3485679" y="1412262"/>
            <a:ext cx="2431608" cy="192429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mpd="sng">
            <a:solidFill>
              <a:schemeClr val="tx1">
                <a:lumMod val="40000"/>
                <a:lumOff val="60000"/>
                <a:alpha val="20000"/>
              </a:schemeClr>
            </a:solidFill>
          </a:ln>
        </p:spPr>
      </p:pic>
      <p:pic>
        <p:nvPicPr>
          <p:cNvPr id="22" name="图片 21" descr="/data/temp/234f3553-4397-11f0-9961-229938af90b5.jpg@base@tag=imgScale&amp;m=1&amp;w=675&amp;h=533&amp;q=95234f3553-4397-11f0-9961-229938af90b5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rcRect l="15633"/>
          <a:stretch>
            <a:fillRect/>
          </a:stretch>
        </p:blipFill>
        <p:spPr>
          <a:xfrm>
            <a:off x="695960" y="1416072"/>
            <a:ext cx="2431608" cy="192024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02" h="2926">
                <a:moveTo>
                  <a:pt x="0" y="0"/>
                </a:moveTo>
                <a:lnTo>
                  <a:pt x="3402" y="0"/>
                </a:lnTo>
                <a:lnTo>
                  <a:pt x="340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992522" y="3592980"/>
            <a:ext cx="1854309" cy="4921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政策执行难题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992522" y="4208966"/>
            <a:ext cx="1854309" cy="17414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中央政策执行遇阻，地方理解偏差、细则滞后，影响政策效果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5" name="矩形 24"/>
          <p:cNvSpPr/>
          <p:nvPr>
            <p:custDataLst>
              <p:tags r:id="rId16"/>
            </p:custDataLst>
          </p:nvPr>
        </p:nvSpPr>
        <p:spPr>
          <a:xfrm>
            <a:off x="3782241" y="3592980"/>
            <a:ext cx="1854309" cy="4921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</a:rPr>
              <a:t>市场准入与经营压力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6" name="矩形 25"/>
          <p:cNvSpPr/>
          <p:nvPr>
            <p:custDataLst>
              <p:tags r:id="rId17"/>
            </p:custDataLst>
          </p:nvPr>
        </p:nvSpPr>
        <p:spPr>
          <a:xfrm>
            <a:off x="9361045" y="3592980"/>
            <a:ext cx="1854309" cy="4921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latin typeface="+mn-ea"/>
                <a:cs typeface="+mn-ea"/>
              </a:rPr>
              <a:t>高质量发展瓶颈</a:t>
            </a:r>
            <a:endParaRPr lang="zh-CN" altLang="en-US" sz="14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8"/>
            </p:custDataLst>
          </p:nvPr>
        </p:nvSpPr>
        <p:spPr>
          <a:xfrm>
            <a:off x="9361045" y="4208966"/>
            <a:ext cx="1854309" cy="17414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中小微企业在核心技术、品牌、绿色转型及治理结构上需加强</a:t>
            </a:r>
            <a:endParaRPr lang="zh-CN" altLang="en-US" sz="16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9"/>
            </p:custDataLst>
          </p:nvPr>
        </p:nvSpPr>
        <p:spPr>
          <a:xfrm>
            <a:off x="3782241" y="4208966"/>
            <a:ext cx="1854309" cy="17414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/>
                </a:solidFill>
                <a:latin typeface="+mn-ea"/>
                <a:cs typeface="+mn-ea"/>
              </a:rPr>
              <a:t>市场准入障碍、高融资成本及人才短缺，加重企业负担，削弱竞争力</a:t>
            </a:r>
            <a:endParaRPr lang="zh-CN" altLang="en-US" sz="160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6571960" y="3592980"/>
            <a:ext cx="1854309" cy="49215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创新动力受阻</a:t>
            </a:r>
            <a:endParaRPr lang="zh-CN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0" name="矩形 29"/>
          <p:cNvSpPr/>
          <p:nvPr>
            <p:custDataLst>
              <p:tags r:id="rId21"/>
            </p:custDataLst>
          </p:nvPr>
        </p:nvSpPr>
        <p:spPr>
          <a:xfrm>
            <a:off x="6571960" y="4208966"/>
            <a:ext cx="1854309" cy="174149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企业避险畏新，创新环境待完善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</p:spTree>
    <p:custDataLst>
      <p:tags r:id="rId2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促进民营经济健康发展的关键实践路径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PART THREE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/data/temp/b1544a1d-43a5-11f0-aa26-92abd1d26961.jpgb1544a1d-43a5-11f0-aa26-92abd1d2696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887" r="887"/>
          <a:stretch>
            <a:fillRect/>
          </a:stretch>
        </p:blipFill>
        <p:spPr>
          <a:xfrm>
            <a:off x="3175" y="2762885"/>
            <a:ext cx="12188190" cy="4102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4" h="6461">
                <a:moveTo>
                  <a:pt x="0" y="0"/>
                </a:moveTo>
                <a:lnTo>
                  <a:pt x="19194" y="0"/>
                </a:lnTo>
                <a:lnTo>
                  <a:pt x="19194" y="6461"/>
                </a:lnTo>
                <a:lnTo>
                  <a:pt x="0" y="64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6350">
            <a:solidFill>
              <a:schemeClr val="accent1">
                <a:lumMod val="60000"/>
                <a:lumOff val="40000"/>
                <a:alpha val="35000"/>
              </a:schemeClr>
            </a:solidFill>
          </a:ln>
        </p:spPr>
      </p:pic>
      <p:sp useBgFill="1">
        <p:nvSpPr>
          <p:cNvPr id="3" name="圆角矩形 7"/>
          <p:cNvSpPr/>
          <p:nvPr>
            <p:custDataLst>
              <p:tags r:id="rId3"/>
            </p:custDataLst>
          </p:nvPr>
        </p:nvSpPr>
        <p:spPr>
          <a:xfrm>
            <a:off x="1143000" y="672465"/>
            <a:ext cx="5794375" cy="5461635"/>
          </a:xfrm>
          <a:prstGeom prst="roundRect">
            <a:avLst>
              <a:gd name="adj" fmla="val 6438"/>
            </a:avLst>
          </a:prstGeom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1143000" y="672465"/>
            <a:ext cx="5794375" cy="5461635"/>
          </a:xfrm>
          <a:prstGeom prst="roundRect">
            <a:avLst>
              <a:gd name="adj" fmla="val 643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823403" y="3535680"/>
            <a:ext cx="4433570" cy="1747520"/>
          </a:xfrm>
          <a:prstGeom prst="rect">
            <a:avLst/>
          </a:prstGeom>
        </p:spPr>
        <p:txBody>
          <a:bodyPr wrap="square" lIns="0" tIns="0" rIns="0" bIns="0" anchor="t" anchorCtr="0">
            <a:normAutofit fontScale="80000"/>
          </a:bodyPr>
          <a:p>
            <a:pPr indent="4572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为应对上述痛点，需系统构建赋能民营经济健康发展的实践体系： ​​优化营商环境，筑牢稳定预期基石：​​ ​提升政策透明与执行刚性：​​ 建立从国家到地方的涉企政策统一发布、解读与评估机制，确保政策落地“不变形、不走样”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823403" y="1145540"/>
            <a:ext cx="4433570" cy="1440180"/>
          </a:xfrm>
        </p:spPr>
        <p:txBody>
          <a:bodyPr/>
          <a:p>
            <a:pPr marL="0" indent="0" fontAlgn="auto">
              <a:lnSpc>
                <a:spcPct val="120000"/>
              </a:lnSpc>
            </a:pPr>
            <a:r>
              <a:rPr lang="zh-CN" altLang="en-US" sz="3800" dirty="0">
                <a:latin typeface="+mn-ea"/>
                <a:cs typeface="+mn-ea"/>
                <a:sym typeface="+mn-ea"/>
              </a:rPr>
              <a:t>优化环境稳预期</a:t>
            </a:r>
            <a:br>
              <a:rPr lang="zh-CN" altLang="en-US" sz="3800" dirty="0">
                <a:latin typeface="+mn-ea"/>
                <a:cs typeface="+mn-ea"/>
                <a:sym typeface="+mn-ea"/>
              </a:rPr>
            </a:br>
            <a:r>
              <a:rPr lang="zh-CN" altLang="en-US" sz="3800" dirty="0">
                <a:latin typeface="+mn-ea"/>
                <a:cs typeface="+mn-ea"/>
                <a:sym typeface="+mn-ea"/>
              </a:rPr>
              <a:t>促民营发展</a:t>
            </a:r>
            <a:endParaRPr lang="zh-CN" altLang="en-US" sz="3800"/>
          </a:p>
        </p:txBody>
      </p:sp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1823403" y="2915920"/>
            <a:ext cx="432000" cy="0"/>
          </a:xfrm>
          <a:prstGeom prst="line">
            <a:avLst/>
          </a:prstGeom>
          <a:ln w="44450" cap="rnd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优化营商环境，筑牢稳定基石</a:t>
            </a:r>
            <a:endParaRPr lang="zh-CN" altLang="en-US"/>
          </a:p>
        </p:txBody>
      </p:sp>
      <p:cxnSp>
        <p:nvCxnSpPr>
          <p:cNvPr id="76" name="直接连接符 75"/>
          <p:cNvCxnSpPr/>
          <p:nvPr>
            <p:custDataLst>
              <p:tags r:id="rId2"/>
            </p:custDataLst>
          </p:nvPr>
        </p:nvCxnSpPr>
        <p:spPr>
          <a:xfrm>
            <a:off x="6898640" y="5965825"/>
            <a:ext cx="467931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3"/>
            </p:custDataLst>
          </p:nvPr>
        </p:nvCxnSpPr>
        <p:spPr>
          <a:xfrm>
            <a:off x="1627505" y="5865495"/>
            <a:ext cx="7217410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8" name="任意多边形: 形状 1397"/>
          <p:cNvSpPr/>
          <p:nvPr>
            <p:custDataLst>
              <p:tags r:id="rId4"/>
            </p:custDataLst>
          </p:nvPr>
        </p:nvSpPr>
        <p:spPr>
          <a:xfrm>
            <a:off x="635635" y="5552440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: 形状 1397"/>
          <p:cNvSpPr/>
          <p:nvPr>
            <p:custDataLst>
              <p:tags r:id="rId5"/>
            </p:custDataLst>
          </p:nvPr>
        </p:nvSpPr>
        <p:spPr>
          <a:xfrm>
            <a:off x="1092835" y="5670550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6"/>
            </p:custDataLst>
          </p:nvPr>
        </p:nvCxnSpPr>
        <p:spPr>
          <a:xfrm>
            <a:off x="608965" y="1818640"/>
            <a:ext cx="384365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7"/>
            </p:custDataLst>
          </p:nvPr>
        </p:nvCxnSpPr>
        <p:spPr>
          <a:xfrm>
            <a:off x="2518410" y="1924685"/>
            <a:ext cx="7999095" cy="635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任意多边形: 形状 1397"/>
          <p:cNvSpPr/>
          <p:nvPr>
            <p:custDataLst>
              <p:tags r:id="rId8"/>
            </p:custDataLst>
          </p:nvPr>
        </p:nvSpPr>
        <p:spPr>
          <a:xfrm>
            <a:off x="10650855" y="1641475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1397"/>
          <p:cNvSpPr/>
          <p:nvPr>
            <p:custDataLst>
              <p:tags r:id="rId9"/>
            </p:custDataLst>
          </p:nvPr>
        </p:nvSpPr>
        <p:spPr>
          <a:xfrm>
            <a:off x="11108055" y="1759585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>
            <p:custDataLst>
              <p:tags r:id="rId10"/>
            </p:custDataLst>
          </p:nvPr>
        </p:nvCxnSpPr>
        <p:spPr>
          <a:xfrm>
            <a:off x="740410" y="1534160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1"/>
            </p:custDataLst>
          </p:nvPr>
        </p:nvCxnSpPr>
        <p:spPr>
          <a:xfrm>
            <a:off x="11346815" y="5031105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1092835" y="2148840"/>
            <a:ext cx="10015220" cy="34861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45720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提升政策透明与刚性，建立统一发布、解读与评估机制，确保政策落地不走样。推广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企业家参与政策制定反馈机制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”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。深化落实市场准入负面清单，重点清理能源、通信、招投标等领域隐性壁垒。强化反垄断与公平竞争审查。推广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一站式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”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审批。利用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亲清在线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”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等平台，实现政策推送、诉求响应、问题督办、效果评价的数字化高效通达。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强化要素赋能，激活内生发展动力</a:t>
            </a:r>
            <a:endParaRPr lang="zh-CN" altLang="en-US"/>
          </a:p>
        </p:txBody>
      </p:sp>
      <p:cxnSp>
        <p:nvCxnSpPr>
          <p:cNvPr id="76" name="直接连接符 75"/>
          <p:cNvCxnSpPr/>
          <p:nvPr>
            <p:custDataLst>
              <p:tags r:id="rId2"/>
            </p:custDataLst>
          </p:nvPr>
        </p:nvCxnSpPr>
        <p:spPr>
          <a:xfrm>
            <a:off x="6898640" y="5965825"/>
            <a:ext cx="467931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3"/>
            </p:custDataLst>
          </p:nvPr>
        </p:nvCxnSpPr>
        <p:spPr>
          <a:xfrm>
            <a:off x="1627505" y="5865495"/>
            <a:ext cx="7217410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8" name="任意多边形: 形状 1397"/>
          <p:cNvSpPr/>
          <p:nvPr>
            <p:custDataLst>
              <p:tags r:id="rId4"/>
            </p:custDataLst>
          </p:nvPr>
        </p:nvSpPr>
        <p:spPr>
          <a:xfrm>
            <a:off x="635635" y="5552440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: 形状 1397"/>
          <p:cNvSpPr/>
          <p:nvPr>
            <p:custDataLst>
              <p:tags r:id="rId5"/>
            </p:custDataLst>
          </p:nvPr>
        </p:nvSpPr>
        <p:spPr>
          <a:xfrm>
            <a:off x="1092835" y="5670550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6"/>
            </p:custDataLst>
          </p:nvPr>
        </p:nvCxnSpPr>
        <p:spPr>
          <a:xfrm>
            <a:off x="608965" y="1818640"/>
            <a:ext cx="384365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7"/>
            </p:custDataLst>
          </p:nvPr>
        </p:nvCxnSpPr>
        <p:spPr>
          <a:xfrm>
            <a:off x="2518410" y="1924685"/>
            <a:ext cx="7999095" cy="635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任意多边形: 形状 1397"/>
          <p:cNvSpPr/>
          <p:nvPr>
            <p:custDataLst>
              <p:tags r:id="rId8"/>
            </p:custDataLst>
          </p:nvPr>
        </p:nvSpPr>
        <p:spPr>
          <a:xfrm>
            <a:off x="10650855" y="1641475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1397"/>
          <p:cNvSpPr/>
          <p:nvPr>
            <p:custDataLst>
              <p:tags r:id="rId9"/>
            </p:custDataLst>
          </p:nvPr>
        </p:nvSpPr>
        <p:spPr>
          <a:xfrm>
            <a:off x="11108055" y="1759585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>
            <p:custDataLst>
              <p:tags r:id="rId10"/>
            </p:custDataLst>
          </p:nvPr>
        </p:nvCxnSpPr>
        <p:spPr>
          <a:xfrm>
            <a:off x="740410" y="1534160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1"/>
            </p:custDataLst>
          </p:nvPr>
        </p:nvCxnSpPr>
        <p:spPr>
          <a:xfrm>
            <a:off x="11346815" y="5031105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1092835" y="2148840"/>
            <a:ext cx="10015220" cy="34861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45720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畅通金融血脉，发展多层次资本市场，重点支持科技型企运用知识产权质押、供应链金融等工具。探索地方性专项基金。落实开放人才政策。加强产学研融合，鼓励构建大企业引领的产学研联合体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(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如宁德时代模式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)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。加大民企基础研发税费优惠与补贴。提供普惠性、低成本数字化诊断与改造方案。完善绿色标准与支持体系，引导绿色低碳转型。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激发创新活力，建设包容健康生态</a:t>
            </a:r>
            <a:endParaRPr lang="zh-CN" altLang="en-US"/>
          </a:p>
        </p:txBody>
      </p:sp>
      <p:cxnSp>
        <p:nvCxnSpPr>
          <p:cNvPr id="76" name="直接连接符 75"/>
          <p:cNvCxnSpPr/>
          <p:nvPr>
            <p:custDataLst>
              <p:tags r:id="rId2"/>
            </p:custDataLst>
          </p:nvPr>
        </p:nvCxnSpPr>
        <p:spPr>
          <a:xfrm>
            <a:off x="6898640" y="5965825"/>
            <a:ext cx="467931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>
            <p:custDataLst>
              <p:tags r:id="rId3"/>
            </p:custDataLst>
          </p:nvPr>
        </p:nvCxnSpPr>
        <p:spPr>
          <a:xfrm>
            <a:off x="1627505" y="5865495"/>
            <a:ext cx="7217410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8" name="任意多边形: 形状 1397"/>
          <p:cNvSpPr/>
          <p:nvPr>
            <p:custDataLst>
              <p:tags r:id="rId4"/>
            </p:custDataLst>
          </p:nvPr>
        </p:nvSpPr>
        <p:spPr>
          <a:xfrm>
            <a:off x="635635" y="5552440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: 形状 1397"/>
          <p:cNvSpPr/>
          <p:nvPr>
            <p:custDataLst>
              <p:tags r:id="rId5"/>
            </p:custDataLst>
          </p:nvPr>
        </p:nvSpPr>
        <p:spPr>
          <a:xfrm>
            <a:off x="1092835" y="5670550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6"/>
            </p:custDataLst>
          </p:nvPr>
        </p:nvCxnSpPr>
        <p:spPr>
          <a:xfrm>
            <a:off x="608965" y="1818640"/>
            <a:ext cx="3843655" cy="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>
            <p:custDataLst>
              <p:tags r:id="rId7"/>
            </p:custDataLst>
          </p:nvPr>
        </p:nvCxnSpPr>
        <p:spPr>
          <a:xfrm>
            <a:off x="2518410" y="1924685"/>
            <a:ext cx="7999095" cy="6350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任意多边形: 形状 1397"/>
          <p:cNvSpPr/>
          <p:nvPr>
            <p:custDataLst>
              <p:tags r:id="rId8"/>
            </p:custDataLst>
          </p:nvPr>
        </p:nvSpPr>
        <p:spPr>
          <a:xfrm>
            <a:off x="10650855" y="1641475"/>
            <a:ext cx="631190" cy="631190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1397"/>
          <p:cNvSpPr/>
          <p:nvPr>
            <p:custDataLst>
              <p:tags r:id="rId9"/>
            </p:custDataLst>
          </p:nvPr>
        </p:nvSpPr>
        <p:spPr>
          <a:xfrm>
            <a:off x="11108055" y="1759585"/>
            <a:ext cx="395605" cy="395605"/>
          </a:xfrm>
          <a:custGeom>
            <a:avLst/>
            <a:gdLst>
              <a:gd name="connsiteX0" fmla="*/ 35521 w 1877718"/>
              <a:gd name="connsiteY0" fmla="*/ 850803 h 1863247"/>
              <a:gd name="connsiteX1" fmla="*/ 865299 w 1877718"/>
              <a:gd name="connsiteY1" fmla="*/ 21025 h 1863247"/>
              <a:gd name="connsiteX2" fmla="*/ 1026916 w 1877718"/>
              <a:gd name="connsiteY2" fmla="*/ 21050 h 1863247"/>
              <a:gd name="connsiteX3" fmla="*/ 1856694 w 1877718"/>
              <a:gd name="connsiteY3" fmla="*/ 850828 h 1863247"/>
              <a:gd name="connsiteX4" fmla="*/ 1856669 w 1877718"/>
              <a:gd name="connsiteY4" fmla="*/ 1012446 h 1863247"/>
              <a:gd name="connsiteX5" fmla="*/ 1026891 w 1877718"/>
              <a:gd name="connsiteY5" fmla="*/ 1842223 h 1863247"/>
              <a:gd name="connsiteX6" fmla="*/ 865274 w 1877718"/>
              <a:gd name="connsiteY6" fmla="*/ 1842198 h 1863247"/>
              <a:gd name="connsiteX7" fmla="*/ 35496 w 1877718"/>
              <a:gd name="connsiteY7" fmla="*/ 1012420 h 1863247"/>
              <a:gd name="connsiteX8" fmla="*/ 35521 w 1877718"/>
              <a:gd name="connsiteY8" fmla="*/ 850803 h 1863247"/>
              <a:gd name="connsiteX0-1" fmla="*/ 35521 w 1877718"/>
              <a:gd name="connsiteY0-2" fmla="*/ 850803 h 1863247"/>
              <a:gd name="connsiteX1-3" fmla="*/ 865299 w 1877718"/>
              <a:gd name="connsiteY1-4" fmla="*/ 21025 h 1863247"/>
              <a:gd name="connsiteX2-5" fmla="*/ 1026916 w 1877718"/>
              <a:gd name="connsiteY2-6" fmla="*/ 21050 h 1863247"/>
              <a:gd name="connsiteX3-7" fmla="*/ 1856694 w 1877718"/>
              <a:gd name="connsiteY3-8" fmla="*/ 850828 h 1863247"/>
              <a:gd name="connsiteX4-9" fmla="*/ 1856669 w 1877718"/>
              <a:gd name="connsiteY4-10" fmla="*/ 1012446 h 1863247"/>
              <a:gd name="connsiteX5-11" fmla="*/ 1026891 w 1877718"/>
              <a:gd name="connsiteY5-12" fmla="*/ 1842223 h 1863247"/>
              <a:gd name="connsiteX6-13" fmla="*/ 865274 w 1877718"/>
              <a:gd name="connsiteY6-14" fmla="*/ 1842198 h 1863247"/>
              <a:gd name="connsiteX7-15" fmla="*/ 35496 w 1877718"/>
              <a:gd name="connsiteY7-16" fmla="*/ 1012420 h 1863247"/>
              <a:gd name="connsiteX8-17" fmla="*/ 35521 w 1877718"/>
              <a:gd name="connsiteY8-18" fmla="*/ 850803 h 1863247"/>
              <a:gd name="connsiteX0-19" fmla="*/ 35521 w 1877718"/>
              <a:gd name="connsiteY0-20" fmla="*/ 850813 h 1863257"/>
              <a:gd name="connsiteX1-21" fmla="*/ 865299 w 1877718"/>
              <a:gd name="connsiteY1-22" fmla="*/ 21035 h 1863257"/>
              <a:gd name="connsiteX2-23" fmla="*/ 1026916 w 1877718"/>
              <a:gd name="connsiteY2-24" fmla="*/ 21060 h 1863257"/>
              <a:gd name="connsiteX3-25" fmla="*/ 1856694 w 1877718"/>
              <a:gd name="connsiteY3-26" fmla="*/ 850838 h 1863257"/>
              <a:gd name="connsiteX4-27" fmla="*/ 1856669 w 1877718"/>
              <a:gd name="connsiteY4-28" fmla="*/ 1012456 h 1863257"/>
              <a:gd name="connsiteX5-29" fmla="*/ 1026891 w 1877718"/>
              <a:gd name="connsiteY5-30" fmla="*/ 1842233 h 1863257"/>
              <a:gd name="connsiteX6-31" fmla="*/ 865274 w 1877718"/>
              <a:gd name="connsiteY6-32" fmla="*/ 1842208 h 1863257"/>
              <a:gd name="connsiteX7-33" fmla="*/ 35496 w 1877718"/>
              <a:gd name="connsiteY7-34" fmla="*/ 1012430 h 1863257"/>
              <a:gd name="connsiteX8-35" fmla="*/ 35521 w 1877718"/>
              <a:gd name="connsiteY8-36" fmla="*/ 850813 h 1863257"/>
              <a:gd name="connsiteX0-37" fmla="*/ 35521 w 1877718"/>
              <a:gd name="connsiteY0-38" fmla="*/ 865273 h 1877717"/>
              <a:gd name="connsiteX1-39" fmla="*/ 865299 w 1877718"/>
              <a:gd name="connsiteY1-40" fmla="*/ 35495 h 1877717"/>
              <a:gd name="connsiteX2-41" fmla="*/ 1026916 w 1877718"/>
              <a:gd name="connsiteY2-42" fmla="*/ 35520 h 1877717"/>
              <a:gd name="connsiteX3-43" fmla="*/ 1856694 w 1877718"/>
              <a:gd name="connsiteY3-44" fmla="*/ 865298 h 1877717"/>
              <a:gd name="connsiteX4-45" fmla="*/ 1856669 w 1877718"/>
              <a:gd name="connsiteY4-46" fmla="*/ 1026916 h 1877717"/>
              <a:gd name="connsiteX5-47" fmla="*/ 1026891 w 1877718"/>
              <a:gd name="connsiteY5-48" fmla="*/ 1856693 h 1877717"/>
              <a:gd name="connsiteX6-49" fmla="*/ 865274 w 1877718"/>
              <a:gd name="connsiteY6-50" fmla="*/ 1856668 h 1877717"/>
              <a:gd name="connsiteX7-51" fmla="*/ 35496 w 1877718"/>
              <a:gd name="connsiteY7-52" fmla="*/ 1026890 h 1877717"/>
              <a:gd name="connsiteX8-53" fmla="*/ 35521 w 1877718"/>
              <a:gd name="connsiteY8-54" fmla="*/ 865273 h 1877717"/>
              <a:gd name="connsiteX0-55" fmla="*/ 35521 w 1877718"/>
              <a:gd name="connsiteY0-56" fmla="*/ 865273 h 1877717"/>
              <a:gd name="connsiteX1-57" fmla="*/ 865299 w 1877718"/>
              <a:gd name="connsiteY1-58" fmla="*/ 35495 h 1877717"/>
              <a:gd name="connsiteX2-59" fmla="*/ 1026916 w 1877718"/>
              <a:gd name="connsiteY2-60" fmla="*/ 35520 h 1877717"/>
              <a:gd name="connsiteX3-61" fmla="*/ 1856694 w 1877718"/>
              <a:gd name="connsiteY3-62" fmla="*/ 865298 h 1877717"/>
              <a:gd name="connsiteX4-63" fmla="*/ 1856669 w 1877718"/>
              <a:gd name="connsiteY4-64" fmla="*/ 1026916 h 1877717"/>
              <a:gd name="connsiteX5-65" fmla="*/ 1026891 w 1877718"/>
              <a:gd name="connsiteY5-66" fmla="*/ 1856693 h 1877717"/>
              <a:gd name="connsiteX6-67" fmla="*/ 865274 w 1877718"/>
              <a:gd name="connsiteY6-68" fmla="*/ 1856668 h 1877717"/>
              <a:gd name="connsiteX7-69" fmla="*/ 35496 w 1877718"/>
              <a:gd name="connsiteY7-70" fmla="*/ 1026890 h 1877717"/>
              <a:gd name="connsiteX8-71" fmla="*/ 35521 w 1877718"/>
              <a:gd name="connsiteY8-72" fmla="*/ 865273 h 1877717"/>
              <a:gd name="connsiteX0-73" fmla="*/ 35521 w 1877718"/>
              <a:gd name="connsiteY0-74" fmla="*/ 865273 h 1877717"/>
              <a:gd name="connsiteX1-75" fmla="*/ 865299 w 1877718"/>
              <a:gd name="connsiteY1-76" fmla="*/ 35495 h 1877717"/>
              <a:gd name="connsiteX2-77" fmla="*/ 1026916 w 1877718"/>
              <a:gd name="connsiteY2-78" fmla="*/ 35520 h 1877717"/>
              <a:gd name="connsiteX3-79" fmla="*/ 1856694 w 1877718"/>
              <a:gd name="connsiteY3-80" fmla="*/ 865298 h 1877717"/>
              <a:gd name="connsiteX4-81" fmla="*/ 1856669 w 1877718"/>
              <a:gd name="connsiteY4-82" fmla="*/ 1026916 h 1877717"/>
              <a:gd name="connsiteX5-83" fmla="*/ 1026891 w 1877718"/>
              <a:gd name="connsiteY5-84" fmla="*/ 1856693 h 1877717"/>
              <a:gd name="connsiteX6-85" fmla="*/ 865274 w 1877718"/>
              <a:gd name="connsiteY6-86" fmla="*/ 1856668 h 1877717"/>
              <a:gd name="connsiteX7-87" fmla="*/ 35496 w 1877718"/>
              <a:gd name="connsiteY7-88" fmla="*/ 1026890 h 1877717"/>
              <a:gd name="connsiteX8-89" fmla="*/ 35521 w 1877718"/>
              <a:gd name="connsiteY8-90" fmla="*/ 865273 h 1877717"/>
              <a:gd name="connsiteX0-91" fmla="*/ 35521 w 1877729"/>
              <a:gd name="connsiteY0-92" fmla="*/ 865273 h 1877717"/>
              <a:gd name="connsiteX1-93" fmla="*/ 865299 w 1877729"/>
              <a:gd name="connsiteY1-94" fmla="*/ 35495 h 1877717"/>
              <a:gd name="connsiteX2-95" fmla="*/ 1026916 w 1877729"/>
              <a:gd name="connsiteY2-96" fmla="*/ 35520 h 1877717"/>
              <a:gd name="connsiteX3-97" fmla="*/ 1856694 w 1877729"/>
              <a:gd name="connsiteY3-98" fmla="*/ 865298 h 1877717"/>
              <a:gd name="connsiteX4-99" fmla="*/ 1856669 w 1877729"/>
              <a:gd name="connsiteY4-100" fmla="*/ 1026916 h 1877717"/>
              <a:gd name="connsiteX5-101" fmla="*/ 1026891 w 1877729"/>
              <a:gd name="connsiteY5-102" fmla="*/ 1856693 h 1877717"/>
              <a:gd name="connsiteX6-103" fmla="*/ 865274 w 1877729"/>
              <a:gd name="connsiteY6-104" fmla="*/ 1856668 h 1877717"/>
              <a:gd name="connsiteX7-105" fmla="*/ 35496 w 1877729"/>
              <a:gd name="connsiteY7-106" fmla="*/ 1026890 h 1877717"/>
              <a:gd name="connsiteX8-107" fmla="*/ 35521 w 1877729"/>
              <a:gd name="connsiteY8-108" fmla="*/ 865273 h 1877717"/>
              <a:gd name="connsiteX0-109" fmla="*/ 35521 w 1892189"/>
              <a:gd name="connsiteY0-110" fmla="*/ 865273 h 1877717"/>
              <a:gd name="connsiteX1-111" fmla="*/ 865299 w 1892189"/>
              <a:gd name="connsiteY1-112" fmla="*/ 35495 h 1877717"/>
              <a:gd name="connsiteX2-113" fmla="*/ 1026916 w 1892189"/>
              <a:gd name="connsiteY2-114" fmla="*/ 35520 h 1877717"/>
              <a:gd name="connsiteX3-115" fmla="*/ 1856694 w 1892189"/>
              <a:gd name="connsiteY3-116" fmla="*/ 865298 h 1877717"/>
              <a:gd name="connsiteX4-117" fmla="*/ 1856669 w 1892189"/>
              <a:gd name="connsiteY4-118" fmla="*/ 1026916 h 1877717"/>
              <a:gd name="connsiteX5-119" fmla="*/ 1026891 w 1892189"/>
              <a:gd name="connsiteY5-120" fmla="*/ 1856693 h 1877717"/>
              <a:gd name="connsiteX6-121" fmla="*/ 865274 w 1892189"/>
              <a:gd name="connsiteY6-122" fmla="*/ 1856668 h 1877717"/>
              <a:gd name="connsiteX7-123" fmla="*/ 35496 w 1892189"/>
              <a:gd name="connsiteY7-124" fmla="*/ 1026890 h 1877717"/>
              <a:gd name="connsiteX8-125" fmla="*/ 35521 w 1892189"/>
              <a:gd name="connsiteY8-126" fmla="*/ 865273 h 1877717"/>
              <a:gd name="connsiteX0-127" fmla="*/ 35521 w 1892189"/>
              <a:gd name="connsiteY0-128" fmla="*/ 865273 h 1877717"/>
              <a:gd name="connsiteX1-129" fmla="*/ 865299 w 1892189"/>
              <a:gd name="connsiteY1-130" fmla="*/ 35495 h 1877717"/>
              <a:gd name="connsiteX2-131" fmla="*/ 1026916 w 1892189"/>
              <a:gd name="connsiteY2-132" fmla="*/ 35520 h 1877717"/>
              <a:gd name="connsiteX3-133" fmla="*/ 1856694 w 1892189"/>
              <a:gd name="connsiteY3-134" fmla="*/ 865298 h 1877717"/>
              <a:gd name="connsiteX4-135" fmla="*/ 1856669 w 1892189"/>
              <a:gd name="connsiteY4-136" fmla="*/ 1026916 h 1877717"/>
              <a:gd name="connsiteX5-137" fmla="*/ 1026891 w 1892189"/>
              <a:gd name="connsiteY5-138" fmla="*/ 1856693 h 1877717"/>
              <a:gd name="connsiteX6-139" fmla="*/ 865274 w 1892189"/>
              <a:gd name="connsiteY6-140" fmla="*/ 1856668 h 1877717"/>
              <a:gd name="connsiteX7-141" fmla="*/ 35496 w 1892189"/>
              <a:gd name="connsiteY7-142" fmla="*/ 1026890 h 1877717"/>
              <a:gd name="connsiteX8-143" fmla="*/ 35521 w 1892189"/>
              <a:gd name="connsiteY8-144" fmla="*/ 865273 h 1877717"/>
              <a:gd name="connsiteX0-145" fmla="*/ 35521 w 1892189"/>
              <a:gd name="connsiteY0-146" fmla="*/ 865273 h 1877717"/>
              <a:gd name="connsiteX1-147" fmla="*/ 865299 w 1892189"/>
              <a:gd name="connsiteY1-148" fmla="*/ 35495 h 1877717"/>
              <a:gd name="connsiteX2-149" fmla="*/ 1026916 w 1892189"/>
              <a:gd name="connsiteY2-150" fmla="*/ 35520 h 1877717"/>
              <a:gd name="connsiteX3-151" fmla="*/ 1856694 w 1892189"/>
              <a:gd name="connsiteY3-152" fmla="*/ 865298 h 1877717"/>
              <a:gd name="connsiteX4-153" fmla="*/ 1856669 w 1892189"/>
              <a:gd name="connsiteY4-154" fmla="*/ 1026916 h 1877717"/>
              <a:gd name="connsiteX5-155" fmla="*/ 1026891 w 1892189"/>
              <a:gd name="connsiteY5-156" fmla="*/ 1856693 h 1877717"/>
              <a:gd name="connsiteX6-157" fmla="*/ 865274 w 1892189"/>
              <a:gd name="connsiteY6-158" fmla="*/ 1856668 h 1877717"/>
              <a:gd name="connsiteX7-159" fmla="*/ 35496 w 1892189"/>
              <a:gd name="connsiteY7-160" fmla="*/ 1026890 h 1877717"/>
              <a:gd name="connsiteX8-161" fmla="*/ 35521 w 1892189"/>
              <a:gd name="connsiteY8-162" fmla="*/ 865273 h 1877717"/>
              <a:gd name="connsiteX0-163" fmla="*/ 35521 w 1892189"/>
              <a:gd name="connsiteY0-164" fmla="*/ 865273 h 1877728"/>
              <a:gd name="connsiteX1-165" fmla="*/ 865299 w 1892189"/>
              <a:gd name="connsiteY1-166" fmla="*/ 35495 h 1877728"/>
              <a:gd name="connsiteX2-167" fmla="*/ 1026916 w 1892189"/>
              <a:gd name="connsiteY2-168" fmla="*/ 35520 h 1877728"/>
              <a:gd name="connsiteX3-169" fmla="*/ 1856694 w 1892189"/>
              <a:gd name="connsiteY3-170" fmla="*/ 865298 h 1877728"/>
              <a:gd name="connsiteX4-171" fmla="*/ 1856669 w 1892189"/>
              <a:gd name="connsiteY4-172" fmla="*/ 1026916 h 1877728"/>
              <a:gd name="connsiteX5-173" fmla="*/ 1026891 w 1892189"/>
              <a:gd name="connsiteY5-174" fmla="*/ 1856693 h 1877728"/>
              <a:gd name="connsiteX6-175" fmla="*/ 865274 w 1892189"/>
              <a:gd name="connsiteY6-176" fmla="*/ 1856668 h 1877728"/>
              <a:gd name="connsiteX7-177" fmla="*/ 35496 w 1892189"/>
              <a:gd name="connsiteY7-178" fmla="*/ 1026890 h 1877728"/>
              <a:gd name="connsiteX8-179" fmla="*/ 35521 w 1892189"/>
              <a:gd name="connsiteY8-180" fmla="*/ 865273 h 1877728"/>
              <a:gd name="connsiteX0-181" fmla="*/ 35521 w 1892189"/>
              <a:gd name="connsiteY0-182" fmla="*/ 865273 h 1892188"/>
              <a:gd name="connsiteX1-183" fmla="*/ 865299 w 1892189"/>
              <a:gd name="connsiteY1-184" fmla="*/ 35495 h 1892188"/>
              <a:gd name="connsiteX2-185" fmla="*/ 1026916 w 1892189"/>
              <a:gd name="connsiteY2-186" fmla="*/ 35520 h 1892188"/>
              <a:gd name="connsiteX3-187" fmla="*/ 1856694 w 1892189"/>
              <a:gd name="connsiteY3-188" fmla="*/ 865298 h 1892188"/>
              <a:gd name="connsiteX4-189" fmla="*/ 1856669 w 1892189"/>
              <a:gd name="connsiteY4-190" fmla="*/ 1026916 h 1892188"/>
              <a:gd name="connsiteX5-191" fmla="*/ 1026891 w 1892189"/>
              <a:gd name="connsiteY5-192" fmla="*/ 1856693 h 1892188"/>
              <a:gd name="connsiteX6-193" fmla="*/ 865274 w 1892189"/>
              <a:gd name="connsiteY6-194" fmla="*/ 1856668 h 1892188"/>
              <a:gd name="connsiteX7-195" fmla="*/ 35496 w 1892189"/>
              <a:gd name="connsiteY7-196" fmla="*/ 1026890 h 1892188"/>
              <a:gd name="connsiteX8-197" fmla="*/ 35521 w 1892189"/>
              <a:gd name="connsiteY8-198" fmla="*/ 865273 h 1892188"/>
              <a:gd name="connsiteX0-199" fmla="*/ 35521 w 1892189"/>
              <a:gd name="connsiteY0-200" fmla="*/ 865273 h 1892188"/>
              <a:gd name="connsiteX1-201" fmla="*/ 865299 w 1892189"/>
              <a:gd name="connsiteY1-202" fmla="*/ 35495 h 1892188"/>
              <a:gd name="connsiteX2-203" fmla="*/ 1026916 w 1892189"/>
              <a:gd name="connsiteY2-204" fmla="*/ 35520 h 1892188"/>
              <a:gd name="connsiteX3-205" fmla="*/ 1856694 w 1892189"/>
              <a:gd name="connsiteY3-206" fmla="*/ 865298 h 1892188"/>
              <a:gd name="connsiteX4-207" fmla="*/ 1856669 w 1892189"/>
              <a:gd name="connsiteY4-208" fmla="*/ 1026916 h 1892188"/>
              <a:gd name="connsiteX5-209" fmla="*/ 1026891 w 1892189"/>
              <a:gd name="connsiteY5-210" fmla="*/ 1856693 h 1892188"/>
              <a:gd name="connsiteX6-211" fmla="*/ 865274 w 1892189"/>
              <a:gd name="connsiteY6-212" fmla="*/ 1856668 h 1892188"/>
              <a:gd name="connsiteX7-213" fmla="*/ 35496 w 1892189"/>
              <a:gd name="connsiteY7-214" fmla="*/ 1026890 h 1892188"/>
              <a:gd name="connsiteX8-215" fmla="*/ 35521 w 1892189"/>
              <a:gd name="connsiteY8-216" fmla="*/ 865273 h 1892188"/>
              <a:gd name="connsiteX0-217" fmla="*/ 35521 w 1892189"/>
              <a:gd name="connsiteY0-218" fmla="*/ 865273 h 1892188"/>
              <a:gd name="connsiteX1-219" fmla="*/ 865299 w 1892189"/>
              <a:gd name="connsiteY1-220" fmla="*/ 35495 h 1892188"/>
              <a:gd name="connsiteX2-221" fmla="*/ 1026916 w 1892189"/>
              <a:gd name="connsiteY2-222" fmla="*/ 35520 h 1892188"/>
              <a:gd name="connsiteX3-223" fmla="*/ 1856694 w 1892189"/>
              <a:gd name="connsiteY3-224" fmla="*/ 865298 h 1892188"/>
              <a:gd name="connsiteX4-225" fmla="*/ 1856669 w 1892189"/>
              <a:gd name="connsiteY4-226" fmla="*/ 1026916 h 1892188"/>
              <a:gd name="connsiteX5-227" fmla="*/ 1026891 w 1892189"/>
              <a:gd name="connsiteY5-228" fmla="*/ 1856693 h 1892188"/>
              <a:gd name="connsiteX6-229" fmla="*/ 865274 w 1892189"/>
              <a:gd name="connsiteY6-230" fmla="*/ 1856668 h 1892188"/>
              <a:gd name="connsiteX7-231" fmla="*/ 35496 w 1892189"/>
              <a:gd name="connsiteY7-232" fmla="*/ 1026890 h 1892188"/>
              <a:gd name="connsiteX8-233" fmla="*/ 35521 w 1892189"/>
              <a:gd name="connsiteY8-234" fmla="*/ 865273 h 1892188"/>
              <a:gd name="connsiteX0-235" fmla="*/ 35521 w 1892189"/>
              <a:gd name="connsiteY0-236" fmla="*/ 865273 h 1892188"/>
              <a:gd name="connsiteX1-237" fmla="*/ 865299 w 1892189"/>
              <a:gd name="connsiteY1-238" fmla="*/ 35495 h 1892188"/>
              <a:gd name="connsiteX2-239" fmla="*/ 1026916 w 1892189"/>
              <a:gd name="connsiteY2-240" fmla="*/ 35520 h 1892188"/>
              <a:gd name="connsiteX3-241" fmla="*/ 1856694 w 1892189"/>
              <a:gd name="connsiteY3-242" fmla="*/ 865298 h 1892188"/>
              <a:gd name="connsiteX4-243" fmla="*/ 1856669 w 1892189"/>
              <a:gd name="connsiteY4-244" fmla="*/ 1026916 h 1892188"/>
              <a:gd name="connsiteX5-245" fmla="*/ 1026891 w 1892189"/>
              <a:gd name="connsiteY5-246" fmla="*/ 1856693 h 1892188"/>
              <a:gd name="connsiteX6-247" fmla="*/ 865274 w 1892189"/>
              <a:gd name="connsiteY6-248" fmla="*/ 1856668 h 1892188"/>
              <a:gd name="connsiteX7-249" fmla="*/ 35496 w 1892189"/>
              <a:gd name="connsiteY7-250" fmla="*/ 1026890 h 1892188"/>
              <a:gd name="connsiteX8-251" fmla="*/ 35521 w 1892189"/>
              <a:gd name="connsiteY8-252" fmla="*/ 865273 h 18921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892189" h="1892188">
                <a:moveTo>
                  <a:pt x="35521" y="865273"/>
                </a:moveTo>
                <a:cubicBezTo>
                  <a:pt x="35521" y="865273"/>
                  <a:pt x="865299" y="35495"/>
                  <a:pt x="865299" y="35495"/>
                </a:cubicBezTo>
                <a:cubicBezTo>
                  <a:pt x="912643" y="-11849"/>
                  <a:pt x="979572" y="-11824"/>
                  <a:pt x="1026916" y="35520"/>
                </a:cubicBezTo>
                <a:cubicBezTo>
                  <a:pt x="1026916" y="35520"/>
                  <a:pt x="1856694" y="865298"/>
                  <a:pt x="1856694" y="865298"/>
                </a:cubicBezTo>
                <a:cubicBezTo>
                  <a:pt x="1904038" y="912642"/>
                  <a:pt x="1904013" y="979572"/>
                  <a:pt x="1856669" y="1026916"/>
                </a:cubicBezTo>
                <a:cubicBezTo>
                  <a:pt x="1856669" y="1026916"/>
                  <a:pt x="1026891" y="1856693"/>
                  <a:pt x="1026891" y="1856693"/>
                </a:cubicBezTo>
                <a:cubicBezTo>
                  <a:pt x="979547" y="1904037"/>
                  <a:pt x="912618" y="1904011"/>
                  <a:pt x="865274" y="1856668"/>
                </a:cubicBezTo>
                <a:cubicBezTo>
                  <a:pt x="865274" y="1856667"/>
                  <a:pt x="35496" y="1026889"/>
                  <a:pt x="35496" y="1026890"/>
                </a:cubicBezTo>
                <a:cubicBezTo>
                  <a:pt x="-11848" y="979545"/>
                  <a:pt x="-11823" y="912617"/>
                  <a:pt x="35521" y="86527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26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>
            <p:custDataLst>
              <p:tags r:id="rId10"/>
            </p:custDataLst>
          </p:nvPr>
        </p:nvCxnSpPr>
        <p:spPr>
          <a:xfrm>
            <a:off x="740410" y="1534160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11"/>
            </p:custDataLst>
          </p:nvPr>
        </p:nvCxnSpPr>
        <p:spPr>
          <a:xfrm>
            <a:off x="11346815" y="5031105"/>
            <a:ext cx="0" cy="1152525"/>
          </a:xfrm>
          <a:prstGeom prst="line">
            <a:avLst/>
          </a:prstGeom>
          <a:ln w="9525" cap="rnd">
            <a:solidFill>
              <a:schemeClr val="accent1">
                <a:alpha val="35000"/>
              </a:schemeClr>
            </a:solidFill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12"/>
            </p:custDataLst>
          </p:nvPr>
        </p:nvSpPr>
        <p:spPr>
          <a:xfrm>
            <a:off x="1092835" y="2148840"/>
            <a:ext cx="10015220" cy="348615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0" lvl="0" indent="45720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对新业态新模式包容审慎监管，探索特定区域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/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领域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监管沙盒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”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机制，提供安全试错空间。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宣传表彰优秀企业家典型，营造尊重氛围。完善社会信用体系，形成守信激励、失信惩戒机制。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鼓励参与乡村振兴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/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区域协调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(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如万达丹寨扶贫、新希望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“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绿领计划</a:t>
            </a:r>
            <a:r>
              <a:rPr lang="en-US" altLang="zh-CN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”)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。加大合规公益慈善支出的税费激励</a:t>
            </a:r>
            <a:endParaRPr lang="zh-CN" alt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坚实法治保障，护航行稳致远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PART FOUR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​​四、坚实法治保障，护航行稳致远</a:t>
            </a:r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508057" y="2357120"/>
            <a:ext cx="5880735" cy="15481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法治是最好的营商环境，也是企业健康发展的根本保障。应该严格执行保护产权的法律法规，完善涉及经济犯罪案件处置程序，确保各类市场主体产权和企业家合法权益不受侵犯。依法纠正涉产权冤错案件，切实增强企业家的安全感和稳定预期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3507422" y="1917065"/>
            <a:ext cx="5880735" cy="3949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法治护航营商环境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3508057" y="4519295"/>
            <a:ext cx="5880735" cy="15481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规范市场秩序与执法司法，持续推进反不正当竞争，打击侵权假冒，维护公平交易。提升执法司法透明度和规范性，确保对各类企业一视同仁，公正无私地执行法律与政策</a:t>
            </a:r>
            <a:endParaRPr lang="zh-CN" alt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3507422" y="4079240"/>
            <a:ext cx="5880735" cy="39497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zh-CN" altLang="en-US" sz="2000" b="1">
                <a:solidFill>
                  <a:schemeClr val="accent1"/>
                </a:solidFill>
                <a:latin typeface="+mn-ea"/>
                <a:cs typeface="+mn-ea"/>
              </a:rPr>
              <a:t>规范市场秩序，维护公平交易</a:t>
            </a:r>
            <a:endParaRPr lang="zh-CN" altLang="en-US" sz="2000" b="1">
              <a:solidFill>
                <a:schemeClr val="accent1"/>
              </a:solidFill>
              <a:latin typeface="+mn-ea"/>
              <a:cs typeface="+mn-ea"/>
            </a:endParaRPr>
          </a:p>
        </p:txBody>
      </p:sp>
      <p:pic>
        <p:nvPicPr>
          <p:cNvPr id="15" name="图形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1137" y="2012315"/>
            <a:ext cx="439200" cy="439200"/>
          </a:xfrm>
          <a:prstGeom prst="rect">
            <a:avLst/>
          </a:prstGeom>
        </p:spPr>
      </p:pic>
      <p:pic>
        <p:nvPicPr>
          <p:cNvPr id="16" name="图形 1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50502" y="4193540"/>
            <a:ext cx="439200" cy="435446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/>
              <a:t>结语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PART FIVE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7" name="任意多边形: 形状 356"/>
          <p:cNvSpPr/>
          <p:nvPr>
            <p:custDataLst>
              <p:tags r:id="rId1"/>
            </p:custDataLst>
          </p:nvPr>
        </p:nvSpPr>
        <p:spPr>
          <a:xfrm>
            <a:off x="673100" y="180149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ln w="25400">
            <a:noFill/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结语</a:t>
            </a:r>
            <a:endParaRPr lang="zh-CN" altLang="en-US"/>
          </a:p>
        </p:txBody>
      </p:sp>
      <p:sp>
        <p:nvSpPr>
          <p:cNvPr id="11" name="任意多边形: 形状 1388"/>
          <p:cNvSpPr/>
          <p:nvPr>
            <p:custDataLst>
              <p:tags r:id="rId3"/>
            </p:custDataLst>
          </p:nvPr>
        </p:nvSpPr>
        <p:spPr>
          <a:xfrm>
            <a:off x="673100" y="1717675"/>
            <a:ext cx="10904220" cy="4562475"/>
          </a:xfrm>
          <a:custGeom>
            <a:avLst/>
            <a:gdLst>
              <a:gd name="connsiteX0" fmla="*/ 4515326 w 4682585"/>
              <a:gd name="connsiteY0" fmla="*/ 1881473 h 2174272"/>
              <a:gd name="connsiteX1" fmla="*/ 4515326 w 4682585"/>
              <a:gd name="connsiteY1" fmla="*/ 2028063 h 2174272"/>
              <a:gd name="connsiteX2" fmla="*/ 4673060 w 4682585"/>
              <a:gd name="connsiteY2" fmla="*/ 2028063 h 2174272"/>
              <a:gd name="connsiteX3" fmla="*/ 4673060 w 4682585"/>
              <a:gd name="connsiteY3" fmla="*/ 1881473 h 2174272"/>
              <a:gd name="connsiteX4" fmla="*/ 4348068 w 4682585"/>
              <a:gd name="connsiteY4" fmla="*/ 1881473 h 2174272"/>
              <a:gd name="connsiteX5" fmla="*/ 4348068 w 4682585"/>
              <a:gd name="connsiteY5" fmla="*/ 2028063 h 2174272"/>
              <a:gd name="connsiteX6" fmla="*/ 4505801 w 4682585"/>
              <a:gd name="connsiteY6" fmla="*/ 2028063 h 2174272"/>
              <a:gd name="connsiteX7" fmla="*/ 4505801 w 4682585"/>
              <a:gd name="connsiteY7" fmla="*/ 1881473 h 2174272"/>
              <a:gd name="connsiteX8" fmla="*/ 4180809 w 4682585"/>
              <a:gd name="connsiteY8" fmla="*/ 1881473 h 2174272"/>
              <a:gd name="connsiteX9" fmla="*/ 4180809 w 4682585"/>
              <a:gd name="connsiteY9" fmla="*/ 2028063 h 2174272"/>
              <a:gd name="connsiteX10" fmla="*/ 4338543 w 4682585"/>
              <a:gd name="connsiteY10" fmla="*/ 2028063 h 2174272"/>
              <a:gd name="connsiteX11" fmla="*/ 4338543 w 4682585"/>
              <a:gd name="connsiteY11" fmla="*/ 1881473 h 2174272"/>
              <a:gd name="connsiteX12" fmla="*/ 4013550 w 4682585"/>
              <a:gd name="connsiteY12" fmla="*/ 1881473 h 2174272"/>
              <a:gd name="connsiteX13" fmla="*/ 4013550 w 4682585"/>
              <a:gd name="connsiteY13" fmla="*/ 2028063 h 2174272"/>
              <a:gd name="connsiteX14" fmla="*/ 4171284 w 4682585"/>
              <a:gd name="connsiteY14" fmla="*/ 2028063 h 2174272"/>
              <a:gd name="connsiteX15" fmla="*/ 4171284 w 4682585"/>
              <a:gd name="connsiteY15" fmla="*/ 1881473 h 2174272"/>
              <a:gd name="connsiteX16" fmla="*/ 3846291 w 4682585"/>
              <a:gd name="connsiteY16" fmla="*/ 1881473 h 2174272"/>
              <a:gd name="connsiteX17" fmla="*/ 3846291 w 4682585"/>
              <a:gd name="connsiteY17" fmla="*/ 2028063 h 2174272"/>
              <a:gd name="connsiteX18" fmla="*/ 4004025 w 4682585"/>
              <a:gd name="connsiteY18" fmla="*/ 2028063 h 2174272"/>
              <a:gd name="connsiteX19" fmla="*/ 4004025 w 4682585"/>
              <a:gd name="connsiteY19" fmla="*/ 1881473 h 2174272"/>
              <a:gd name="connsiteX20" fmla="*/ 3678936 w 4682585"/>
              <a:gd name="connsiteY20" fmla="*/ 1881473 h 2174272"/>
              <a:gd name="connsiteX21" fmla="*/ 3678936 w 4682585"/>
              <a:gd name="connsiteY21" fmla="*/ 2028063 h 2174272"/>
              <a:gd name="connsiteX22" fmla="*/ 3836766 w 4682585"/>
              <a:gd name="connsiteY22" fmla="*/ 2028063 h 2174272"/>
              <a:gd name="connsiteX23" fmla="*/ 3836766 w 4682585"/>
              <a:gd name="connsiteY23" fmla="*/ 1881473 h 2174272"/>
              <a:gd name="connsiteX24" fmla="*/ 3511677 w 4682585"/>
              <a:gd name="connsiteY24" fmla="*/ 1881473 h 2174272"/>
              <a:gd name="connsiteX25" fmla="*/ 3511677 w 4682585"/>
              <a:gd name="connsiteY25" fmla="*/ 2028063 h 2174272"/>
              <a:gd name="connsiteX26" fmla="*/ 3669411 w 4682585"/>
              <a:gd name="connsiteY26" fmla="*/ 2028063 h 2174272"/>
              <a:gd name="connsiteX27" fmla="*/ 3669411 w 4682585"/>
              <a:gd name="connsiteY27" fmla="*/ 1881473 h 2174272"/>
              <a:gd name="connsiteX28" fmla="*/ 3344418 w 4682585"/>
              <a:gd name="connsiteY28" fmla="*/ 1881473 h 2174272"/>
              <a:gd name="connsiteX29" fmla="*/ 3344418 w 4682585"/>
              <a:gd name="connsiteY29" fmla="*/ 2028063 h 2174272"/>
              <a:gd name="connsiteX30" fmla="*/ 3502152 w 4682585"/>
              <a:gd name="connsiteY30" fmla="*/ 2028063 h 2174272"/>
              <a:gd name="connsiteX31" fmla="*/ 3502152 w 4682585"/>
              <a:gd name="connsiteY31" fmla="*/ 1881473 h 2174272"/>
              <a:gd name="connsiteX32" fmla="*/ 3177159 w 4682585"/>
              <a:gd name="connsiteY32" fmla="*/ 1881473 h 2174272"/>
              <a:gd name="connsiteX33" fmla="*/ 3177159 w 4682585"/>
              <a:gd name="connsiteY33" fmla="*/ 2028063 h 2174272"/>
              <a:gd name="connsiteX34" fmla="*/ 3334893 w 4682585"/>
              <a:gd name="connsiteY34" fmla="*/ 2028063 h 2174272"/>
              <a:gd name="connsiteX35" fmla="*/ 3334893 w 4682585"/>
              <a:gd name="connsiteY35" fmla="*/ 1881473 h 2174272"/>
              <a:gd name="connsiteX36" fmla="*/ 3009900 w 4682585"/>
              <a:gd name="connsiteY36" fmla="*/ 1881473 h 2174272"/>
              <a:gd name="connsiteX37" fmla="*/ 3009900 w 4682585"/>
              <a:gd name="connsiteY37" fmla="*/ 2028063 h 2174272"/>
              <a:gd name="connsiteX38" fmla="*/ 3167634 w 4682585"/>
              <a:gd name="connsiteY38" fmla="*/ 2028063 h 2174272"/>
              <a:gd name="connsiteX39" fmla="*/ 3167634 w 4682585"/>
              <a:gd name="connsiteY39" fmla="*/ 1881473 h 2174272"/>
              <a:gd name="connsiteX40" fmla="*/ 2842641 w 4682585"/>
              <a:gd name="connsiteY40" fmla="*/ 1881473 h 2174272"/>
              <a:gd name="connsiteX41" fmla="*/ 2842641 w 4682585"/>
              <a:gd name="connsiteY41" fmla="*/ 2028063 h 2174272"/>
              <a:gd name="connsiteX42" fmla="*/ 3000375 w 4682585"/>
              <a:gd name="connsiteY42" fmla="*/ 2028063 h 2174272"/>
              <a:gd name="connsiteX43" fmla="*/ 3000375 w 4682585"/>
              <a:gd name="connsiteY43" fmla="*/ 1881473 h 2174272"/>
              <a:gd name="connsiteX44" fmla="*/ 2675382 w 4682585"/>
              <a:gd name="connsiteY44" fmla="*/ 1881473 h 2174272"/>
              <a:gd name="connsiteX45" fmla="*/ 2675382 w 4682585"/>
              <a:gd name="connsiteY45" fmla="*/ 2028063 h 2174272"/>
              <a:gd name="connsiteX46" fmla="*/ 2833116 w 4682585"/>
              <a:gd name="connsiteY46" fmla="*/ 2028063 h 2174272"/>
              <a:gd name="connsiteX47" fmla="*/ 2833116 w 4682585"/>
              <a:gd name="connsiteY47" fmla="*/ 1881473 h 2174272"/>
              <a:gd name="connsiteX48" fmla="*/ 2508123 w 4682585"/>
              <a:gd name="connsiteY48" fmla="*/ 1881473 h 2174272"/>
              <a:gd name="connsiteX49" fmla="*/ 2508123 w 4682585"/>
              <a:gd name="connsiteY49" fmla="*/ 2028063 h 2174272"/>
              <a:gd name="connsiteX50" fmla="*/ 2665857 w 4682585"/>
              <a:gd name="connsiteY50" fmla="*/ 2028063 h 2174272"/>
              <a:gd name="connsiteX51" fmla="*/ 2665857 w 4682585"/>
              <a:gd name="connsiteY51" fmla="*/ 1881473 h 2174272"/>
              <a:gd name="connsiteX52" fmla="*/ 2340864 w 4682585"/>
              <a:gd name="connsiteY52" fmla="*/ 1881473 h 2174272"/>
              <a:gd name="connsiteX53" fmla="*/ 2340864 w 4682585"/>
              <a:gd name="connsiteY53" fmla="*/ 2028063 h 2174272"/>
              <a:gd name="connsiteX54" fmla="*/ 2498598 w 4682585"/>
              <a:gd name="connsiteY54" fmla="*/ 2028063 h 2174272"/>
              <a:gd name="connsiteX55" fmla="*/ 2498598 w 4682585"/>
              <a:gd name="connsiteY55" fmla="*/ 1881473 h 2174272"/>
              <a:gd name="connsiteX56" fmla="*/ 2173510 w 4682585"/>
              <a:gd name="connsiteY56" fmla="*/ 1881473 h 2174272"/>
              <a:gd name="connsiteX57" fmla="*/ 2173510 w 4682585"/>
              <a:gd name="connsiteY57" fmla="*/ 2028063 h 2174272"/>
              <a:gd name="connsiteX58" fmla="*/ 2331339 w 4682585"/>
              <a:gd name="connsiteY58" fmla="*/ 2028063 h 2174272"/>
              <a:gd name="connsiteX59" fmla="*/ 2331339 w 4682585"/>
              <a:gd name="connsiteY59" fmla="*/ 1881473 h 2174272"/>
              <a:gd name="connsiteX60" fmla="*/ 2006251 w 4682585"/>
              <a:gd name="connsiteY60" fmla="*/ 1881473 h 2174272"/>
              <a:gd name="connsiteX61" fmla="*/ 2006251 w 4682585"/>
              <a:gd name="connsiteY61" fmla="*/ 2028063 h 2174272"/>
              <a:gd name="connsiteX62" fmla="*/ 2163985 w 4682585"/>
              <a:gd name="connsiteY62" fmla="*/ 2028063 h 2174272"/>
              <a:gd name="connsiteX63" fmla="*/ 2163985 w 4682585"/>
              <a:gd name="connsiteY63" fmla="*/ 1881473 h 2174272"/>
              <a:gd name="connsiteX64" fmla="*/ 1838992 w 4682585"/>
              <a:gd name="connsiteY64" fmla="*/ 1881473 h 2174272"/>
              <a:gd name="connsiteX65" fmla="*/ 1838992 w 4682585"/>
              <a:gd name="connsiteY65" fmla="*/ 2028063 h 2174272"/>
              <a:gd name="connsiteX66" fmla="*/ 1996726 w 4682585"/>
              <a:gd name="connsiteY66" fmla="*/ 2028063 h 2174272"/>
              <a:gd name="connsiteX67" fmla="*/ 1996726 w 4682585"/>
              <a:gd name="connsiteY67" fmla="*/ 1881473 h 2174272"/>
              <a:gd name="connsiteX68" fmla="*/ 1671733 w 4682585"/>
              <a:gd name="connsiteY68" fmla="*/ 1881473 h 2174272"/>
              <a:gd name="connsiteX69" fmla="*/ 1671733 w 4682585"/>
              <a:gd name="connsiteY69" fmla="*/ 2028063 h 2174272"/>
              <a:gd name="connsiteX70" fmla="*/ 1829467 w 4682585"/>
              <a:gd name="connsiteY70" fmla="*/ 2028063 h 2174272"/>
              <a:gd name="connsiteX71" fmla="*/ 1829467 w 4682585"/>
              <a:gd name="connsiteY71" fmla="*/ 1881473 h 2174272"/>
              <a:gd name="connsiteX72" fmla="*/ 1504474 w 4682585"/>
              <a:gd name="connsiteY72" fmla="*/ 1881473 h 2174272"/>
              <a:gd name="connsiteX73" fmla="*/ 1504474 w 4682585"/>
              <a:gd name="connsiteY73" fmla="*/ 2028063 h 2174272"/>
              <a:gd name="connsiteX74" fmla="*/ 1662208 w 4682585"/>
              <a:gd name="connsiteY74" fmla="*/ 2028063 h 2174272"/>
              <a:gd name="connsiteX75" fmla="*/ 1662208 w 4682585"/>
              <a:gd name="connsiteY75" fmla="*/ 1881473 h 2174272"/>
              <a:gd name="connsiteX76" fmla="*/ 1337215 w 4682585"/>
              <a:gd name="connsiteY76" fmla="*/ 1881473 h 2174272"/>
              <a:gd name="connsiteX77" fmla="*/ 1337215 w 4682585"/>
              <a:gd name="connsiteY77" fmla="*/ 2028063 h 2174272"/>
              <a:gd name="connsiteX78" fmla="*/ 1494949 w 4682585"/>
              <a:gd name="connsiteY78" fmla="*/ 2028063 h 2174272"/>
              <a:gd name="connsiteX79" fmla="*/ 1494949 w 4682585"/>
              <a:gd name="connsiteY79" fmla="*/ 1881473 h 2174272"/>
              <a:gd name="connsiteX80" fmla="*/ 1169956 w 4682585"/>
              <a:gd name="connsiteY80" fmla="*/ 1881473 h 2174272"/>
              <a:gd name="connsiteX81" fmla="*/ 1169956 w 4682585"/>
              <a:gd name="connsiteY81" fmla="*/ 2028063 h 2174272"/>
              <a:gd name="connsiteX82" fmla="*/ 1327690 w 4682585"/>
              <a:gd name="connsiteY82" fmla="*/ 2028063 h 2174272"/>
              <a:gd name="connsiteX83" fmla="*/ 1327690 w 4682585"/>
              <a:gd name="connsiteY83" fmla="*/ 1881473 h 2174272"/>
              <a:gd name="connsiteX84" fmla="*/ 1002697 w 4682585"/>
              <a:gd name="connsiteY84" fmla="*/ 1881473 h 2174272"/>
              <a:gd name="connsiteX85" fmla="*/ 1002697 w 4682585"/>
              <a:gd name="connsiteY85" fmla="*/ 2028063 h 2174272"/>
              <a:gd name="connsiteX86" fmla="*/ 1160431 w 4682585"/>
              <a:gd name="connsiteY86" fmla="*/ 2028063 h 2174272"/>
              <a:gd name="connsiteX87" fmla="*/ 1160431 w 4682585"/>
              <a:gd name="connsiteY87" fmla="*/ 1881473 h 2174272"/>
              <a:gd name="connsiteX88" fmla="*/ 835438 w 4682585"/>
              <a:gd name="connsiteY88" fmla="*/ 1881473 h 2174272"/>
              <a:gd name="connsiteX89" fmla="*/ 835438 w 4682585"/>
              <a:gd name="connsiteY89" fmla="*/ 2028063 h 2174272"/>
              <a:gd name="connsiteX90" fmla="*/ 993172 w 4682585"/>
              <a:gd name="connsiteY90" fmla="*/ 2028063 h 2174272"/>
              <a:gd name="connsiteX91" fmla="*/ 993172 w 4682585"/>
              <a:gd name="connsiteY91" fmla="*/ 1881473 h 2174272"/>
              <a:gd name="connsiteX92" fmla="*/ 668179 w 4682585"/>
              <a:gd name="connsiteY92" fmla="*/ 1881473 h 2174272"/>
              <a:gd name="connsiteX93" fmla="*/ 668179 w 4682585"/>
              <a:gd name="connsiteY93" fmla="*/ 2028063 h 2174272"/>
              <a:gd name="connsiteX94" fmla="*/ 825913 w 4682585"/>
              <a:gd name="connsiteY94" fmla="*/ 2028063 h 2174272"/>
              <a:gd name="connsiteX95" fmla="*/ 825913 w 4682585"/>
              <a:gd name="connsiteY95" fmla="*/ 1881473 h 2174272"/>
              <a:gd name="connsiteX96" fmla="*/ 500920 w 4682585"/>
              <a:gd name="connsiteY96" fmla="*/ 1881473 h 2174272"/>
              <a:gd name="connsiteX97" fmla="*/ 500920 w 4682585"/>
              <a:gd name="connsiteY97" fmla="*/ 2028063 h 2174272"/>
              <a:gd name="connsiteX98" fmla="*/ 658654 w 4682585"/>
              <a:gd name="connsiteY98" fmla="*/ 2028063 h 2174272"/>
              <a:gd name="connsiteX99" fmla="*/ 658654 w 4682585"/>
              <a:gd name="connsiteY99" fmla="*/ 1881473 h 2174272"/>
              <a:gd name="connsiteX100" fmla="*/ 333566 w 4682585"/>
              <a:gd name="connsiteY100" fmla="*/ 1881473 h 2174272"/>
              <a:gd name="connsiteX101" fmla="*/ 333566 w 4682585"/>
              <a:gd name="connsiteY101" fmla="*/ 2028063 h 2174272"/>
              <a:gd name="connsiteX102" fmla="*/ 491395 w 4682585"/>
              <a:gd name="connsiteY102" fmla="*/ 2028063 h 2174272"/>
              <a:gd name="connsiteX103" fmla="*/ 491395 w 4682585"/>
              <a:gd name="connsiteY103" fmla="*/ 1881473 h 2174272"/>
              <a:gd name="connsiteX104" fmla="*/ 166307 w 4682585"/>
              <a:gd name="connsiteY104" fmla="*/ 1881473 h 2174272"/>
              <a:gd name="connsiteX105" fmla="*/ 166307 w 4682585"/>
              <a:gd name="connsiteY105" fmla="*/ 2028063 h 2174272"/>
              <a:gd name="connsiteX106" fmla="*/ 324041 w 4682585"/>
              <a:gd name="connsiteY106" fmla="*/ 2028063 h 2174272"/>
              <a:gd name="connsiteX107" fmla="*/ 324041 w 4682585"/>
              <a:gd name="connsiteY107" fmla="*/ 1881473 h 2174272"/>
              <a:gd name="connsiteX108" fmla="*/ 9525 w 4682585"/>
              <a:gd name="connsiteY108" fmla="*/ 1881473 h 2174272"/>
              <a:gd name="connsiteX109" fmla="*/ 9525 w 4682585"/>
              <a:gd name="connsiteY109" fmla="*/ 2028063 h 2174272"/>
              <a:gd name="connsiteX110" fmla="*/ 156782 w 4682585"/>
              <a:gd name="connsiteY110" fmla="*/ 2028063 h 2174272"/>
              <a:gd name="connsiteX111" fmla="*/ 156782 w 4682585"/>
              <a:gd name="connsiteY111" fmla="*/ 1881473 h 2174272"/>
              <a:gd name="connsiteX112" fmla="*/ 4515326 w 4682585"/>
              <a:gd name="connsiteY112" fmla="*/ 1725358 h 2174272"/>
              <a:gd name="connsiteX113" fmla="*/ 4515326 w 4682585"/>
              <a:gd name="connsiteY113" fmla="*/ 1871948 h 2174272"/>
              <a:gd name="connsiteX114" fmla="*/ 4673060 w 4682585"/>
              <a:gd name="connsiteY114" fmla="*/ 1871948 h 2174272"/>
              <a:gd name="connsiteX115" fmla="*/ 4673060 w 4682585"/>
              <a:gd name="connsiteY115" fmla="*/ 1725358 h 2174272"/>
              <a:gd name="connsiteX116" fmla="*/ 4348068 w 4682585"/>
              <a:gd name="connsiteY116" fmla="*/ 1725358 h 2174272"/>
              <a:gd name="connsiteX117" fmla="*/ 4348068 w 4682585"/>
              <a:gd name="connsiteY117" fmla="*/ 1871948 h 2174272"/>
              <a:gd name="connsiteX118" fmla="*/ 4505801 w 4682585"/>
              <a:gd name="connsiteY118" fmla="*/ 1871948 h 2174272"/>
              <a:gd name="connsiteX119" fmla="*/ 4505801 w 4682585"/>
              <a:gd name="connsiteY119" fmla="*/ 1725358 h 2174272"/>
              <a:gd name="connsiteX120" fmla="*/ 4180809 w 4682585"/>
              <a:gd name="connsiteY120" fmla="*/ 1725358 h 2174272"/>
              <a:gd name="connsiteX121" fmla="*/ 4180809 w 4682585"/>
              <a:gd name="connsiteY121" fmla="*/ 1871948 h 2174272"/>
              <a:gd name="connsiteX122" fmla="*/ 4338543 w 4682585"/>
              <a:gd name="connsiteY122" fmla="*/ 1871948 h 2174272"/>
              <a:gd name="connsiteX123" fmla="*/ 4338543 w 4682585"/>
              <a:gd name="connsiteY123" fmla="*/ 1725358 h 2174272"/>
              <a:gd name="connsiteX124" fmla="*/ 4013550 w 4682585"/>
              <a:gd name="connsiteY124" fmla="*/ 1725358 h 2174272"/>
              <a:gd name="connsiteX125" fmla="*/ 4013550 w 4682585"/>
              <a:gd name="connsiteY125" fmla="*/ 1871948 h 2174272"/>
              <a:gd name="connsiteX126" fmla="*/ 4171284 w 4682585"/>
              <a:gd name="connsiteY126" fmla="*/ 1871948 h 2174272"/>
              <a:gd name="connsiteX127" fmla="*/ 4171284 w 4682585"/>
              <a:gd name="connsiteY127" fmla="*/ 1725358 h 2174272"/>
              <a:gd name="connsiteX128" fmla="*/ 3846291 w 4682585"/>
              <a:gd name="connsiteY128" fmla="*/ 1725358 h 2174272"/>
              <a:gd name="connsiteX129" fmla="*/ 3846291 w 4682585"/>
              <a:gd name="connsiteY129" fmla="*/ 1871948 h 2174272"/>
              <a:gd name="connsiteX130" fmla="*/ 4004025 w 4682585"/>
              <a:gd name="connsiteY130" fmla="*/ 1871948 h 2174272"/>
              <a:gd name="connsiteX131" fmla="*/ 4004025 w 4682585"/>
              <a:gd name="connsiteY131" fmla="*/ 1725358 h 2174272"/>
              <a:gd name="connsiteX132" fmla="*/ 3678936 w 4682585"/>
              <a:gd name="connsiteY132" fmla="*/ 1725358 h 2174272"/>
              <a:gd name="connsiteX133" fmla="*/ 3678936 w 4682585"/>
              <a:gd name="connsiteY133" fmla="*/ 1871948 h 2174272"/>
              <a:gd name="connsiteX134" fmla="*/ 3836766 w 4682585"/>
              <a:gd name="connsiteY134" fmla="*/ 1871948 h 2174272"/>
              <a:gd name="connsiteX135" fmla="*/ 3836766 w 4682585"/>
              <a:gd name="connsiteY135" fmla="*/ 1725358 h 2174272"/>
              <a:gd name="connsiteX136" fmla="*/ 3511677 w 4682585"/>
              <a:gd name="connsiteY136" fmla="*/ 1725358 h 2174272"/>
              <a:gd name="connsiteX137" fmla="*/ 3511677 w 4682585"/>
              <a:gd name="connsiteY137" fmla="*/ 1871948 h 2174272"/>
              <a:gd name="connsiteX138" fmla="*/ 3669411 w 4682585"/>
              <a:gd name="connsiteY138" fmla="*/ 1871948 h 2174272"/>
              <a:gd name="connsiteX139" fmla="*/ 3669411 w 4682585"/>
              <a:gd name="connsiteY139" fmla="*/ 1725358 h 2174272"/>
              <a:gd name="connsiteX140" fmla="*/ 3344418 w 4682585"/>
              <a:gd name="connsiteY140" fmla="*/ 1725358 h 2174272"/>
              <a:gd name="connsiteX141" fmla="*/ 3344418 w 4682585"/>
              <a:gd name="connsiteY141" fmla="*/ 1871948 h 2174272"/>
              <a:gd name="connsiteX142" fmla="*/ 3502152 w 4682585"/>
              <a:gd name="connsiteY142" fmla="*/ 1871948 h 2174272"/>
              <a:gd name="connsiteX143" fmla="*/ 3502152 w 4682585"/>
              <a:gd name="connsiteY143" fmla="*/ 1725358 h 2174272"/>
              <a:gd name="connsiteX144" fmla="*/ 3177159 w 4682585"/>
              <a:gd name="connsiteY144" fmla="*/ 1725358 h 2174272"/>
              <a:gd name="connsiteX145" fmla="*/ 3177159 w 4682585"/>
              <a:gd name="connsiteY145" fmla="*/ 1871948 h 2174272"/>
              <a:gd name="connsiteX146" fmla="*/ 3334893 w 4682585"/>
              <a:gd name="connsiteY146" fmla="*/ 1871948 h 2174272"/>
              <a:gd name="connsiteX147" fmla="*/ 3334893 w 4682585"/>
              <a:gd name="connsiteY147" fmla="*/ 1725358 h 2174272"/>
              <a:gd name="connsiteX148" fmla="*/ 3009900 w 4682585"/>
              <a:gd name="connsiteY148" fmla="*/ 1725358 h 2174272"/>
              <a:gd name="connsiteX149" fmla="*/ 3009900 w 4682585"/>
              <a:gd name="connsiteY149" fmla="*/ 1871948 h 2174272"/>
              <a:gd name="connsiteX150" fmla="*/ 3167634 w 4682585"/>
              <a:gd name="connsiteY150" fmla="*/ 1871948 h 2174272"/>
              <a:gd name="connsiteX151" fmla="*/ 3167634 w 4682585"/>
              <a:gd name="connsiteY151" fmla="*/ 1725358 h 2174272"/>
              <a:gd name="connsiteX152" fmla="*/ 2842641 w 4682585"/>
              <a:gd name="connsiteY152" fmla="*/ 1725358 h 2174272"/>
              <a:gd name="connsiteX153" fmla="*/ 2842641 w 4682585"/>
              <a:gd name="connsiteY153" fmla="*/ 1871948 h 2174272"/>
              <a:gd name="connsiteX154" fmla="*/ 3000375 w 4682585"/>
              <a:gd name="connsiteY154" fmla="*/ 1871948 h 2174272"/>
              <a:gd name="connsiteX155" fmla="*/ 3000375 w 4682585"/>
              <a:gd name="connsiteY155" fmla="*/ 1725358 h 2174272"/>
              <a:gd name="connsiteX156" fmla="*/ 2675382 w 4682585"/>
              <a:gd name="connsiteY156" fmla="*/ 1725358 h 2174272"/>
              <a:gd name="connsiteX157" fmla="*/ 2675382 w 4682585"/>
              <a:gd name="connsiteY157" fmla="*/ 1871948 h 2174272"/>
              <a:gd name="connsiteX158" fmla="*/ 2833116 w 4682585"/>
              <a:gd name="connsiteY158" fmla="*/ 1871948 h 2174272"/>
              <a:gd name="connsiteX159" fmla="*/ 2833116 w 4682585"/>
              <a:gd name="connsiteY159" fmla="*/ 1725358 h 2174272"/>
              <a:gd name="connsiteX160" fmla="*/ 2508123 w 4682585"/>
              <a:gd name="connsiteY160" fmla="*/ 1725358 h 2174272"/>
              <a:gd name="connsiteX161" fmla="*/ 2508123 w 4682585"/>
              <a:gd name="connsiteY161" fmla="*/ 1871948 h 2174272"/>
              <a:gd name="connsiteX162" fmla="*/ 2665857 w 4682585"/>
              <a:gd name="connsiteY162" fmla="*/ 1871948 h 2174272"/>
              <a:gd name="connsiteX163" fmla="*/ 2665857 w 4682585"/>
              <a:gd name="connsiteY163" fmla="*/ 1725358 h 2174272"/>
              <a:gd name="connsiteX164" fmla="*/ 2340864 w 4682585"/>
              <a:gd name="connsiteY164" fmla="*/ 1725358 h 2174272"/>
              <a:gd name="connsiteX165" fmla="*/ 2340864 w 4682585"/>
              <a:gd name="connsiteY165" fmla="*/ 1871948 h 2174272"/>
              <a:gd name="connsiteX166" fmla="*/ 2498598 w 4682585"/>
              <a:gd name="connsiteY166" fmla="*/ 1871948 h 2174272"/>
              <a:gd name="connsiteX167" fmla="*/ 2498598 w 4682585"/>
              <a:gd name="connsiteY167" fmla="*/ 1725358 h 2174272"/>
              <a:gd name="connsiteX168" fmla="*/ 2173510 w 4682585"/>
              <a:gd name="connsiteY168" fmla="*/ 1725358 h 2174272"/>
              <a:gd name="connsiteX169" fmla="*/ 2173510 w 4682585"/>
              <a:gd name="connsiteY169" fmla="*/ 1871948 h 2174272"/>
              <a:gd name="connsiteX170" fmla="*/ 2331339 w 4682585"/>
              <a:gd name="connsiteY170" fmla="*/ 1871948 h 2174272"/>
              <a:gd name="connsiteX171" fmla="*/ 2331339 w 4682585"/>
              <a:gd name="connsiteY171" fmla="*/ 1725358 h 2174272"/>
              <a:gd name="connsiteX172" fmla="*/ 2006251 w 4682585"/>
              <a:gd name="connsiteY172" fmla="*/ 1725358 h 2174272"/>
              <a:gd name="connsiteX173" fmla="*/ 2006251 w 4682585"/>
              <a:gd name="connsiteY173" fmla="*/ 1871948 h 2174272"/>
              <a:gd name="connsiteX174" fmla="*/ 2163985 w 4682585"/>
              <a:gd name="connsiteY174" fmla="*/ 1871948 h 2174272"/>
              <a:gd name="connsiteX175" fmla="*/ 2163985 w 4682585"/>
              <a:gd name="connsiteY175" fmla="*/ 1725358 h 2174272"/>
              <a:gd name="connsiteX176" fmla="*/ 1838992 w 4682585"/>
              <a:gd name="connsiteY176" fmla="*/ 1725358 h 2174272"/>
              <a:gd name="connsiteX177" fmla="*/ 1838992 w 4682585"/>
              <a:gd name="connsiteY177" fmla="*/ 1871948 h 2174272"/>
              <a:gd name="connsiteX178" fmla="*/ 1996726 w 4682585"/>
              <a:gd name="connsiteY178" fmla="*/ 1871948 h 2174272"/>
              <a:gd name="connsiteX179" fmla="*/ 1996726 w 4682585"/>
              <a:gd name="connsiteY179" fmla="*/ 1725358 h 2174272"/>
              <a:gd name="connsiteX180" fmla="*/ 1671733 w 4682585"/>
              <a:gd name="connsiteY180" fmla="*/ 1725358 h 2174272"/>
              <a:gd name="connsiteX181" fmla="*/ 1671733 w 4682585"/>
              <a:gd name="connsiteY181" fmla="*/ 1871948 h 2174272"/>
              <a:gd name="connsiteX182" fmla="*/ 1829467 w 4682585"/>
              <a:gd name="connsiteY182" fmla="*/ 1871948 h 2174272"/>
              <a:gd name="connsiteX183" fmla="*/ 1829467 w 4682585"/>
              <a:gd name="connsiteY183" fmla="*/ 1725358 h 2174272"/>
              <a:gd name="connsiteX184" fmla="*/ 1504474 w 4682585"/>
              <a:gd name="connsiteY184" fmla="*/ 1725358 h 2174272"/>
              <a:gd name="connsiteX185" fmla="*/ 1504474 w 4682585"/>
              <a:gd name="connsiteY185" fmla="*/ 1871948 h 2174272"/>
              <a:gd name="connsiteX186" fmla="*/ 1662208 w 4682585"/>
              <a:gd name="connsiteY186" fmla="*/ 1871948 h 2174272"/>
              <a:gd name="connsiteX187" fmla="*/ 1662208 w 4682585"/>
              <a:gd name="connsiteY187" fmla="*/ 1725358 h 2174272"/>
              <a:gd name="connsiteX188" fmla="*/ 1337215 w 4682585"/>
              <a:gd name="connsiteY188" fmla="*/ 1725358 h 2174272"/>
              <a:gd name="connsiteX189" fmla="*/ 1337215 w 4682585"/>
              <a:gd name="connsiteY189" fmla="*/ 1871948 h 2174272"/>
              <a:gd name="connsiteX190" fmla="*/ 1494949 w 4682585"/>
              <a:gd name="connsiteY190" fmla="*/ 1871948 h 2174272"/>
              <a:gd name="connsiteX191" fmla="*/ 1494949 w 4682585"/>
              <a:gd name="connsiteY191" fmla="*/ 1725358 h 2174272"/>
              <a:gd name="connsiteX192" fmla="*/ 1169956 w 4682585"/>
              <a:gd name="connsiteY192" fmla="*/ 1725358 h 2174272"/>
              <a:gd name="connsiteX193" fmla="*/ 1169956 w 4682585"/>
              <a:gd name="connsiteY193" fmla="*/ 1871948 h 2174272"/>
              <a:gd name="connsiteX194" fmla="*/ 1327690 w 4682585"/>
              <a:gd name="connsiteY194" fmla="*/ 1871948 h 2174272"/>
              <a:gd name="connsiteX195" fmla="*/ 1327690 w 4682585"/>
              <a:gd name="connsiteY195" fmla="*/ 1725358 h 2174272"/>
              <a:gd name="connsiteX196" fmla="*/ 1002697 w 4682585"/>
              <a:gd name="connsiteY196" fmla="*/ 1725358 h 2174272"/>
              <a:gd name="connsiteX197" fmla="*/ 1002697 w 4682585"/>
              <a:gd name="connsiteY197" fmla="*/ 1871948 h 2174272"/>
              <a:gd name="connsiteX198" fmla="*/ 1160431 w 4682585"/>
              <a:gd name="connsiteY198" fmla="*/ 1871948 h 2174272"/>
              <a:gd name="connsiteX199" fmla="*/ 1160431 w 4682585"/>
              <a:gd name="connsiteY199" fmla="*/ 1725358 h 2174272"/>
              <a:gd name="connsiteX200" fmla="*/ 835438 w 4682585"/>
              <a:gd name="connsiteY200" fmla="*/ 1725358 h 2174272"/>
              <a:gd name="connsiteX201" fmla="*/ 835438 w 4682585"/>
              <a:gd name="connsiteY201" fmla="*/ 1871948 h 2174272"/>
              <a:gd name="connsiteX202" fmla="*/ 993172 w 4682585"/>
              <a:gd name="connsiteY202" fmla="*/ 1871948 h 2174272"/>
              <a:gd name="connsiteX203" fmla="*/ 993172 w 4682585"/>
              <a:gd name="connsiteY203" fmla="*/ 1725358 h 2174272"/>
              <a:gd name="connsiteX204" fmla="*/ 668179 w 4682585"/>
              <a:gd name="connsiteY204" fmla="*/ 1725358 h 2174272"/>
              <a:gd name="connsiteX205" fmla="*/ 668179 w 4682585"/>
              <a:gd name="connsiteY205" fmla="*/ 1871948 h 2174272"/>
              <a:gd name="connsiteX206" fmla="*/ 825913 w 4682585"/>
              <a:gd name="connsiteY206" fmla="*/ 1871948 h 2174272"/>
              <a:gd name="connsiteX207" fmla="*/ 825913 w 4682585"/>
              <a:gd name="connsiteY207" fmla="*/ 1725358 h 2174272"/>
              <a:gd name="connsiteX208" fmla="*/ 500920 w 4682585"/>
              <a:gd name="connsiteY208" fmla="*/ 1725358 h 2174272"/>
              <a:gd name="connsiteX209" fmla="*/ 500920 w 4682585"/>
              <a:gd name="connsiteY209" fmla="*/ 1871948 h 2174272"/>
              <a:gd name="connsiteX210" fmla="*/ 658654 w 4682585"/>
              <a:gd name="connsiteY210" fmla="*/ 1871948 h 2174272"/>
              <a:gd name="connsiteX211" fmla="*/ 658654 w 4682585"/>
              <a:gd name="connsiteY211" fmla="*/ 1725358 h 2174272"/>
              <a:gd name="connsiteX212" fmla="*/ 333566 w 4682585"/>
              <a:gd name="connsiteY212" fmla="*/ 1725358 h 2174272"/>
              <a:gd name="connsiteX213" fmla="*/ 333566 w 4682585"/>
              <a:gd name="connsiteY213" fmla="*/ 1871948 h 2174272"/>
              <a:gd name="connsiteX214" fmla="*/ 491395 w 4682585"/>
              <a:gd name="connsiteY214" fmla="*/ 1871948 h 2174272"/>
              <a:gd name="connsiteX215" fmla="*/ 491395 w 4682585"/>
              <a:gd name="connsiteY215" fmla="*/ 1725358 h 2174272"/>
              <a:gd name="connsiteX216" fmla="*/ 166307 w 4682585"/>
              <a:gd name="connsiteY216" fmla="*/ 1725358 h 2174272"/>
              <a:gd name="connsiteX217" fmla="*/ 166307 w 4682585"/>
              <a:gd name="connsiteY217" fmla="*/ 1871948 h 2174272"/>
              <a:gd name="connsiteX218" fmla="*/ 324041 w 4682585"/>
              <a:gd name="connsiteY218" fmla="*/ 1871948 h 2174272"/>
              <a:gd name="connsiteX219" fmla="*/ 324041 w 4682585"/>
              <a:gd name="connsiteY219" fmla="*/ 1725358 h 2174272"/>
              <a:gd name="connsiteX220" fmla="*/ 9525 w 4682585"/>
              <a:gd name="connsiteY220" fmla="*/ 1725358 h 2174272"/>
              <a:gd name="connsiteX221" fmla="*/ 9525 w 4682585"/>
              <a:gd name="connsiteY221" fmla="*/ 1871948 h 2174272"/>
              <a:gd name="connsiteX222" fmla="*/ 156782 w 4682585"/>
              <a:gd name="connsiteY222" fmla="*/ 1871948 h 2174272"/>
              <a:gd name="connsiteX223" fmla="*/ 156782 w 4682585"/>
              <a:gd name="connsiteY223" fmla="*/ 1725358 h 2174272"/>
              <a:gd name="connsiteX224" fmla="*/ 4515326 w 4682585"/>
              <a:gd name="connsiteY224" fmla="*/ 1569243 h 2174272"/>
              <a:gd name="connsiteX225" fmla="*/ 4515326 w 4682585"/>
              <a:gd name="connsiteY225" fmla="*/ 1715833 h 2174272"/>
              <a:gd name="connsiteX226" fmla="*/ 4673060 w 4682585"/>
              <a:gd name="connsiteY226" fmla="*/ 1715833 h 2174272"/>
              <a:gd name="connsiteX227" fmla="*/ 4673060 w 4682585"/>
              <a:gd name="connsiteY227" fmla="*/ 1569243 h 2174272"/>
              <a:gd name="connsiteX228" fmla="*/ 4348068 w 4682585"/>
              <a:gd name="connsiteY228" fmla="*/ 1569243 h 2174272"/>
              <a:gd name="connsiteX229" fmla="*/ 4348068 w 4682585"/>
              <a:gd name="connsiteY229" fmla="*/ 1715833 h 2174272"/>
              <a:gd name="connsiteX230" fmla="*/ 4505801 w 4682585"/>
              <a:gd name="connsiteY230" fmla="*/ 1715833 h 2174272"/>
              <a:gd name="connsiteX231" fmla="*/ 4505801 w 4682585"/>
              <a:gd name="connsiteY231" fmla="*/ 1569243 h 2174272"/>
              <a:gd name="connsiteX232" fmla="*/ 4180809 w 4682585"/>
              <a:gd name="connsiteY232" fmla="*/ 1569243 h 2174272"/>
              <a:gd name="connsiteX233" fmla="*/ 4180809 w 4682585"/>
              <a:gd name="connsiteY233" fmla="*/ 1715833 h 2174272"/>
              <a:gd name="connsiteX234" fmla="*/ 4338543 w 4682585"/>
              <a:gd name="connsiteY234" fmla="*/ 1715833 h 2174272"/>
              <a:gd name="connsiteX235" fmla="*/ 4338543 w 4682585"/>
              <a:gd name="connsiteY235" fmla="*/ 1569243 h 2174272"/>
              <a:gd name="connsiteX236" fmla="*/ 4013550 w 4682585"/>
              <a:gd name="connsiteY236" fmla="*/ 1569243 h 2174272"/>
              <a:gd name="connsiteX237" fmla="*/ 4013550 w 4682585"/>
              <a:gd name="connsiteY237" fmla="*/ 1715833 h 2174272"/>
              <a:gd name="connsiteX238" fmla="*/ 4171284 w 4682585"/>
              <a:gd name="connsiteY238" fmla="*/ 1715833 h 2174272"/>
              <a:gd name="connsiteX239" fmla="*/ 4171284 w 4682585"/>
              <a:gd name="connsiteY239" fmla="*/ 1569243 h 2174272"/>
              <a:gd name="connsiteX240" fmla="*/ 3846291 w 4682585"/>
              <a:gd name="connsiteY240" fmla="*/ 1569243 h 2174272"/>
              <a:gd name="connsiteX241" fmla="*/ 3846291 w 4682585"/>
              <a:gd name="connsiteY241" fmla="*/ 1715833 h 2174272"/>
              <a:gd name="connsiteX242" fmla="*/ 4004025 w 4682585"/>
              <a:gd name="connsiteY242" fmla="*/ 1715833 h 2174272"/>
              <a:gd name="connsiteX243" fmla="*/ 4004025 w 4682585"/>
              <a:gd name="connsiteY243" fmla="*/ 1569243 h 2174272"/>
              <a:gd name="connsiteX244" fmla="*/ 3678936 w 4682585"/>
              <a:gd name="connsiteY244" fmla="*/ 1569243 h 2174272"/>
              <a:gd name="connsiteX245" fmla="*/ 3678936 w 4682585"/>
              <a:gd name="connsiteY245" fmla="*/ 1715833 h 2174272"/>
              <a:gd name="connsiteX246" fmla="*/ 3836766 w 4682585"/>
              <a:gd name="connsiteY246" fmla="*/ 1715833 h 2174272"/>
              <a:gd name="connsiteX247" fmla="*/ 3836766 w 4682585"/>
              <a:gd name="connsiteY247" fmla="*/ 1569243 h 2174272"/>
              <a:gd name="connsiteX248" fmla="*/ 3511677 w 4682585"/>
              <a:gd name="connsiteY248" fmla="*/ 1569243 h 2174272"/>
              <a:gd name="connsiteX249" fmla="*/ 3511677 w 4682585"/>
              <a:gd name="connsiteY249" fmla="*/ 1715833 h 2174272"/>
              <a:gd name="connsiteX250" fmla="*/ 3669411 w 4682585"/>
              <a:gd name="connsiteY250" fmla="*/ 1715833 h 2174272"/>
              <a:gd name="connsiteX251" fmla="*/ 3669411 w 4682585"/>
              <a:gd name="connsiteY251" fmla="*/ 1569243 h 2174272"/>
              <a:gd name="connsiteX252" fmla="*/ 3344418 w 4682585"/>
              <a:gd name="connsiteY252" fmla="*/ 1569243 h 2174272"/>
              <a:gd name="connsiteX253" fmla="*/ 3344418 w 4682585"/>
              <a:gd name="connsiteY253" fmla="*/ 1715833 h 2174272"/>
              <a:gd name="connsiteX254" fmla="*/ 3502152 w 4682585"/>
              <a:gd name="connsiteY254" fmla="*/ 1715833 h 2174272"/>
              <a:gd name="connsiteX255" fmla="*/ 3502152 w 4682585"/>
              <a:gd name="connsiteY255" fmla="*/ 1569243 h 2174272"/>
              <a:gd name="connsiteX256" fmla="*/ 3177159 w 4682585"/>
              <a:gd name="connsiteY256" fmla="*/ 1569243 h 2174272"/>
              <a:gd name="connsiteX257" fmla="*/ 3177159 w 4682585"/>
              <a:gd name="connsiteY257" fmla="*/ 1715833 h 2174272"/>
              <a:gd name="connsiteX258" fmla="*/ 3334893 w 4682585"/>
              <a:gd name="connsiteY258" fmla="*/ 1715833 h 2174272"/>
              <a:gd name="connsiteX259" fmla="*/ 3334893 w 4682585"/>
              <a:gd name="connsiteY259" fmla="*/ 1569243 h 2174272"/>
              <a:gd name="connsiteX260" fmla="*/ 3009900 w 4682585"/>
              <a:gd name="connsiteY260" fmla="*/ 1569243 h 2174272"/>
              <a:gd name="connsiteX261" fmla="*/ 3009900 w 4682585"/>
              <a:gd name="connsiteY261" fmla="*/ 1715833 h 2174272"/>
              <a:gd name="connsiteX262" fmla="*/ 3167634 w 4682585"/>
              <a:gd name="connsiteY262" fmla="*/ 1715833 h 2174272"/>
              <a:gd name="connsiteX263" fmla="*/ 3167634 w 4682585"/>
              <a:gd name="connsiteY263" fmla="*/ 1569243 h 2174272"/>
              <a:gd name="connsiteX264" fmla="*/ 2842641 w 4682585"/>
              <a:gd name="connsiteY264" fmla="*/ 1569243 h 2174272"/>
              <a:gd name="connsiteX265" fmla="*/ 2842641 w 4682585"/>
              <a:gd name="connsiteY265" fmla="*/ 1715833 h 2174272"/>
              <a:gd name="connsiteX266" fmla="*/ 3000375 w 4682585"/>
              <a:gd name="connsiteY266" fmla="*/ 1715833 h 2174272"/>
              <a:gd name="connsiteX267" fmla="*/ 3000375 w 4682585"/>
              <a:gd name="connsiteY267" fmla="*/ 1569243 h 2174272"/>
              <a:gd name="connsiteX268" fmla="*/ 2675382 w 4682585"/>
              <a:gd name="connsiteY268" fmla="*/ 1569243 h 2174272"/>
              <a:gd name="connsiteX269" fmla="*/ 2675382 w 4682585"/>
              <a:gd name="connsiteY269" fmla="*/ 1715833 h 2174272"/>
              <a:gd name="connsiteX270" fmla="*/ 2833116 w 4682585"/>
              <a:gd name="connsiteY270" fmla="*/ 1715833 h 2174272"/>
              <a:gd name="connsiteX271" fmla="*/ 2833116 w 4682585"/>
              <a:gd name="connsiteY271" fmla="*/ 1569243 h 2174272"/>
              <a:gd name="connsiteX272" fmla="*/ 2508123 w 4682585"/>
              <a:gd name="connsiteY272" fmla="*/ 1569243 h 2174272"/>
              <a:gd name="connsiteX273" fmla="*/ 2508123 w 4682585"/>
              <a:gd name="connsiteY273" fmla="*/ 1715833 h 2174272"/>
              <a:gd name="connsiteX274" fmla="*/ 2665857 w 4682585"/>
              <a:gd name="connsiteY274" fmla="*/ 1715833 h 2174272"/>
              <a:gd name="connsiteX275" fmla="*/ 2665857 w 4682585"/>
              <a:gd name="connsiteY275" fmla="*/ 1569243 h 2174272"/>
              <a:gd name="connsiteX276" fmla="*/ 2340864 w 4682585"/>
              <a:gd name="connsiteY276" fmla="*/ 1569243 h 2174272"/>
              <a:gd name="connsiteX277" fmla="*/ 2340864 w 4682585"/>
              <a:gd name="connsiteY277" fmla="*/ 1715833 h 2174272"/>
              <a:gd name="connsiteX278" fmla="*/ 2498598 w 4682585"/>
              <a:gd name="connsiteY278" fmla="*/ 1715833 h 2174272"/>
              <a:gd name="connsiteX279" fmla="*/ 2498598 w 4682585"/>
              <a:gd name="connsiteY279" fmla="*/ 1569243 h 2174272"/>
              <a:gd name="connsiteX280" fmla="*/ 2173510 w 4682585"/>
              <a:gd name="connsiteY280" fmla="*/ 1569243 h 2174272"/>
              <a:gd name="connsiteX281" fmla="*/ 2173510 w 4682585"/>
              <a:gd name="connsiteY281" fmla="*/ 1715833 h 2174272"/>
              <a:gd name="connsiteX282" fmla="*/ 2331339 w 4682585"/>
              <a:gd name="connsiteY282" fmla="*/ 1715833 h 2174272"/>
              <a:gd name="connsiteX283" fmla="*/ 2331339 w 4682585"/>
              <a:gd name="connsiteY283" fmla="*/ 1569243 h 2174272"/>
              <a:gd name="connsiteX284" fmla="*/ 2006251 w 4682585"/>
              <a:gd name="connsiteY284" fmla="*/ 1569243 h 2174272"/>
              <a:gd name="connsiteX285" fmla="*/ 2006251 w 4682585"/>
              <a:gd name="connsiteY285" fmla="*/ 1715833 h 2174272"/>
              <a:gd name="connsiteX286" fmla="*/ 2163985 w 4682585"/>
              <a:gd name="connsiteY286" fmla="*/ 1715833 h 2174272"/>
              <a:gd name="connsiteX287" fmla="*/ 2163985 w 4682585"/>
              <a:gd name="connsiteY287" fmla="*/ 1569243 h 2174272"/>
              <a:gd name="connsiteX288" fmla="*/ 1838992 w 4682585"/>
              <a:gd name="connsiteY288" fmla="*/ 1569243 h 2174272"/>
              <a:gd name="connsiteX289" fmla="*/ 1838992 w 4682585"/>
              <a:gd name="connsiteY289" fmla="*/ 1715833 h 2174272"/>
              <a:gd name="connsiteX290" fmla="*/ 1996726 w 4682585"/>
              <a:gd name="connsiteY290" fmla="*/ 1715833 h 2174272"/>
              <a:gd name="connsiteX291" fmla="*/ 1996726 w 4682585"/>
              <a:gd name="connsiteY291" fmla="*/ 1569243 h 2174272"/>
              <a:gd name="connsiteX292" fmla="*/ 1671733 w 4682585"/>
              <a:gd name="connsiteY292" fmla="*/ 1569243 h 2174272"/>
              <a:gd name="connsiteX293" fmla="*/ 1671733 w 4682585"/>
              <a:gd name="connsiteY293" fmla="*/ 1715833 h 2174272"/>
              <a:gd name="connsiteX294" fmla="*/ 1829467 w 4682585"/>
              <a:gd name="connsiteY294" fmla="*/ 1715833 h 2174272"/>
              <a:gd name="connsiteX295" fmla="*/ 1829467 w 4682585"/>
              <a:gd name="connsiteY295" fmla="*/ 1569243 h 2174272"/>
              <a:gd name="connsiteX296" fmla="*/ 1504474 w 4682585"/>
              <a:gd name="connsiteY296" fmla="*/ 1569243 h 2174272"/>
              <a:gd name="connsiteX297" fmla="*/ 1504474 w 4682585"/>
              <a:gd name="connsiteY297" fmla="*/ 1715833 h 2174272"/>
              <a:gd name="connsiteX298" fmla="*/ 1662208 w 4682585"/>
              <a:gd name="connsiteY298" fmla="*/ 1715833 h 2174272"/>
              <a:gd name="connsiteX299" fmla="*/ 1662208 w 4682585"/>
              <a:gd name="connsiteY299" fmla="*/ 1569243 h 2174272"/>
              <a:gd name="connsiteX300" fmla="*/ 1337215 w 4682585"/>
              <a:gd name="connsiteY300" fmla="*/ 1569243 h 2174272"/>
              <a:gd name="connsiteX301" fmla="*/ 1337215 w 4682585"/>
              <a:gd name="connsiteY301" fmla="*/ 1715833 h 2174272"/>
              <a:gd name="connsiteX302" fmla="*/ 1494949 w 4682585"/>
              <a:gd name="connsiteY302" fmla="*/ 1715833 h 2174272"/>
              <a:gd name="connsiteX303" fmla="*/ 1494949 w 4682585"/>
              <a:gd name="connsiteY303" fmla="*/ 1569243 h 2174272"/>
              <a:gd name="connsiteX304" fmla="*/ 1169956 w 4682585"/>
              <a:gd name="connsiteY304" fmla="*/ 1569243 h 2174272"/>
              <a:gd name="connsiteX305" fmla="*/ 1169956 w 4682585"/>
              <a:gd name="connsiteY305" fmla="*/ 1715833 h 2174272"/>
              <a:gd name="connsiteX306" fmla="*/ 1327690 w 4682585"/>
              <a:gd name="connsiteY306" fmla="*/ 1715833 h 2174272"/>
              <a:gd name="connsiteX307" fmla="*/ 1327690 w 4682585"/>
              <a:gd name="connsiteY307" fmla="*/ 1569243 h 2174272"/>
              <a:gd name="connsiteX308" fmla="*/ 1002697 w 4682585"/>
              <a:gd name="connsiteY308" fmla="*/ 1569243 h 2174272"/>
              <a:gd name="connsiteX309" fmla="*/ 1002697 w 4682585"/>
              <a:gd name="connsiteY309" fmla="*/ 1715833 h 2174272"/>
              <a:gd name="connsiteX310" fmla="*/ 1160431 w 4682585"/>
              <a:gd name="connsiteY310" fmla="*/ 1715833 h 2174272"/>
              <a:gd name="connsiteX311" fmla="*/ 1160431 w 4682585"/>
              <a:gd name="connsiteY311" fmla="*/ 1569243 h 2174272"/>
              <a:gd name="connsiteX312" fmla="*/ 835438 w 4682585"/>
              <a:gd name="connsiteY312" fmla="*/ 1569243 h 2174272"/>
              <a:gd name="connsiteX313" fmla="*/ 835438 w 4682585"/>
              <a:gd name="connsiteY313" fmla="*/ 1715833 h 2174272"/>
              <a:gd name="connsiteX314" fmla="*/ 993172 w 4682585"/>
              <a:gd name="connsiteY314" fmla="*/ 1715833 h 2174272"/>
              <a:gd name="connsiteX315" fmla="*/ 993172 w 4682585"/>
              <a:gd name="connsiteY315" fmla="*/ 1569243 h 2174272"/>
              <a:gd name="connsiteX316" fmla="*/ 668179 w 4682585"/>
              <a:gd name="connsiteY316" fmla="*/ 1569243 h 2174272"/>
              <a:gd name="connsiteX317" fmla="*/ 668179 w 4682585"/>
              <a:gd name="connsiteY317" fmla="*/ 1715833 h 2174272"/>
              <a:gd name="connsiteX318" fmla="*/ 825913 w 4682585"/>
              <a:gd name="connsiteY318" fmla="*/ 1715833 h 2174272"/>
              <a:gd name="connsiteX319" fmla="*/ 825913 w 4682585"/>
              <a:gd name="connsiteY319" fmla="*/ 1569243 h 2174272"/>
              <a:gd name="connsiteX320" fmla="*/ 500920 w 4682585"/>
              <a:gd name="connsiteY320" fmla="*/ 1569243 h 2174272"/>
              <a:gd name="connsiteX321" fmla="*/ 500920 w 4682585"/>
              <a:gd name="connsiteY321" fmla="*/ 1715833 h 2174272"/>
              <a:gd name="connsiteX322" fmla="*/ 658654 w 4682585"/>
              <a:gd name="connsiteY322" fmla="*/ 1715833 h 2174272"/>
              <a:gd name="connsiteX323" fmla="*/ 658654 w 4682585"/>
              <a:gd name="connsiteY323" fmla="*/ 1569243 h 2174272"/>
              <a:gd name="connsiteX324" fmla="*/ 333566 w 4682585"/>
              <a:gd name="connsiteY324" fmla="*/ 1569243 h 2174272"/>
              <a:gd name="connsiteX325" fmla="*/ 333566 w 4682585"/>
              <a:gd name="connsiteY325" fmla="*/ 1715833 h 2174272"/>
              <a:gd name="connsiteX326" fmla="*/ 491395 w 4682585"/>
              <a:gd name="connsiteY326" fmla="*/ 1715833 h 2174272"/>
              <a:gd name="connsiteX327" fmla="*/ 491395 w 4682585"/>
              <a:gd name="connsiteY327" fmla="*/ 1569243 h 2174272"/>
              <a:gd name="connsiteX328" fmla="*/ 166307 w 4682585"/>
              <a:gd name="connsiteY328" fmla="*/ 1569243 h 2174272"/>
              <a:gd name="connsiteX329" fmla="*/ 166307 w 4682585"/>
              <a:gd name="connsiteY329" fmla="*/ 1715833 h 2174272"/>
              <a:gd name="connsiteX330" fmla="*/ 324041 w 4682585"/>
              <a:gd name="connsiteY330" fmla="*/ 1715833 h 2174272"/>
              <a:gd name="connsiteX331" fmla="*/ 324041 w 4682585"/>
              <a:gd name="connsiteY331" fmla="*/ 1569243 h 2174272"/>
              <a:gd name="connsiteX332" fmla="*/ 9525 w 4682585"/>
              <a:gd name="connsiteY332" fmla="*/ 1569243 h 2174272"/>
              <a:gd name="connsiteX333" fmla="*/ 9525 w 4682585"/>
              <a:gd name="connsiteY333" fmla="*/ 1715833 h 2174272"/>
              <a:gd name="connsiteX334" fmla="*/ 156782 w 4682585"/>
              <a:gd name="connsiteY334" fmla="*/ 1715833 h 2174272"/>
              <a:gd name="connsiteX335" fmla="*/ 156782 w 4682585"/>
              <a:gd name="connsiteY335" fmla="*/ 1569243 h 2174272"/>
              <a:gd name="connsiteX336" fmla="*/ 4515326 w 4682585"/>
              <a:gd name="connsiteY336" fmla="*/ 1413129 h 2174272"/>
              <a:gd name="connsiteX337" fmla="*/ 4515326 w 4682585"/>
              <a:gd name="connsiteY337" fmla="*/ 1559718 h 2174272"/>
              <a:gd name="connsiteX338" fmla="*/ 4673060 w 4682585"/>
              <a:gd name="connsiteY338" fmla="*/ 1559718 h 2174272"/>
              <a:gd name="connsiteX339" fmla="*/ 4673060 w 4682585"/>
              <a:gd name="connsiteY339" fmla="*/ 1413129 h 2174272"/>
              <a:gd name="connsiteX340" fmla="*/ 4348068 w 4682585"/>
              <a:gd name="connsiteY340" fmla="*/ 1413129 h 2174272"/>
              <a:gd name="connsiteX341" fmla="*/ 4348068 w 4682585"/>
              <a:gd name="connsiteY341" fmla="*/ 1559718 h 2174272"/>
              <a:gd name="connsiteX342" fmla="*/ 4505801 w 4682585"/>
              <a:gd name="connsiteY342" fmla="*/ 1559718 h 2174272"/>
              <a:gd name="connsiteX343" fmla="*/ 4505801 w 4682585"/>
              <a:gd name="connsiteY343" fmla="*/ 1413129 h 2174272"/>
              <a:gd name="connsiteX344" fmla="*/ 4180809 w 4682585"/>
              <a:gd name="connsiteY344" fmla="*/ 1413129 h 2174272"/>
              <a:gd name="connsiteX345" fmla="*/ 4180809 w 4682585"/>
              <a:gd name="connsiteY345" fmla="*/ 1559718 h 2174272"/>
              <a:gd name="connsiteX346" fmla="*/ 4338543 w 4682585"/>
              <a:gd name="connsiteY346" fmla="*/ 1559718 h 2174272"/>
              <a:gd name="connsiteX347" fmla="*/ 4338543 w 4682585"/>
              <a:gd name="connsiteY347" fmla="*/ 1413129 h 2174272"/>
              <a:gd name="connsiteX348" fmla="*/ 4013550 w 4682585"/>
              <a:gd name="connsiteY348" fmla="*/ 1413129 h 2174272"/>
              <a:gd name="connsiteX349" fmla="*/ 4013550 w 4682585"/>
              <a:gd name="connsiteY349" fmla="*/ 1559718 h 2174272"/>
              <a:gd name="connsiteX350" fmla="*/ 4171284 w 4682585"/>
              <a:gd name="connsiteY350" fmla="*/ 1559718 h 2174272"/>
              <a:gd name="connsiteX351" fmla="*/ 4171284 w 4682585"/>
              <a:gd name="connsiteY351" fmla="*/ 1413129 h 2174272"/>
              <a:gd name="connsiteX352" fmla="*/ 3846291 w 4682585"/>
              <a:gd name="connsiteY352" fmla="*/ 1413129 h 2174272"/>
              <a:gd name="connsiteX353" fmla="*/ 3846291 w 4682585"/>
              <a:gd name="connsiteY353" fmla="*/ 1559718 h 2174272"/>
              <a:gd name="connsiteX354" fmla="*/ 4004025 w 4682585"/>
              <a:gd name="connsiteY354" fmla="*/ 1559718 h 2174272"/>
              <a:gd name="connsiteX355" fmla="*/ 4004025 w 4682585"/>
              <a:gd name="connsiteY355" fmla="*/ 1413129 h 2174272"/>
              <a:gd name="connsiteX356" fmla="*/ 3678936 w 4682585"/>
              <a:gd name="connsiteY356" fmla="*/ 1413129 h 2174272"/>
              <a:gd name="connsiteX357" fmla="*/ 3678936 w 4682585"/>
              <a:gd name="connsiteY357" fmla="*/ 1559718 h 2174272"/>
              <a:gd name="connsiteX358" fmla="*/ 3836766 w 4682585"/>
              <a:gd name="connsiteY358" fmla="*/ 1559718 h 2174272"/>
              <a:gd name="connsiteX359" fmla="*/ 3836766 w 4682585"/>
              <a:gd name="connsiteY359" fmla="*/ 1413129 h 2174272"/>
              <a:gd name="connsiteX360" fmla="*/ 3511677 w 4682585"/>
              <a:gd name="connsiteY360" fmla="*/ 1413129 h 2174272"/>
              <a:gd name="connsiteX361" fmla="*/ 3511677 w 4682585"/>
              <a:gd name="connsiteY361" fmla="*/ 1559718 h 2174272"/>
              <a:gd name="connsiteX362" fmla="*/ 3669411 w 4682585"/>
              <a:gd name="connsiteY362" fmla="*/ 1559718 h 2174272"/>
              <a:gd name="connsiteX363" fmla="*/ 3669411 w 4682585"/>
              <a:gd name="connsiteY363" fmla="*/ 1413129 h 2174272"/>
              <a:gd name="connsiteX364" fmla="*/ 3344418 w 4682585"/>
              <a:gd name="connsiteY364" fmla="*/ 1413129 h 2174272"/>
              <a:gd name="connsiteX365" fmla="*/ 3344418 w 4682585"/>
              <a:gd name="connsiteY365" fmla="*/ 1559718 h 2174272"/>
              <a:gd name="connsiteX366" fmla="*/ 3502152 w 4682585"/>
              <a:gd name="connsiteY366" fmla="*/ 1559718 h 2174272"/>
              <a:gd name="connsiteX367" fmla="*/ 3502152 w 4682585"/>
              <a:gd name="connsiteY367" fmla="*/ 1413129 h 2174272"/>
              <a:gd name="connsiteX368" fmla="*/ 3177159 w 4682585"/>
              <a:gd name="connsiteY368" fmla="*/ 1413129 h 2174272"/>
              <a:gd name="connsiteX369" fmla="*/ 3177159 w 4682585"/>
              <a:gd name="connsiteY369" fmla="*/ 1559718 h 2174272"/>
              <a:gd name="connsiteX370" fmla="*/ 3334893 w 4682585"/>
              <a:gd name="connsiteY370" fmla="*/ 1559718 h 2174272"/>
              <a:gd name="connsiteX371" fmla="*/ 3334893 w 4682585"/>
              <a:gd name="connsiteY371" fmla="*/ 1413129 h 2174272"/>
              <a:gd name="connsiteX372" fmla="*/ 3009900 w 4682585"/>
              <a:gd name="connsiteY372" fmla="*/ 1413129 h 2174272"/>
              <a:gd name="connsiteX373" fmla="*/ 3009900 w 4682585"/>
              <a:gd name="connsiteY373" fmla="*/ 1559718 h 2174272"/>
              <a:gd name="connsiteX374" fmla="*/ 3167634 w 4682585"/>
              <a:gd name="connsiteY374" fmla="*/ 1559718 h 2174272"/>
              <a:gd name="connsiteX375" fmla="*/ 3167634 w 4682585"/>
              <a:gd name="connsiteY375" fmla="*/ 1413129 h 2174272"/>
              <a:gd name="connsiteX376" fmla="*/ 2842641 w 4682585"/>
              <a:gd name="connsiteY376" fmla="*/ 1413129 h 2174272"/>
              <a:gd name="connsiteX377" fmla="*/ 2842641 w 4682585"/>
              <a:gd name="connsiteY377" fmla="*/ 1559718 h 2174272"/>
              <a:gd name="connsiteX378" fmla="*/ 3000375 w 4682585"/>
              <a:gd name="connsiteY378" fmla="*/ 1559718 h 2174272"/>
              <a:gd name="connsiteX379" fmla="*/ 3000375 w 4682585"/>
              <a:gd name="connsiteY379" fmla="*/ 1413129 h 2174272"/>
              <a:gd name="connsiteX380" fmla="*/ 2675382 w 4682585"/>
              <a:gd name="connsiteY380" fmla="*/ 1413129 h 2174272"/>
              <a:gd name="connsiteX381" fmla="*/ 2675382 w 4682585"/>
              <a:gd name="connsiteY381" fmla="*/ 1559718 h 2174272"/>
              <a:gd name="connsiteX382" fmla="*/ 2833116 w 4682585"/>
              <a:gd name="connsiteY382" fmla="*/ 1559718 h 2174272"/>
              <a:gd name="connsiteX383" fmla="*/ 2833116 w 4682585"/>
              <a:gd name="connsiteY383" fmla="*/ 1413129 h 2174272"/>
              <a:gd name="connsiteX384" fmla="*/ 2508123 w 4682585"/>
              <a:gd name="connsiteY384" fmla="*/ 1413129 h 2174272"/>
              <a:gd name="connsiteX385" fmla="*/ 2508123 w 4682585"/>
              <a:gd name="connsiteY385" fmla="*/ 1559718 h 2174272"/>
              <a:gd name="connsiteX386" fmla="*/ 2665857 w 4682585"/>
              <a:gd name="connsiteY386" fmla="*/ 1559718 h 2174272"/>
              <a:gd name="connsiteX387" fmla="*/ 2665857 w 4682585"/>
              <a:gd name="connsiteY387" fmla="*/ 1413129 h 2174272"/>
              <a:gd name="connsiteX388" fmla="*/ 2340864 w 4682585"/>
              <a:gd name="connsiteY388" fmla="*/ 1413129 h 2174272"/>
              <a:gd name="connsiteX389" fmla="*/ 2340864 w 4682585"/>
              <a:gd name="connsiteY389" fmla="*/ 1559718 h 2174272"/>
              <a:gd name="connsiteX390" fmla="*/ 2498598 w 4682585"/>
              <a:gd name="connsiteY390" fmla="*/ 1559718 h 2174272"/>
              <a:gd name="connsiteX391" fmla="*/ 2498598 w 4682585"/>
              <a:gd name="connsiteY391" fmla="*/ 1413129 h 2174272"/>
              <a:gd name="connsiteX392" fmla="*/ 2173510 w 4682585"/>
              <a:gd name="connsiteY392" fmla="*/ 1413129 h 2174272"/>
              <a:gd name="connsiteX393" fmla="*/ 2173510 w 4682585"/>
              <a:gd name="connsiteY393" fmla="*/ 1559718 h 2174272"/>
              <a:gd name="connsiteX394" fmla="*/ 2331339 w 4682585"/>
              <a:gd name="connsiteY394" fmla="*/ 1559718 h 2174272"/>
              <a:gd name="connsiteX395" fmla="*/ 2331339 w 4682585"/>
              <a:gd name="connsiteY395" fmla="*/ 1413129 h 2174272"/>
              <a:gd name="connsiteX396" fmla="*/ 2006251 w 4682585"/>
              <a:gd name="connsiteY396" fmla="*/ 1413129 h 2174272"/>
              <a:gd name="connsiteX397" fmla="*/ 2006251 w 4682585"/>
              <a:gd name="connsiteY397" fmla="*/ 1559718 h 2174272"/>
              <a:gd name="connsiteX398" fmla="*/ 2163985 w 4682585"/>
              <a:gd name="connsiteY398" fmla="*/ 1559718 h 2174272"/>
              <a:gd name="connsiteX399" fmla="*/ 2163985 w 4682585"/>
              <a:gd name="connsiteY399" fmla="*/ 1413129 h 2174272"/>
              <a:gd name="connsiteX400" fmla="*/ 1838992 w 4682585"/>
              <a:gd name="connsiteY400" fmla="*/ 1413129 h 2174272"/>
              <a:gd name="connsiteX401" fmla="*/ 1838992 w 4682585"/>
              <a:gd name="connsiteY401" fmla="*/ 1559718 h 2174272"/>
              <a:gd name="connsiteX402" fmla="*/ 1996726 w 4682585"/>
              <a:gd name="connsiteY402" fmla="*/ 1559718 h 2174272"/>
              <a:gd name="connsiteX403" fmla="*/ 1996726 w 4682585"/>
              <a:gd name="connsiteY403" fmla="*/ 1413129 h 2174272"/>
              <a:gd name="connsiteX404" fmla="*/ 1671733 w 4682585"/>
              <a:gd name="connsiteY404" fmla="*/ 1413129 h 2174272"/>
              <a:gd name="connsiteX405" fmla="*/ 1671733 w 4682585"/>
              <a:gd name="connsiteY405" fmla="*/ 1559718 h 2174272"/>
              <a:gd name="connsiteX406" fmla="*/ 1829467 w 4682585"/>
              <a:gd name="connsiteY406" fmla="*/ 1559718 h 2174272"/>
              <a:gd name="connsiteX407" fmla="*/ 1829467 w 4682585"/>
              <a:gd name="connsiteY407" fmla="*/ 1413129 h 2174272"/>
              <a:gd name="connsiteX408" fmla="*/ 1504474 w 4682585"/>
              <a:gd name="connsiteY408" fmla="*/ 1413129 h 2174272"/>
              <a:gd name="connsiteX409" fmla="*/ 1504474 w 4682585"/>
              <a:gd name="connsiteY409" fmla="*/ 1559718 h 2174272"/>
              <a:gd name="connsiteX410" fmla="*/ 1662208 w 4682585"/>
              <a:gd name="connsiteY410" fmla="*/ 1559718 h 2174272"/>
              <a:gd name="connsiteX411" fmla="*/ 1662208 w 4682585"/>
              <a:gd name="connsiteY411" fmla="*/ 1413129 h 2174272"/>
              <a:gd name="connsiteX412" fmla="*/ 1337215 w 4682585"/>
              <a:gd name="connsiteY412" fmla="*/ 1413129 h 2174272"/>
              <a:gd name="connsiteX413" fmla="*/ 1337215 w 4682585"/>
              <a:gd name="connsiteY413" fmla="*/ 1559718 h 2174272"/>
              <a:gd name="connsiteX414" fmla="*/ 1494949 w 4682585"/>
              <a:gd name="connsiteY414" fmla="*/ 1559718 h 2174272"/>
              <a:gd name="connsiteX415" fmla="*/ 1494949 w 4682585"/>
              <a:gd name="connsiteY415" fmla="*/ 1413129 h 2174272"/>
              <a:gd name="connsiteX416" fmla="*/ 1169956 w 4682585"/>
              <a:gd name="connsiteY416" fmla="*/ 1413129 h 2174272"/>
              <a:gd name="connsiteX417" fmla="*/ 1169956 w 4682585"/>
              <a:gd name="connsiteY417" fmla="*/ 1559718 h 2174272"/>
              <a:gd name="connsiteX418" fmla="*/ 1327690 w 4682585"/>
              <a:gd name="connsiteY418" fmla="*/ 1559718 h 2174272"/>
              <a:gd name="connsiteX419" fmla="*/ 1327690 w 4682585"/>
              <a:gd name="connsiteY419" fmla="*/ 1413129 h 2174272"/>
              <a:gd name="connsiteX420" fmla="*/ 1002697 w 4682585"/>
              <a:gd name="connsiteY420" fmla="*/ 1413129 h 2174272"/>
              <a:gd name="connsiteX421" fmla="*/ 1002697 w 4682585"/>
              <a:gd name="connsiteY421" fmla="*/ 1559718 h 2174272"/>
              <a:gd name="connsiteX422" fmla="*/ 1160431 w 4682585"/>
              <a:gd name="connsiteY422" fmla="*/ 1559718 h 2174272"/>
              <a:gd name="connsiteX423" fmla="*/ 1160431 w 4682585"/>
              <a:gd name="connsiteY423" fmla="*/ 1413129 h 2174272"/>
              <a:gd name="connsiteX424" fmla="*/ 835438 w 4682585"/>
              <a:gd name="connsiteY424" fmla="*/ 1413129 h 2174272"/>
              <a:gd name="connsiteX425" fmla="*/ 835438 w 4682585"/>
              <a:gd name="connsiteY425" fmla="*/ 1559718 h 2174272"/>
              <a:gd name="connsiteX426" fmla="*/ 993172 w 4682585"/>
              <a:gd name="connsiteY426" fmla="*/ 1559718 h 2174272"/>
              <a:gd name="connsiteX427" fmla="*/ 993172 w 4682585"/>
              <a:gd name="connsiteY427" fmla="*/ 1413129 h 2174272"/>
              <a:gd name="connsiteX428" fmla="*/ 668179 w 4682585"/>
              <a:gd name="connsiteY428" fmla="*/ 1413129 h 2174272"/>
              <a:gd name="connsiteX429" fmla="*/ 668179 w 4682585"/>
              <a:gd name="connsiteY429" fmla="*/ 1559718 h 2174272"/>
              <a:gd name="connsiteX430" fmla="*/ 825913 w 4682585"/>
              <a:gd name="connsiteY430" fmla="*/ 1559718 h 2174272"/>
              <a:gd name="connsiteX431" fmla="*/ 825913 w 4682585"/>
              <a:gd name="connsiteY431" fmla="*/ 1413129 h 2174272"/>
              <a:gd name="connsiteX432" fmla="*/ 500920 w 4682585"/>
              <a:gd name="connsiteY432" fmla="*/ 1413129 h 2174272"/>
              <a:gd name="connsiteX433" fmla="*/ 500920 w 4682585"/>
              <a:gd name="connsiteY433" fmla="*/ 1559718 h 2174272"/>
              <a:gd name="connsiteX434" fmla="*/ 658654 w 4682585"/>
              <a:gd name="connsiteY434" fmla="*/ 1559718 h 2174272"/>
              <a:gd name="connsiteX435" fmla="*/ 658654 w 4682585"/>
              <a:gd name="connsiteY435" fmla="*/ 1413129 h 2174272"/>
              <a:gd name="connsiteX436" fmla="*/ 333566 w 4682585"/>
              <a:gd name="connsiteY436" fmla="*/ 1413129 h 2174272"/>
              <a:gd name="connsiteX437" fmla="*/ 333566 w 4682585"/>
              <a:gd name="connsiteY437" fmla="*/ 1559718 h 2174272"/>
              <a:gd name="connsiteX438" fmla="*/ 491395 w 4682585"/>
              <a:gd name="connsiteY438" fmla="*/ 1559718 h 2174272"/>
              <a:gd name="connsiteX439" fmla="*/ 491395 w 4682585"/>
              <a:gd name="connsiteY439" fmla="*/ 1413129 h 2174272"/>
              <a:gd name="connsiteX440" fmla="*/ 166307 w 4682585"/>
              <a:gd name="connsiteY440" fmla="*/ 1413129 h 2174272"/>
              <a:gd name="connsiteX441" fmla="*/ 166307 w 4682585"/>
              <a:gd name="connsiteY441" fmla="*/ 1559718 h 2174272"/>
              <a:gd name="connsiteX442" fmla="*/ 324041 w 4682585"/>
              <a:gd name="connsiteY442" fmla="*/ 1559718 h 2174272"/>
              <a:gd name="connsiteX443" fmla="*/ 324041 w 4682585"/>
              <a:gd name="connsiteY443" fmla="*/ 1413129 h 2174272"/>
              <a:gd name="connsiteX444" fmla="*/ 9525 w 4682585"/>
              <a:gd name="connsiteY444" fmla="*/ 1413129 h 2174272"/>
              <a:gd name="connsiteX445" fmla="*/ 9525 w 4682585"/>
              <a:gd name="connsiteY445" fmla="*/ 1559718 h 2174272"/>
              <a:gd name="connsiteX446" fmla="*/ 156782 w 4682585"/>
              <a:gd name="connsiteY446" fmla="*/ 1559718 h 2174272"/>
              <a:gd name="connsiteX447" fmla="*/ 156782 w 4682585"/>
              <a:gd name="connsiteY447" fmla="*/ 1413129 h 2174272"/>
              <a:gd name="connsiteX448" fmla="*/ 4515326 w 4682585"/>
              <a:gd name="connsiteY448" fmla="*/ 1257014 h 2174272"/>
              <a:gd name="connsiteX449" fmla="*/ 4515326 w 4682585"/>
              <a:gd name="connsiteY449" fmla="*/ 1403604 h 2174272"/>
              <a:gd name="connsiteX450" fmla="*/ 4673060 w 4682585"/>
              <a:gd name="connsiteY450" fmla="*/ 1403604 h 2174272"/>
              <a:gd name="connsiteX451" fmla="*/ 4673060 w 4682585"/>
              <a:gd name="connsiteY451" fmla="*/ 1257014 h 2174272"/>
              <a:gd name="connsiteX452" fmla="*/ 4348068 w 4682585"/>
              <a:gd name="connsiteY452" fmla="*/ 1257014 h 2174272"/>
              <a:gd name="connsiteX453" fmla="*/ 4348068 w 4682585"/>
              <a:gd name="connsiteY453" fmla="*/ 1403604 h 2174272"/>
              <a:gd name="connsiteX454" fmla="*/ 4505801 w 4682585"/>
              <a:gd name="connsiteY454" fmla="*/ 1403604 h 2174272"/>
              <a:gd name="connsiteX455" fmla="*/ 4505801 w 4682585"/>
              <a:gd name="connsiteY455" fmla="*/ 1257014 h 2174272"/>
              <a:gd name="connsiteX456" fmla="*/ 4180809 w 4682585"/>
              <a:gd name="connsiteY456" fmla="*/ 1257014 h 2174272"/>
              <a:gd name="connsiteX457" fmla="*/ 4180809 w 4682585"/>
              <a:gd name="connsiteY457" fmla="*/ 1403604 h 2174272"/>
              <a:gd name="connsiteX458" fmla="*/ 4338543 w 4682585"/>
              <a:gd name="connsiteY458" fmla="*/ 1403604 h 2174272"/>
              <a:gd name="connsiteX459" fmla="*/ 4338543 w 4682585"/>
              <a:gd name="connsiteY459" fmla="*/ 1257014 h 2174272"/>
              <a:gd name="connsiteX460" fmla="*/ 4013550 w 4682585"/>
              <a:gd name="connsiteY460" fmla="*/ 1257014 h 2174272"/>
              <a:gd name="connsiteX461" fmla="*/ 4013550 w 4682585"/>
              <a:gd name="connsiteY461" fmla="*/ 1403604 h 2174272"/>
              <a:gd name="connsiteX462" fmla="*/ 4171284 w 4682585"/>
              <a:gd name="connsiteY462" fmla="*/ 1403604 h 2174272"/>
              <a:gd name="connsiteX463" fmla="*/ 4171284 w 4682585"/>
              <a:gd name="connsiteY463" fmla="*/ 1257014 h 2174272"/>
              <a:gd name="connsiteX464" fmla="*/ 3846291 w 4682585"/>
              <a:gd name="connsiteY464" fmla="*/ 1257014 h 2174272"/>
              <a:gd name="connsiteX465" fmla="*/ 3846291 w 4682585"/>
              <a:gd name="connsiteY465" fmla="*/ 1403604 h 2174272"/>
              <a:gd name="connsiteX466" fmla="*/ 4004025 w 4682585"/>
              <a:gd name="connsiteY466" fmla="*/ 1403604 h 2174272"/>
              <a:gd name="connsiteX467" fmla="*/ 4004025 w 4682585"/>
              <a:gd name="connsiteY467" fmla="*/ 1257014 h 2174272"/>
              <a:gd name="connsiteX468" fmla="*/ 3678936 w 4682585"/>
              <a:gd name="connsiteY468" fmla="*/ 1257014 h 2174272"/>
              <a:gd name="connsiteX469" fmla="*/ 3678936 w 4682585"/>
              <a:gd name="connsiteY469" fmla="*/ 1403604 h 2174272"/>
              <a:gd name="connsiteX470" fmla="*/ 3836766 w 4682585"/>
              <a:gd name="connsiteY470" fmla="*/ 1403604 h 2174272"/>
              <a:gd name="connsiteX471" fmla="*/ 3836766 w 4682585"/>
              <a:gd name="connsiteY471" fmla="*/ 1257014 h 2174272"/>
              <a:gd name="connsiteX472" fmla="*/ 3511677 w 4682585"/>
              <a:gd name="connsiteY472" fmla="*/ 1257014 h 2174272"/>
              <a:gd name="connsiteX473" fmla="*/ 3511677 w 4682585"/>
              <a:gd name="connsiteY473" fmla="*/ 1403604 h 2174272"/>
              <a:gd name="connsiteX474" fmla="*/ 3669411 w 4682585"/>
              <a:gd name="connsiteY474" fmla="*/ 1403604 h 2174272"/>
              <a:gd name="connsiteX475" fmla="*/ 3669411 w 4682585"/>
              <a:gd name="connsiteY475" fmla="*/ 1257014 h 2174272"/>
              <a:gd name="connsiteX476" fmla="*/ 3344418 w 4682585"/>
              <a:gd name="connsiteY476" fmla="*/ 1257014 h 2174272"/>
              <a:gd name="connsiteX477" fmla="*/ 3344418 w 4682585"/>
              <a:gd name="connsiteY477" fmla="*/ 1403604 h 2174272"/>
              <a:gd name="connsiteX478" fmla="*/ 3502152 w 4682585"/>
              <a:gd name="connsiteY478" fmla="*/ 1403604 h 2174272"/>
              <a:gd name="connsiteX479" fmla="*/ 3502152 w 4682585"/>
              <a:gd name="connsiteY479" fmla="*/ 1257014 h 2174272"/>
              <a:gd name="connsiteX480" fmla="*/ 3177159 w 4682585"/>
              <a:gd name="connsiteY480" fmla="*/ 1257014 h 2174272"/>
              <a:gd name="connsiteX481" fmla="*/ 3177159 w 4682585"/>
              <a:gd name="connsiteY481" fmla="*/ 1403604 h 2174272"/>
              <a:gd name="connsiteX482" fmla="*/ 3334893 w 4682585"/>
              <a:gd name="connsiteY482" fmla="*/ 1403604 h 2174272"/>
              <a:gd name="connsiteX483" fmla="*/ 3334893 w 4682585"/>
              <a:gd name="connsiteY483" fmla="*/ 1257014 h 2174272"/>
              <a:gd name="connsiteX484" fmla="*/ 3009900 w 4682585"/>
              <a:gd name="connsiteY484" fmla="*/ 1257014 h 2174272"/>
              <a:gd name="connsiteX485" fmla="*/ 3009900 w 4682585"/>
              <a:gd name="connsiteY485" fmla="*/ 1403604 h 2174272"/>
              <a:gd name="connsiteX486" fmla="*/ 3167634 w 4682585"/>
              <a:gd name="connsiteY486" fmla="*/ 1403604 h 2174272"/>
              <a:gd name="connsiteX487" fmla="*/ 3167634 w 4682585"/>
              <a:gd name="connsiteY487" fmla="*/ 1257014 h 2174272"/>
              <a:gd name="connsiteX488" fmla="*/ 2842641 w 4682585"/>
              <a:gd name="connsiteY488" fmla="*/ 1257014 h 2174272"/>
              <a:gd name="connsiteX489" fmla="*/ 2842641 w 4682585"/>
              <a:gd name="connsiteY489" fmla="*/ 1403604 h 2174272"/>
              <a:gd name="connsiteX490" fmla="*/ 3000375 w 4682585"/>
              <a:gd name="connsiteY490" fmla="*/ 1403604 h 2174272"/>
              <a:gd name="connsiteX491" fmla="*/ 3000375 w 4682585"/>
              <a:gd name="connsiteY491" fmla="*/ 1257014 h 2174272"/>
              <a:gd name="connsiteX492" fmla="*/ 2675382 w 4682585"/>
              <a:gd name="connsiteY492" fmla="*/ 1257014 h 2174272"/>
              <a:gd name="connsiteX493" fmla="*/ 2675382 w 4682585"/>
              <a:gd name="connsiteY493" fmla="*/ 1403604 h 2174272"/>
              <a:gd name="connsiteX494" fmla="*/ 2833116 w 4682585"/>
              <a:gd name="connsiteY494" fmla="*/ 1403604 h 2174272"/>
              <a:gd name="connsiteX495" fmla="*/ 2833116 w 4682585"/>
              <a:gd name="connsiteY495" fmla="*/ 1257014 h 2174272"/>
              <a:gd name="connsiteX496" fmla="*/ 2508123 w 4682585"/>
              <a:gd name="connsiteY496" fmla="*/ 1257014 h 2174272"/>
              <a:gd name="connsiteX497" fmla="*/ 2508123 w 4682585"/>
              <a:gd name="connsiteY497" fmla="*/ 1403604 h 2174272"/>
              <a:gd name="connsiteX498" fmla="*/ 2665857 w 4682585"/>
              <a:gd name="connsiteY498" fmla="*/ 1403604 h 2174272"/>
              <a:gd name="connsiteX499" fmla="*/ 2665857 w 4682585"/>
              <a:gd name="connsiteY499" fmla="*/ 1257014 h 2174272"/>
              <a:gd name="connsiteX500" fmla="*/ 2340864 w 4682585"/>
              <a:gd name="connsiteY500" fmla="*/ 1257014 h 2174272"/>
              <a:gd name="connsiteX501" fmla="*/ 2340864 w 4682585"/>
              <a:gd name="connsiteY501" fmla="*/ 1403604 h 2174272"/>
              <a:gd name="connsiteX502" fmla="*/ 2498598 w 4682585"/>
              <a:gd name="connsiteY502" fmla="*/ 1403604 h 2174272"/>
              <a:gd name="connsiteX503" fmla="*/ 2498598 w 4682585"/>
              <a:gd name="connsiteY503" fmla="*/ 1257014 h 2174272"/>
              <a:gd name="connsiteX504" fmla="*/ 2173510 w 4682585"/>
              <a:gd name="connsiteY504" fmla="*/ 1257014 h 2174272"/>
              <a:gd name="connsiteX505" fmla="*/ 2173510 w 4682585"/>
              <a:gd name="connsiteY505" fmla="*/ 1403604 h 2174272"/>
              <a:gd name="connsiteX506" fmla="*/ 2331339 w 4682585"/>
              <a:gd name="connsiteY506" fmla="*/ 1403604 h 2174272"/>
              <a:gd name="connsiteX507" fmla="*/ 2331339 w 4682585"/>
              <a:gd name="connsiteY507" fmla="*/ 1257014 h 2174272"/>
              <a:gd name="connsiteX508" fmla="*/ 2006251 w 4682585"/>
              <a:gd name="connsiteY508" fmla="*/ 1257014 h 2174272"/>
              <a:gd name="connsiteX509" fmla="*/ 2006251 w 4682585"/>
              <a:gd name="connsiteY509" fmla="*/ 1403604 h 2174272"/>
              <a:gd name="connsiteX510" fmla="*/ 2163985 w 4682585"/>
              <a:gd name="connsiteY510" fmla="*/ 1403604 h 2174272"/>
              <a:gd name="connsiteX511" fmla="*/ 2163985 w 4682585"/>
              <a:gd name="connsiteY511" fmla="*/ 1257014 h 2174272"/>
              <a:gd name="connsiteX512" fmla="*/ 1838992 w 4682585"/>
              <a:gd name="connsiteY512" fmla="*/ 1257014 h 2174272"/>
              <a:gd name="connsiteX513" fmla="*/ 1838992 w 4682585"/>
              <a:gd name="connsiteY513" fmla="*/ 1403604 h 2174272"/>
              <a:gd name="connsiteX514" fmla="*/ 1996726 w 4682585"/>
              <a:gd name="connsiteY514" fmla="*/ 1403604 h 2174272"/>
              <a:gd name="connsiteX515" fmla="*/ 1996726 w 4682585"/>
              <a:gd name="connsiteY515" fmla="*/ 1257014 h 2174272"/>
              <a:gd name="connsiteX516" fmla="*/ 1671733 w 4682585"/>
              <a:gd name="connsiteY516" fmla="*/ 1257014 h 2174272"/>
              <a:gd name="connsiteX517" fmla="*/ 1671733 w 4682585"/>
              <a:gd name="connsiteY517" fmla="*/ 1403604 h 2174272"/>
              <a:gd name="connsiteX518" fmla="*/ 1829467 w 4682585"/>
              <a:gd name="connsiteY518" fmla="*/ 1403604 h 2174272"/>
              <a:gd name="connsiteX519" fmla="*/ 1829467 w 4682585"/>
              <a:gd name="connsiteY519" fmla="*/ 1257014 h 2174272"/>
              <a:gd name="connsiteX520" fmla="*/ 1504474 w 4682585"/>
              <a:gd name="connsiteY520" fmla="*/ 1257014 h 2174272"/>
              <a:gd name="connsiteX521" fmla="*/ 1504474 w 4682585"/>
              <a:gd name="connsiteY521" fmla="*/ 1403604 h 2174272"/>
              <a:gd name="connsiteX522" fmla="*/ 1662208 w 4682585"/>
              <a:gd name="connsiteY522" fmla="*/ 1403604 h 2174272"/>
              <a:gd name="connsiteX523" fmla="*/ 1662208 w 4682585"/>
              <a:gd name="connsiteY523" fmla="*/ 1257014 h 2174272"/>
              <a:gd name="connsiteX524" fmla="*/ 1337215 w 4682585"/>
              <a:gd name="connsiteY524" fmla="*/ 1257014 h 2174272"/>
              <a:gd name="connsiteX525" fmla="*/ 1337215 w 4682585"/>
              <a:gd name="connsiteY525" fmla="*/ 1403604 h 2174272"/>
              <a:gd name="connsiteX526" fmla="*/ 1494949 w 4682585"/>
              <a:gd name="connsiteY526" fmla="*/ 1403604 h 2174272"/>
              <a:gd name="connsiteX527" fmla="*/ 1494949 w 4682585"/>
              <a:gd name="connsiteY527" fmla="*/ 1257014 h 2174272"/>
              <a:gd name="connsiteX528" fmla="*/ 1169956 w 4682585"/>
              <a:gd name="connsiteY528" fmla="*/ 1257014 h 2174272"/>
              <a:gd name="connsiteX529" fmla="*/ 1169956 w 4682585"/>
              <a:gd name="connsiteY529" fmla="*/ 1403604 h 2174272"/>
              <a:gd name="connsiteX530" fmla="*/ 1327690 w 4682585"/>
              <a:gd name="connsiteY530" fmla="*/ 1403604 h 2174272"/>
              <a:gd name="connsiteX531" fmla="*/ 1327690 w 4682585"/>
              <a:gd name="connsiteY531" fmla="*/ 1257014 h 2174272"/>
              <a:gd name="connsiteX532" fmla="*/ 1002697 w 4682585"/>
              <a:gd name="connsiteY532" fmla="*/ 1257014 h 2174272"/>
              <a:gd name="connsiteX533" fmla="*/ 1002697 w 4682585"/>
              <a:gd name="connsiteY533" fmla="*/ 1403604 h 2174272"/>
              <a:gd name="connsiteX534" fmla="*/ 1160431 w 4682585"/>
              <a:gd name="connsiteY534" fmla="*/ 1403604 h 2174272"/>
              <a:gd name="connsiteX535" fmla="*/ 1160431 w 4682585"/>
              <a:gd name="connsiteY535" fmla="*/ 1257014 h 2174272"/>
              <a:gd name="connsiteX536" fmla="*/ 835438 w 4682585"/>
              <a:gd name="connsiteY536" fmla="*/ 1257014 h 2174272"/>
              <a:gd name="connsiteX537" fmla="*/ 835438 w 4682585"/>
              <a:gd name="connsiteY537" fmla="*/ 1403604 h 2174272"/>
              <a:gd name="connsiteX538" fmla="*/ 993172 w 4682585"/>
              <a:gd name="connsiteY538" fmla="*/ 1403604 h 2174272"/>
              <a:gd name="connsiteX539" fmla="*/ 993172 w 4682585"/>
              <a:gd name="connsiteY539" fmla="*/ 1257014 h 2174272"/>
              <a:gd name="connsiteX540" fmla="*/ 668179 w 4682585"/>
              <a:gd name="connsiteY540" fmla="*/ 1257014 h 2174272"/>
              <a:gd name="connsiteX541" fmla="*/ 668179 w 4682585"/>
              <a:gd name="connsiteY541" fmla="*/ 1403604 h 2174272"/>
              <a:gd name="connsiteX542" fmla="*/ 825913 w 4682585"/>
              <a:gd name="connsiteY542" fmla="*/ 1403604 h 2174272"/>
              <a:gd name="connsiteX543" fmla="*/ 825913 w 4682585"/>
              <a:gd name="connsiteY543" fmla="*/ 1257014 h 2174272"/>
              <a:gd name="connsiteX544" fmla="*/ 500920 w 4682585"/>
              <a:gd name="connsiteY544" fmla="*/ 1257014 h 2174272"/>
              <a:gd name="connsiteX545" fmla="*/ 500920 w 4682585"/>
              <a:gd name="connsiteY545" fmla="*/ 1403604 h 2174272"/>
              <a:gd name="connsiteX546" fmla="*/ 658654 w 4682585"/>
              <a:gd name="connsiteY546" fmla="*/ 1403604 h 2174272"/>
              <a:gd name="connsiteX547" fmla="*/ 658654 w 4682585"/>
              <a:gd name="connsiteY547" fmla="*/ 1257014 h 2174272"/>
              <a:gd name="connsiteX548" fmla="*/ 333566 w 4682585"/>
              <a:gd name="connsiteY548" fmla="*/ 1257014 h 2174272"/>
              <a:gd name="connsiteX549" fmla="*/ 333566 w 4682585"/>
              <a:gd name="connsiteY549" fmla="*/ 1403604 h 2174272"/>
              <a:gd name="connsiteX550" fmla="*/ 491395 w 4682585"/>
              <a:gd name="connsiteY550" fmla="*/ 1403604 h 2174272"/>
              <a:gd name="connsiteX551" fmla="*/ 491395 w 4682585"/>
              <a:gd name="connsiteY551" fmla="*/ 1257014 h 2174272"/>
              <a:gd name="connsiteX552" fmla="*/ 166307 w 4682585"/>
              <a:gd name="connsiteY552" fmla="*/ 1257014 h 2174272"/>
              <a:gd name="connsiteX553" fmla="*/ 166307 w 4682585"/>
              <a:gd name="connsiteY553" fmla="*/ 1403604 h 2174272"/>
              <a:gd name="connsiteX554" fmla="*/ 324041 w 4682585"/>
              <a:gd name="connsiteY554" fmla="*/ 1403604 h 2174272"/>
              <a:gd name="connsiteX555" fmla="*/ 324041 w 4682585"/>
              <a:gd name="connsiteY555" fmla="*/ 1257014 h 2174272"/>
              <a:gd name="connsiteX556" fmla="*/ 9525 w 4682585"/>
              <a:gd name="connsiteY556" fmla="*/ 1257014 h 2174272"/>
              <a:gd name="connsiteX557" fmla="*/ 9525 w 4682585"/>
              <a:gd name="connsiteY557" fmla="*/ 1403604 h 2174272"/>
              <a:gd name="connsiteX558" fmla="*/ 156782 w 4682585"/>
              <a:gd name="connsiteY558" fmla="*/ 1403604 h 2174272"/>
              <a:gd name="connsiteX559" fmla="*/ 156782 w 4682585"/>
              <a:gd name="connsiteY559" fmla="*/ 1257014 h 2174272"/>
              <a:gd name="connsiteX560" fmla="*/ 4515326 w 4682585"/>
              <a:gd name="connsiteY560" fmla="*/ 1100899 h 2174272"/>
              <a:gd name="connsiteX561" fmla="*/ 4515326 w 4682585"/>
              <a:gd name="connsiteY561" fmla="*/ 1247489 h 2174272"/>
              <a:gd name="connsiteX562" fmla="*/ 4673060 w 4682585"/>
              <a:gd name="connsiteY562" fmla="*/ 1247489 h 2174272"/>
              <a:gd name="connsiteX563" fmla="*/ 4673060 w 4682585"/>
              <a:gd name="connsiteY563" fmla="*/ 1100899 h 2174272"/>
              <a:gd name="connsiteX564" fmla="*/ 4348068 w 4682585"/>
              <a:gd name="connsiteY564" fmla="*/ 1100899 h 2174272"/>
              <a:gd name="connsiteX565" fmla="*/ 4348068 w 4682585"/>
              <a:gd name="connsiteY565" fmla="*/ 1247489 h 2174272"/>
              <a:gd name="connsiteX566" fmla="*/ 4505801 w 4682585"/>
              <a:gd name="connsiteY566" fmla="*/ 1247489 h 2174272"/>
              <a:gd name="connsiteX567" fmla="*/ 4505801 w 4682585"/>
              <a:gd name="connsiteY567" fmla="*/ 1100899 h 2174272"/>
              <a:gd name="connsiteX568" fmla="*/ 4180809 w 4682585"/>
              <a:gd name="connsiteY568" fmla="*/ 1100899 h 2174272"/>
              <a:gd name="connsiteX569" fmla="*/ 4180809 w 4682585"/>
              <a:gd name="connsiteY569" fmla="*/ 1247489 h 2174272"/>
              <a:gd name="connsiteX570" fmla="*/ 4338543 w 4682585"/>
              <a:gd name="connsiteY570" fmla="*/ 1247489 h 2174272"/>
              <a:gd name="connsiteX571" fmla="*/ 4338543 w 4682585"/>
              <a:gd name="connsiteY571" fmla="*/ 1100899 h 2174272"/>
              <a:gd name="connsiteX572" fmla="*/ 4013550 w 4682585"/>
              <a:gd name="connsiteY572" fmla="*/ 1100899 h 2174272"/>
              <a:gd name="connsiteX573" fmla="*/ 4013550 w 4682585"/>
              <a:gd name="connsiteY573" fmla="*/ 1247489 h 2174272"/>
              <a:gd name="connsiteX574" fmla="*/ 4171284 w 4682585"/>
              <a:gd name="connsiteY574" fmla="*/ 1247489 h 2174272"/>
              <a:gd name="connsiteX575" fmla="*/ 4171284 w 4682585"/>
              <a:gd name="connsiteY575" fmla="*/ 1100899 h 2174272"/>
              <a:gd name="connsiteX576" fmla="*/ 3846291 w 4682585"/>
              <a:gd name="connsiteY576" fmla="*/ 1100899 h 2174272"/>
              <a:gd name="connsiteX577" fmla="*/ 3846291 w 4682585"/>
              <a:gd name="connsiteY577" fmla="*/ 1247489 h 2174272"/>
              <a:gd name="connsiteX578" fmla="*/ 4004025 w 4682585"/>
              <a:gd name="connsiteY578" fmla="*/ 1247489 h 2174272"/>
              <a:gd name="connsiteX579" fmla="*/ 4004025 w 4682585"/>
              <a:gd name="connsiteY579" fmla="*/ 1100899 h 2174272"/>
              <a:gd name="connsiteX580" fmla="*/ 3678936 w 4682585"/>
              <a:gd name="connsiteY580" fmla="*/ 1100899 h 2174272"/>
              <a:gd name="connsiteX581" fmla="*/ 3678936 w 4682585"/>
              <a:gd name="connsiteY581" fmla="*/ 1247489 h 2174272"/>
              <a:gd name="connsiteX582" fmla="*/ 3836766 w 4682585"/>
              <a:gd name="connsiteY582" fmla="*/ 1247489 h 2174272"/>
              <a:gd name="connsiteX583" fmla="*/ 3836766 w 4682585"/>
              <a:gd name="connsiteY583" fmla="*/ 1100899 h 2174272"/>
              <a:gd name="connsiteX584" fmla="*/ 3511677 w 4682585"/>
              <a:gd name="connsiteY584" fmla="*/ 1100899 h 2174272"/>
              <a:gd name="connsiteX585" fmla="*/ 3511677 w 4682585"/>
              <a:gd name="connsiteY585" fmla="*/ 1247489 h 2174272"/>
              <a:gd name="connsiteX586" fmla="*/ 3669411 w 4682585"/>
              <a:gd name="connsiteY586" fmla="*/ 1247489 h 2174272"/>
              <a:gd name="connsiteX587" fmla="*/ 3669411 w 4682585"/>
              <a:gd name="connsiteY587" fmla="*/ 1100899 h 2174272"/>
              <a:gd name="connsiteX588" fmla="*/ 3344418 w 4682585"/>
              <a:gd name="connsiteY588" fmla="*/ 1100899 h 2174272"/>
              <a:gd name="connsiteX589" fmla="*/ 3344418 w 4682585"/>
              <a:gd name="connsiteY589" fmla="*/ 1247489 h 2174272"/>
              <a:gd name="connsiteX590" fmla="*/ 3502152 w 4682585"/>
              <a:gd name="connsiteY590" fmla="*/ 1247489 h 2174272"/>
              <a:gd name="connsiteX591" fmla="*/ 3502152 w 4682585"/>
              <a:gd name="connsiteY591" fmla="*/ 1100899 h 2174272"/>
              <a:gd name="connsiteX592" fmla="*/ 3177159 w 4682585"/>
              <a:gd name="connsiteY592" fmla="*/ 1100899 h 2174272"/>
              <a:gd name="connsiteX593" fmla="*/ 3177159 w 4682585"/>
              <a:gd name="connsiteY593" fmla="*/ 1247489 h 2174272"/>
              <a:gd name="connsiteX594" fmla="*/ 3334893 w 4682585"/>
              <a:gd name="connsiteY594" fmla="*/ 1247489 h 2174272"/>
              <a:gd name="connsiteX595" fmla="*/ 3334893 w 4682585"/>
              <a:gd name="connsiteY595" fmla="*/ 1100899 h 2174272"/>
              <a:gd name="connsiteX596" fmla="*/ 3009900 w 4682585"/>
              <a:gd name="connsiteY596" fmla="*/ 1100899 h 2174272"/>
              <a:gd name="connsiteX597" fmla="*/ 3009900 w 4682585"/>
              <a:gd name="connsiteY597" fmla="*/ 1247489 h 2174272"/>
              <a:gd name="connsiteX598" fmla="*/ 3167634 w 4682585"/>
              <a:gd name="connsiteY598" fmla="*/ 1247489 h 2174272"/>
              <a:gd name="connsiteX599" fmla="*/ 3167634 w 4682585"/>
              <a:gd name="connsiteY599" fmla="*/ 1100899 h 2174272"/>
              <a:gd name="connsiteX600" fmla="*/ 2842641 w 4682585"/>
              <a:gd name="connsiteY600" fmla="*/ 1100899 h 2174272"/>
              <a:gd name="connsiteX601" fmla="*/ 2842641 w 4682585"/>
              <a:gd name="connsiteY601" fmla="*/ 1247489 h 2174272"/>
              <a:gd name="connsiteX602" fmla="*/ 3000375 w 4682585"/>
              <a:gd name="connsiteY602" fmla="*/ 1247489 h 2174272"/>
              <a:gd name="connsiteX603" fmla="*/ 3000375 w 4682585"/>
              <a:gd name="connsiteY603" fmla="*/ 1100899 h 2174272"/>
              <a:gd name="connsiteX604" fmla="*/ 2675382 w 4682585"/>
              <a:gd name="connsiteY604" fmla="*/ 1100899 h 2174272"/>
              <a:gd name="connsiteX605" fmla="*/ 2675382 w 4682585"/>
              <a:gd name="connsiteY605" fmla="*/ 1247489 h 2174272"/>
              <a:gd name="connsiteX606" fmla="*/ 2833116 w 4682585"/>
              <a:gd name="connsiteY606" fmla="*/ 1247489 h 2174272"/>
              <a:gd name="connsiteX607" fmla="*/ 2833116 w 4682585"/>
              <a:gd name="connsiteY607" fmla="*/ 1100899 h 2174272"/>
              <a:gd name="connsiteX608" fmla="*/ 2508123 w 4682585"/>
              <a:gd name="connsiteY608" fmla="*/ 1100899 h 2174272"/>
              <a:gd name="connsiteX609" fmla="*/ 2508123 w 4682585"/>
              <a:gd name="connsiteY609" fmla="*/ 1247489 h 2174272"/>
              <a:gd name="connsiteX610" fmla="*/ 2665857 w 4682585"/>
              <a:gd name="connsiteY610" fmla="*/ 1247489 h 2174272"/>
              <a:gd name="connsiteX611" fmla="*/ 2665857 w 4682585"/>
              <a:gd name="connsiteY611" fmla="*/ 1100899 h 2174272"/>
              <a:gd name="connsiteX612" fmla="*/ 2340864 w 4682585"/>
              <a:gd name="connsiteY612" fmla="*/ 1100899 h 2174272"/>
              <a:gd name="connsiteX613" fmla="*/ 2340864 w 4682585"/>
              <a:gd name="connsiteY613" fmla="*/ 1247489 h 2174272"/>
              <a:gd name="connsiteX614" fmla="*/ 2498598 w 4682585"/>
              <a:gd name="connsiteY614" fmla="*/ 1247489 h 2174272"/>
              <a:gd name="connsiteX615" fmla="*/ 2498598 w 4682585"/>
              <a:gd name="connsiteY615" fmla="*/ 1100899 h 2174272"/>
              <a:gd name="connsiteX616" fmla="*/ 2173510 w 4682585"/>
              <a:gd name="connsiteY616" fmla="*/ 1100899 h 2174272"/>
              <a:gd name="connsiteX617" fmla="*/ 2173510 w 4682585"/>
              <a:gd name="connsiteY617" fmla="*/ 1247489 h 2174272"/>
              <a:gd name="connsiteX618" fmla="*/ 2331339 w 4682585"/>
              <a:gd name="connsiteY618" fmla="*/ 1247489 h 2174272"/>
              <a:gd name="connsiteX619" fmla="*/ 2331339 w 4682585"/>
              <a:gd name="connsiteY619" fmla="*/ 1100899 h 2174272"/>
              <a:gd name="connsiteX620" fmla="*/ 2006251 w 4682585"/>
              <a:gd name="connsiteY620" fmla="*/ 1100899 h 2174272"/>
              <a:gd name="connsiteX621" fmla="*/ 2006251 w 4682585"/>
              <a:gd name="connsiteY621" fmla="*/ 1247489 h 2174272"/>
              <a:gd name="connsiteX622" fmla="*/ 2163985 w 4682585"/>
              <a:gd name="connsiteY622" fmla="*/ 1247489 h 2174272"/>
              <a:gd name="connsiteX623" fmla="*/ 2163985 w 4682585"/>
              <a:gd name="connsiteY623" fmla="*/ 1100899 h 2174272"/>
              <a:gd name="connsiteX624" fmla="*/ 1838992 w 4682585"/>
              <a:gd name="connsiteY624" fmla="*/ 1100899 h 2174272"/>
              <a:gd name="connsiteX625" fmla="*/ 1838992 w 4682585"/>
              <a:gd name="connsiteY625" fmla="*/ 1247489 h 2174272"/>
              <a:gd name="connsiteX626" fmla="*/ 1996726 w 4682585"/>
              <a:gd name="connsiteY626" fmla="*/ 1247489 h 2174272"/>
              <a:gd name="connsiteX627" fmla="*/ 1996726 w 4682585"/>
              <a:gd name="connsiteY627" fmla="*/ 1100899 h 2174272"/>
              <a:gd name="connsiteX628" fmla="*/ 1671733 w 4682585"/>
              <a:gd name="connsiteY628" fmla="*/ 1100899 h 2174272"/>
              <a:gd name="connsiteX629" fmla="*/ 1671733 w 4682585"/>
              <a:gd name="connsiteY629" fmla="*/ 1247489 h 2174272"/>
              <a:gd name="connsiteX630" fmla="*/ 1829467 w 4682585"/>
              <a:gd name="connsiteY630" fmla="*/ 1247489 h 2174272"/>
              <a:gd name="connsiteX631" fmla="*/ 1829467 w 4682585"/>
              <a:gd name="connsiteY631" fmla="*/ 1100899 h 2174272"/>
              <a:gd name="connsiteX632" fmla="*/ 1504474 w 4682585"/>
              <a:gd name="connsiteY632" fmla="*/ 1100899 h 2174272"/>
              <a:gd name="connsiteX633" fmla="*/ 1504474 w 4682585"/>
              <a:gd name="connsiteY633" fmla="*/ 1247489 h 2174272"/>
              <a:gd name="connsiteX634" fmla="*/ 1662208 w 4682585"/>
              <a:gd name="connsiteY634" fmla="*/ 1247489 h 2174272"/>
              <a:gd name="connsiteX635" fmla="*/ 1662208 w 4682585"/>
              <a:gd name="connsiteY635" fmla="*/ 1100899 h 2174272"/>
              <a:gd name="connsiteX636" fmla="*/ 1337215 w 4682585"/>
              <a:gd name="connsiteY636" fmla="*/ 1100899 h 2174272"/>
              <a:gd name="connsiteX637" fmla="*/ 1337215 w 4682585"/>
              <a:gd name="connsiteY637" fmla="*/ 1247489 h 2174272"/>
              <a:gd name="connsiteX638" fmla="*/ 1494949 w 4682585"/>
              <a:gd name="connsiteY638" fmla="*/ 1247489 h 2174272"/>
              <a:gd name="connsiteX639" fmla="*/ 1494949 w 4682585"/>
              <a:gd name="connsiteY639" fmla="*/ 1100899 h 2174272"/>
              <a:gd name="connsiteX640" fmla="*/ 1169956 w 4682585"/>
              <a:gd name="connsiteY640" fmla="*/ 1100899 h 2174272"/>
              <a:gd name="connsiteX641" fmla="*/ 1169956 w 4682585"/>
              <a:gd name="connsiteY641" fmla="*/ 1247489 h 2174272"/>
              <a:gd name="connsiteX642" fmla="*/ 1327690 w 4682585"/>
              <a:gd name="connsiteY642" fmla="*/ 1247489 h 2174272"/>
              <a:gd name="connsiteX643" fmla="*/ 1327690 w 4682585"/>
              <a:gd name="connsiteY643" fmla="*/ 1100899 h 2174272"/>
              <a:gd name="connsiteX644" fmla="*/ 1002697 w 4682585"/>
              <a:gd name="connsiteY644" fmla="*/ 1100899 h 2174272"/>
              <a:gd name="connsiteX645" fmla="*/ 1002697 w 4682585"/>
              <a:gd name="connsiteY645" fmla="*/ 1247489 h 2174272"/>
              <a:gd name="connsiteX646" fmla="*/ 1160431 w 4682585"/>
              <a:gd name="connsiteY646" fmla="*/ 1247489 h 2174272"/>
              <a:gd name="connsiteX647" fmla="*/ 1160431 w 4682585"/>
              <a:gd name="connsiteY647" fmla="*/ 1100899 h 2174272"/>
              <a:gd name="connsiteX648" fmla="*/ 835438 w 4682585"/>
              <a:gd name="connsiteY648" fmla="*/ 1100899 h 2174272"/>
              <a:gd name="connsiteX649" fmla="*/ 835438 w 4682585"/>
              <a:gd name="connsiteY649" fmla="*/ 1247489 h 2174272"/>
              <a:gd name="connsiteX650" fmla="*/ 993172 w 4682585"/>
              <a:gd name="connsiteY650" fmla="*/ 1247489 h 2174272"/>
              <a:gd name="connsiteX651" fmla="*/ 993172 w 4682585"/>
              <a:gd name="connsiteY651" fmla="*/ 1100899 h 2174272"/>
              <a:gd name="connsiteX652" fmla="*/ 668179 w 4682585"/>
              <a:gd name="connsiteY652" fmla="*/ 1100899 h 2174272"/>
              <a:gd name="connsiteX653" fmla="*/ 668179 w 4682585"/>
              <a:gd name="connsiteY653" fmla="*/ 1247489 h 2174272"/>
              <a:gd name="connsiteX654" fmla="*/ 825913 w 4682585"/>
              <a:gd name="connsiteY654" fmla="*/ 1247489 h 2174272"/>
              <a:gd name="connsiteX655" fmla="*/ 825913 w 4682585"/>
              <a:gd name="connsiteY655" fmla="*/ 1100899 h 2174272"/>
              <a:gd name="connsiteX656" fmla="*/ 500920 w 4682585"/>
              <a:gd name="connsiteY656" fmla="*/ 1100899 h 2174272"/>
              <a:gd name="connsiteX657" fmla="*/ 500920 w 4682585"/>
              <a:gd name="connsiteY657" fmla="*/ 1247489 h 2174272"/>
              <a:gd name="connsiteX658" fmla="*/ 658654 w 4682585"/>
              <a:gd name="connsiteY658" fmla="*/ 1247489 h 2174272"/>
              <a:gd name="connsiteX659" fmla="*/ 658654 w 4682585"/>
              <a:gd name="connsiteY659" fmla="*/ 1100899 h 2174272"/>
              <a:gd name="connsiteX660" fmla="*/ 333566 w 4682585"/>
              <a:gd name="connsiteY660" fmla="*/ 1100899 h 2174272"/>
              <a:gd name="connsiteX661" fmla="*/ 333566 w 4682585"/>
              <a:gd name="connsiteY661" fmla="*/ 1247489 h 2174272"/>
              <a:gd name="connsiteX662" fmla="*/ 491395 w 4682585"/>
              <a:gd name="connsiteY662" fmla="*/ 1247489 h 2174272"/>
              <a:gd name="connsiteX663" fmla="*/ 491395 w 4682585"/>
              <a:gd name="connsiteY663" fmla="*/ 1100899 h 2174272"/>
              <a:gd name="connsiteX664" fmla="*/ 166307 w 4682585"/>
              <a:gd name="connsiteY664" fmla="*/ 1100899 h 2174272"/>
              <a:gd name="connsiteX665" fmla="*/ 166307 w 4682585"/>
              <a:gd name="connsiteY665" fmla="*/ 1247489 h 2174272"/>
              <a:gd name="connsiteX666" fmla="*/ 324041 w 4682585"/>
              <a:gd name="connsiteY666" fmla="*/ 1247489 h 2174272"/>
              <a:gd name="connsiteX667" fmla="*/ 324041 w 4682585"/>
              <a:gd name="connsiteY667" fmla="*/ 1100899 h 2174272"/>
              <a:gd name="connsiteX668" fmla="*/ 9525 w 4682585"/>
              <a:gd name="connsiteY668" fmla="*/ 1100899 h 2174272"/>
              <a:gd name="connsiteX669" fmla="*/ 9525 w 4682585"/>
              <a:gd name="connsiteY669" fmla="*/ 1247489 h 2174272"/>
              <a:gd name="connsiteX670" fmla="*/ 156782 w 4682585"/>
              <a:gd name="connsiteY670" fmla="*/ 1247489 h 2174272"/>
              <a:gd name="connsiteX671" fmla="*/ 156782 w 4682585"/>
              <a:gd name="connsiteY671" fmla="*/ 1100899 h 2174272"/>
              <a:gd name="connsiteX672" fmla="*/ 4515326 w 4682585"/>
              <a:gd name="connsiteY672" fmla="*/ 944784 h 2174272"/>
              <a:gd name="connsiteX673" fmla="*/ 4515326 w 4682585"/>
              <a:gd name="connsiteY673" fmla="*/ 1091374 h 2174272"/>
              <a:gd name="connsiteX674" fmla="*/ 4673060 w 4682585"/>
              <a:gd name="connsiteY674" fmla="*/ 1091374 h 2174272"/>
              <a:gd name="connsiteX675" fmla="*/ 4673060 w 4682585"/>
              <a:gd name="connsiteY675" fmla="*/ 944784 h 2174272"/>
              <a:gd name="connsiteX676" fmla="*/ 4348068 w 4682585"/>
              <a:gd name="connsiteY676" fmla="*/ 944784 h 2174272"/>
              <a:gd name="connsiteX677" fmla="*/ 4348068 w 4682585"/>
              <a:gd name="connsiteY677" fmla="*/ 1091374 h 2174272"/>
              <a:gd name="connsiteX678" fmla="*/ 4505801 w 4682585"/>
              <a:gd name="connsiteY678" fmla="*/ 1091374 h 2174272"/>
              <a:gd name="connsiteX679" fmla="*/ 4505801 w 4682585"/>
              <a:gd name="connsiteY679" fmla="*/ 944784 h 2174272"/>
              <a:gd name="connsiteX680" fmla="*/ 4180809 w 4682585"/>
              <a:gd name="connsiteY680" fmla="*/ 944784 h 2174272"/>
              <a:gd name="connsiteX681" fmla="*/ 4180809 w 4682585"/>
              <a:gd name="connsiteY681" fmla="*/ 1091374 h 2174272"/>
              <a:gd name="connsiteX682" fmla="*/ 4338543 w 4682585"/>
              <a:gd name="connsiteY682" fmla="*/ 1091374 h 2174272"/>
              <a:gd name="connsiteX683" fmla="*/ 4338543 w 4682585"/>
              <a:gd name="connsiteY683" fmla="*/ 944784 h 2174272"/>
              <a:gd name="connsiteX684" fmla="*/ 4013550 w 4682585"/>
              <a:gd name="connsiteY684" fmla="*/ 944784 h 2174272"/>
              <a:gd name="connsiteX685" fmla="*/ 4013550 w 4682585"/>
              <a:gd name="connsiteY685" fmla="*/ 1091374 h 2174272"/>
              <a:gd name="connsiteX686" fmla="*/ 4171284 w 4682585"/>
              <a:gd name="connsiteY686" fmla="*/ 1091374 h 2174272"/>
              <a:gd name="connsiteX687" fmla="*/ 4171284 w 4682585"/>
              <a:gd name="connsiteY687" fmla="*/ 944784 h 2174272"/>
              <a:gd name="connsiteX688" fmla="*/ 3846291 w 4682585"/>
              <a:gd name="connsiteY688" fmla="*/ 944784 h 2174272"/>
              <a:gd name="connsiteX689" fmla="*/ 3846291 w 4682585"/>
              <a:gd name="connsiteY689" fmla="*/ 1091374 h 2174272"/>
              <a:gd name="connsiteX690" fmla="*/ 4004025 w 4682585"/>
              <a:gd name="connsiteY690" fmla="*/ 1091374 h 2174272"/>
              <a:gd name="connsiteX691" fmla="*/ 4004025 w 4682585"/>
              <a:gd name="connsiteY691" fmla="*/ 944784 h 2174272"/>
              <a:gd name="connsiteX692" fmla="*/ 3678936 w 4682585"/>
              <a:gd name="connsiteY692" fmla="*/ 944784 h 2174272"/>
              <a:gd name="connsiteX693" fmla="*/ 3678936 w 4682585"/>
              <a:gd name="connsiteY693" fmla="*/ 1091374 h 2174272"/>
              <a:gd name="connsiteX694" fmla="*/ 3836766 w 4682585"/>
              <a:gd name="connsiteY694" fmla="*/ 1091374 h 2174272"/>
              <a:gd name="connsiteX695" fmla="*/ 3836766 w 4682585"/>
              <a:gd name="connsiteY695" fmla="*/ 944784 h 2174272"/>
              <a:gd name="connsiteX696" fmla="*/ 3511677 w 4682585"/>
              <a:gd name="connsiteY696" fmla="*/ 944784 h 2174272"/>
              <a:gd name="connsiteX697" fmla="*/ 3511677 w 4682585"/>
              <a:gd name="connsiteY697" fmla="*/ 1091374 h 2174272"/>
              <a:gd name="connsiteX698" fmla="*/ 3669411 w 4682585"/>
              <a:gd name="connsiteY698" fmla="*/ 1091374 h 2174272"/>
              <a:gd name="connsiteX699" fmla="*/ 3669411 w 4682585"/>
              <a:gd name="connsiteY699" fmla="*/ 944784 h 2174272"/>
              <a:gd name="connsiteX700" fmla="*/ 3344418 w 4682585"/>
              <a:gd name="connsiteY700" fmla="*/ 944784 h 2174272"/>
              <a:gd name="connsiteX701" fmla="*/ 3344418 w 4682585"/>
              <a:gd name="connsiteY701" fmla="*/ 1091374 h 2174272"/>
              <a:gd name="connsiteX702" fmla="*/ 3502152 w 4682585"/>
              <a:gd name="connsiteY702" fmla="*/ 1091374 h 2174272"/>
              <a:gd name="connsiteX703" fmla="*/ 3502152 w 4682585"/>
              <a:gd name="connsiteY703" fmla="*/ 944784 h 2174272"/>
              <a:gd name="connsiteX704" fmla="*/ 3177159 w 4682585"/>
              <a:gd name="connsiteY704" fmla="*/ 944784 h 2174272"/>
              <a:gd name="connsiteX705" fmla="*/ 3177159 w 4682585"/>
              <a:gd name="connsiteY705" fmla="*/ 1091374 h 2174272"/>
              <a:gd name="connsiteX706" fmla="*/ 3334893 w 4682585"/>
              <a:gd name="connsiteY706" fmla="*/ 1091374 h 2174272"/>
              <a:gd name="connsiteX707" fmla="*/ 3334893 w 4682585"/>
              <a:gd name="connsiteY707" fmla="*/ 944784 h 2174272"/>
              <a:gd name="connsiteX708" fmla="*/ 3009900 w 4682585"/>
              <a:gd name="connsiteY708" fmla="*/ 944784 h 2174272"/>
              <a:gd name="connsiteX709" fmla="*/ 3009900 w 4682585"/>
              <a:gd name="connsiteY709" fmla="*/ 1091374 h 2174272"/>
              <a:gd name="connsiteX710" fmla="*/ 3167634 w 4682585"/>
              <a:gd name="connsiteY710" fmla="*/ 1091374 h 2174272"/>
              <a:gd name="connsiteX711" fmla="*/ 3167634 w 4682585"/>
              <a:gd name="connsiteY711" fmla="*/ 944784 h 2174272"/>
              <a:gd name="connsiteX712" fmla="*/ 2842641 w 4682585"/>
              <a:gd name="connsiteY712" fmla="*/ 944784 h 2174272"/>
              <a:gd name="connsiteX713" fmla="*/ 2842641 w 4682585"/>
              <a:gd name="connsiteY713" fmla="*/ 1091374 h 2174272"/>
              <a:gd name="connsiteX714" fmla="*/ 3000375 w 4682585"/>
              <a:gd name="connsiteY714" fmla="*/ 1091374 h 2174272"/>
              <a:gd name="connsiteX715" fmla="*/ 3000375 w 4682585"/>
              <a:gd name="connsiteY715" fmla="*/ 944784 h 2174272"/>
              <a:gd name="connsiteX716" fmla="*/ 2675382 w 4682585"/>
              <a:gd name="connsiteY716" fmla="*/ 944784 h 2174272"/>
              <a:gd name="connsiteX717" fmla="*/ 2675382 w 4682585"/>
              <a:gd name="connsiteY717" fmla="*/ 1091374 h 2174272"/>
              <a:gd name="connsiteX718" fmla="*/ 2833116 w 4682585"/>
              <a:gd name="connsiteY718" fmla="*/ 1091374 h 2174272"/>
              <a:gd name="connsiteX719" fmla="*/ 2833116 w 4682585"/>
              <a:gd name="connsiteY719" fmla="*/ 944784 h 2174272"/>
              <a:gd name="connsiteX720" fmla="*/ 2508123 w 4682585"/>
              <a:gd name="connsiteY720" fmla="*/ 944784 h 2174272"/>
              <a:gd name="connsiteX721" fmla="*/ 2508123 w 4682585"/>
              <a:gd name="connsiteY721" fmla="*/ 1091374 h 2174272"/>
              <a:gd name="connsiteX722" fmla="*/ 2665857 w 4682585"/>
              <a:gd name="connsiteY722" fmla="*/ 1091374 h 2174272"/>
              <a:gd name="connsiteX723" fmla="*/ 2665857 w 4682585"/>
              <a:gd name="connsiteY723" fmla="*/ 944784 h 2174272"/>
              <a:gd name="connsiteX724" fmla="*/ 2340864 w 4682585"/>
              <a:gd name="connsiteY724" fmla="*/ 944784 h 2174272"/>
              <a:gd name="connsiteX725" fmla="*/ 2340864 w 4682585"/>
              <a:gd name="connsiteY725" fmla="*/ 1091374 h 2174272"/>
              <a:gd name="connsiteX726" fmla="*/ 2498598 w 4682585"/>
              <a:gd name="connsiteY726" fmla="*/ 1091374 h 2174272"/>
              <a:gd name="connsiteX727" fmla="*/ 2498598 w 4682585"/>
              <a:gd name="connsiteY727" fmla="*/ 944784 h 2174272"/>
              <a:gd name="connsiteX728" fmla="*/ 2173510 w 4682585"/>
              <a:gd name="connsiteY728" fmla="*/ 944784 h 2174272"/>
              <a:gd name="connsiteX729" fmla="*/ 2173510 w 4682585"/>
              <a:gd name="connsiteY729" fmla="*/ 1091374 h 2174272"/>
              <a:gd name="connsiteX730" fmla="*/ 2331339 w 4682585"/>
              <a:gd name="connsiteY730" fmla="*/ 1091374 h 2174272"/>
              <a:gd name="connsiteX731" fmla="*/ 2331339 w 4682585"/>
              <a:gd name="connsiteY731" fmla="*/ 944784 h 2174272"/>
              <a:gd name="connsiteX732" fmla="*/ 2006251 w 4682585"/>
              <a:gd name="connsiteY732" fmla="*/ 944784 h 2174272"/>
              <a:gd name="connsiteX733" fmla="*/ 2006251 w 4682585"/>
              <a:gd name="connsiteY733" fmla="*/ 1091374 h 2174272"/>
              <a:gd name="connsiteX734" fmla="*/ 2163985 w 4682585"/>
              <a:gd name="connsiteY734" fmla="*/ 1091374 h 2174272"/>
              <a:gd name="connsiteX735" fmla="*/ 2163985 w 4682585"/>
              <a:gd name="connsiteY735" fmla="*/ 944784 h 2174272"/>
              <a:gd name="connsiteX736" fmla="*/ 1838992 w 4682585"/>
              <a:gd name="connsiteY736" fmla="*/ 944784 h 2174272"/>
              <a:gd name="connsiteX737" fmla="*/ 1838992 w 4682585"/>
              <a:gd name="connsiteY737" fmla="*/ 1091374 h 2174272"/>
              <a:gd name="connsiteX738" fmla="*/ 1996726 w 4682585"/>
              <a:gd name="connsiteY738" fmla="*/ 1091374 h 2174272"/>
              <a:gd name="connsiteX739" fmla="*/ 1996726 w 4682585"/>
              <a:gd name="connsiteY739" fmla="*/ 944784 h 2174272"/>
              <a:gd name="connsiteX740" fmla="*/ 1671733 w 4682585"/>
              <a:gd name="connsiteY740" fmla="*/ 944784 h 2174272"/>
              <a:gd name="connsiteX741" fmla="*/ 1671733 w 4682585"/>
              <a:gd name="connsiteY741" fmla="*/ 1091374 h 2174272"/>
              <a:gd name="connsiteX742" fmla="*/ 1829467 w 4682585"/>
              <a:gd name="connsiteY742" fmla="*/ 1091374 h 2174272"/>
              <a:gd name="connsiteX743" fmla="*/ 1829467 w 4682585"/>
              <a:gd name="connsiteY743" fmla="*/ 944784 h 2174272"/>
              <a:gd name="connsiteX744" fmla="*/ 1504474 w 4682585"/>
              <a:gd name="connsiteY744" fmla="*/ 944784 h 2174272"/>
              <a:gd name="connsiteX745" fmla="*/ 1504474 w 4682585"/>
              <a:gd name="connsiteY745" fmla="*/ 1091374 h 2174272"/>
              <a:gd name="connsiteX746" fmla="*/ 1662208 w 4682585"/>
              <a:gd name="connsiteY746" fmla="*/ 1091374 h 2174272"/>
              <a:gd name="connsiteX747" fmla="*/ 1662208 w 4682585"/>
              <a:gd name="connsiteY747" fmla="*/ 944784 h 2174272"/>
              <a:gd name="connsiteX748" fmla="*/ 1337215 w 4682585"/>
              <a:gd name="connsiteY748" fmla="*/ 944784 h 2174272"/>
              <a:gd name="connsiteX749" fmla="*/ 1337215 w 4682585"/>
              <a:gd name="connsiteY749" fmla="*/ 1091374 h 2174272"/>
              <a:gd name="connsiteX750" fmla="*/ 1494949 w 4682585"/>
              <a:gd name="connsiteY750" fmla="*/ 1091374 h 2174272"/>
              <a:gd name="connsiteX751" fmla="*/ 1494949 w 4682585"/>
              <a:gd name="connsiteY751" fmla="*/ 944784 h 2174272"/>
              <a:gd name="connsiteX752" fmla="*/ 1169956 w 4682585"/>
              <a:gd name="connsiteY752" fmla="*/ 944784 h 2174272"/>
              <a:gd name="connsiteX753" fmla="*/ 1169956 w 4682585"/>
              <a:gd name="connsiteY753" fmla="*/ 1091374 h 2174272"/>
              <a:gd name="connsiteX754" fmla="*/ 1327690 w 4682585"/>
              <a:gd name="connsiteY754" fmla="*/ 1091374 h 2174272"/>
              <a:gd name="connsiteX755" fmla="*/ 1327690 w 4682585"/>
              <a:gd name="connsiteY755" fmla="*/ 944784 h 2174272"/>
              <a:gd name="connsiteX756" fmla="*/ 1002697 w 4682585"/>
              <a:gd name="connsiteY756" fmla="*/ 944784 h 2174272"/>
              <a:gd name="connsiteX757" fmla="*/ 1002697 w 4682585"/>
              <a:gd name="connsiteY757" fmla="*/ 1091374 h 2174272"/>
              <a:gd name="connsiteX758" fmla="*/ 1160431 w 4682585"/>
              <a:gd name="connsiteY758" fmla="*/ 1091374 h 2174272"/>
              <a:gd name="connsiteX759" fmla="*/ 1160431 w 4682585"/>
              <a:gd name="connsiteY759" fmla="*/ 944784 h 2174272"/>
              <a:gd name="connsiteX760" fmla="*/ 835438 w 4682585"/>
              <a:gd name="connsiteY760" fmla="*/ 944784 h 2174272"/>
              <a:gd name="connsiteX761" fmla="*/ 835438 w 4682585"/>
              <a:gd name="connsiteY761" fmla="*/ 1091374 h 2174272"/>
              <a:gd name="connsiteX762" fmla="*/ 993172 w 4682585"/>
              <a:gd name="connsiteY762" fmla="*/ 1091374 h 2174272"/>
              <a:gd name="connsiteX763" fmla="*/ 993172 w 4682585"/>
              <a:gd name="connsiteY763" fmla="*/ 944784 h 2174272"/>
              <a:gd name="connsiteX764" fmla="*/ 668179 w 4682585"/>
              <a:gd name="connsiteY764" fmla="*/ 944784 h 2174272"/>
              <a:gd name="connsiteX765" fmla="*/ 668179 w 4682585"/>
              <a:gd name="connsiteY765" fmla="*/ 1091374 h 2174272"/>
              <a:gd name="connsiteX766" fmla="*/ 825913 w 4682585"/>
              <a:gd name="connsiteY766" fmla="*/ 1091374 h 2174272"/>
              <a:gd name="connsiteX767" fmla="*/ 825913 w 4682585"/>
              <a:gd name="connsiteY767" fmla="*/ 944784 h 2174272"/>
              <a:gd name="connsiteX768" fmla="*/ 500920 w 4682585"/>
              <a:gd name="connsiteY768" fmla="*/ 944784 h 2174272"/>
              <a:gd name="connsiteX769" fmla="*/ 500920 w 4682585"/>
              <a:gd name="connsiteY769" fmla="*/ 1091374 h 2174272"/>
              <a:gd name="connsiteX770" fmla="*/ 658654 w 4682585"/>
              <a:gd name="connsiteY770" fmla="*/ 1091374 h 2174272"/>
              <a:gd name="connsiteX771" fmla="*/ 658654 w 4682585"/>
              <a:gd name="connsiteY771" fmla="*/ 944784 h 2174272"/>
              <a:gd name="connsiteX772" fmla="*/ 333566 w 4682585"/>
              <a:gd name="connsiteY772" fmla="*/ 944784 h 2174272"/>
              <a:gd name="connsiteX773" fmla="*/ 333566 w 4682585"/>
              <a:gd name="connsiteY773" fmla="*/ 1091374 h 2174272"/>
              <a:gd name="connsiteX774" fmla="*/ 491395 w 4682585"/>
              <a:gd name="connsiteY774" fmla="*/ 1091374 h 2174272"/>
              <a:gd name="connsiteX775" fmla="*/ 491395 w 4682585"/>
              <a:gd name="connsiteY775" fmla="*/ 944784 h 2174272"/>
              <a:gd name="connsiteX776" fmla="*/ 166307 w 4682585"/>
              <a:gd name="connsiteY776" fmla="*/ 944784 h 2174272"/>
              <a:gd name="connsiteX777" fmla="*/ 166307 w 4682585"/>
              <a:gd name="connsiteY777" fmla="*/ 1091374 h 2174272"/>
              <a:gd name="connsiteX778" fmla="*/ 324041 w 4682585"/>
              <a:gd name="connsiteY778" fmla="*/ 1091374 h 2174272"/>
              <a:gd name="connsiteX779" fmla="*/ 324041 w 4682585"/>
              <a:gd name="connsiteY779" fmla="*/ 944784 h 2174272"/>
              <a:gd name="connsiteX780" fmla="*/ 9525 w 4682585"/>
              <a:gd name="connsiteY780" fmla="*/ 944784 h 2174272"/>
              <a:gd name="connsiteX781" fmla="*/ 9525 w 4682585"/>
              <a:gd name="connsiteY781" fmla="*/ 1091374 h 2174272"/>
              <a:gd name="connsiteX782" fmla="*/ 156782 w 4682585"/>
              <a:gd name="connsiteY782" fmla="*/ 1091374 h 2174272"/>
              <a:gd name="connsiteX783" fmla="*/ 156782 w 4682585"/>
              <a:gd name="connsiteY783" fmla="*/ 944784 h 2174272"/>
              <a:gd name="connsiteX784" fmla="*/ 4515326 w 4682585"/>
              <a:gd name="connsiteY784" fmla="*/ 788670 h 2174272"/>
              <a:gd name="connsiteX785" fmla="*/ 4515326 w 4682585"/>
              <a:gd name="connsiteY785" fmla="*/ 935259 h 2174272"/>
              <a:gd name="connsiteX786" fmla="*/ 4673060 w 4682585"/>
              <a:gd name="connsiteY786" fmla="*/ 935259 h 2174272"/>
              <a:gd name="connsiteX787" fmla="*/ 4673060 w 4682585"/>
              <a:gd name="connsiteY787" fmla="*/ 788670 h 2174272"/>
              <a:gd name="connsiteX788" fmla="*/ 4348068 w 4682585"/>
              <a:gd name="connsiteY788" fmla="*/ 788670 h 2174272"/>
              <a:gd name="connsiteX789" fmla="*/ 4348068 w 4682585"/>
              <a:gd name="connsiteY789" fmla="*/ 935259 h 2174272"/>
              <a:gd name="connsiteX790" fmla="*/ 4505801 w 4682585"/>
              <a:gd name="connsiteY790" fmla="*/ 935259 h 2174272"/>
              <a:gd name="connsiteX791" fmla="*/ 4505801 w 4682585"/>
              <a:gd name="connsiteY791" fmla="*/ 788670 h 2174272"/>
              <a:gd name="connsiteX792" fmla="*/ 4180809 w 4682585"/>
              <a:gd name="connsiteY792" fmla="*/ 788670 h 2174272"/>
              <a:gd name="connsiteX793" fmla="*/ 4180809 w 4682585"/>
              <a:gd name="connsiteY793" fmla="*/ 935259 h 2174272"/>
              <a:gd name="connsiteX794" fmla="*/ 4338543 w 4682585"/>
              <a:gd name="connsiteY794" fmla="*/ 935259 h 2174272"/>
              <a:gd name="connsiteX795" fmla="*/ 4338543 w 4682585"/>
              <a:gd name="connsiteY795" fmla="*/ 788670 h 2174272"/>
              <a:gd name="connsiteX796" fmla="*/ 4013550 w 4682585"/>
              <a:gd name="connsiteY796" fmla="*/ 788670 h 2174272"/>
              <a:gd name="connsiteX797" fmla="*/ 4013550 w 4682585"/>
              <a:gd name="connsiteY797" fmla="*/ 935259 h 2174272"/>
              <a:gd name="connsiteX798" fmla="*/ 4171284 w 4682585"/>
              <a:gd name="connsiteY798" fmla="*/ 935259 h 2174272"/>
              <a:gd name="connsiteX799" fmla="*/ 4171284 w 4682585"/>
              <a:gd name="connsiteY799" fmla="*/ 788670 h 2174272"/>
              <a:gd name="connsiteX800" fmla="*/ 3846291 w 4682585"/>
              <a:gd name="connsiteY800" fmla="*/ 788670 h 2174272"/>
              <a:gd name="connsiteX801" fmla="*/ 3846291 w 4682585"/>
              <a:gd name="connsiteY801" fmla="*/ 935259 h 2174272"/>
              <a:gd name="connsiteX802" fmla="*/ 4004025 w 4682585"/>
              <a:gd name="connsiteY802" fmla="*/ 935259 h 2174272"/>
              <a:gd name="connsiteX803" fmla="*/ 4004025 w 4682585"/>
              <a:gd name="connsiteY803" fmla="*/ 788670 h 2174272"/>
              <a:gd name="connsiteX804" fmla="*/ 3678936 w 4682585"/>
              <a:gd name="connsiteY804" fmla="*/ 788670 h 2174272"/>
              <a:gd name="connsiteX805" fmla="*/ 3678936 w 4682585"/>
              <a:gd name="connsiteY805" fmla="*/ 935259 h 2174272"/>
              <a:gd name="connsiteX806" fmla="*/ 3836766 w 4682585"/>
              <a:gd name="connsiteY806" fmla="*/ 935259 h 2174272"/>
              <a:gd name="connsiteX807" fmla="*/ 3836766 w 4682585"/>
              <a:gd name="connsiteY807" fmla="*/ 788670 h 2174272"/>
              <a:gd name="connsiteX808" fmla="*/ 3511677 w 4682585"/>
              <a:gd name="connsiteY808" fmla="*/ 788670 h 2174272"/>
              <a:gd name="connsiteX809" fmla="*/ 3511677 w 4682585"/>
              <a:gd name="connsiteY809" fmla="*/ 935259 h 2174272"/>
              <a:gd name="connsiteX810" fmla="*/ 3669411 w 4682585"/>
              <a:gd name="connsiteY810" fmla="*/ 935259 h 2174272"/>
              <a:gd name="connsiteX811" fmla="*/ 3669411 w 4682585"/>
              <a:gd name="connsiteY811" fmla="*/ 788670 h 2174272"/>
              <a:gd name="connsiteX812" fmla="*/ 3344418 w 4682585"/>
              <a:gd name="connsiteY812" fmla="*/ 788670 h 2174272"/>
              <a:gd name="connsiteX813" fmla="*/ 3344418 w 4682585"/>
              <a:gd name="connsiteY813" fmla="*/ 935259 h 2174272"/>
              <a:gd name="connsiteX814" fmla="*/ 3502152 w 4682585"/>
              <a:gd name="connsiteY814" fmla="*/ 935259 h 2174272"/>
              <a:gd name="connsiteX815" fmla="*/ 3502152 w 4682585"/>
              <a:gd name="connsiteY815" fmla="*/ 788670 h 2174272"/>
              <a:gd name="connsiteX816" fmla="*/ 3177159 w 4682585"/>
              <a:gd name="connsiteY816" fmla="*/ 788670 h 2174272"/>
              <a:gd name="connsiteX817" fmla="*/ 3177159 w 4682585"/>
              <a:gd name="connsiteY817" fmla="*/ 935259 h 2174272"/>
              <a:gd name="connsiteX818" fmla="*/ 3334893 w 4682585"/>
              <a:gd name="connsiteY818" fmla="*/ 935259 h 2174272"/>
              <a:gd name="connsiteX819" fmla="*/ 3334893 w 4682585"/>
              <a:gd name="connsiteY819" fmla="*/ 788670 h 2174272"/>
              <a:gd name="connsiteX820" fmla="*/ 3009900 w 4682585"/>
              <a:gd name="connsiteY820" fmla="*/ 788670 h 2174272"/>
              <a:gd name="connsiteX821" fmla="*/ 3009900 w 4682585"/>
              <a:gd name="connsiteY821" fmla="*/ 935259 h 2174272"/>
              <a:gd name="connsiteX822" fmla="*/ 3167634 w 4682585"/>
              <a:gd name="connsiteY822" fmla="*/ 935259 h 2174272"/>
              <a:gd name="connsiteX823" fmla="*/ 3167634 w 4682585"/>
              <a:gd name="connsiteY823" fmla="*/ 788670 h 2174272"/>
              <a:gd name="connsiteX824" fmla="*/ 2842641 w 4682585"/>
              <a:gd name="connsiteY824" fmla="*/ 788670 h 2174272"/>
              <a:gd name="connsiteX825" fmla="*/ 2842641 w 4682585"/>
              <a:gd name="connsiteY825" fmla="*/ 935259 h 2174272"/>
              <a:gd name="connsiteX826" fmla="*/ 3000375 w 4682585"/>
              <a:gd name="connsiteY826" fmla="*/ 935259 h 2174272"/>
              <a:gd name="connsiteX827" fmla="*/ 3000375 w 4682585"/>
              <a:gd name="connsiteY827" fmla="*/ 788670 h 2174272"/>
              <a:gd name="connsiteX828" fmla="*/ 2675382 w 4682585"/>
              <a:gd name="connsiteY828" fmla="*/ 788670 h 2174272"/>
              <a:gd name="connsiteX829" fmla="*/ 2675382 w 4682585"/>
              <a:gd name="connsiteY829" fmla="*/ 935259 h 2174272"/>
              <a:gd name="connsiteX830" fmla="*/ 2833116 w 4682585"/>
              <a:gd name="connsiteY830" fmla="*/ 935259 h 2174272"/>
              <a:gd name="connsiteX831" fmla="*/ 2833116 w 4682585"/>
              <a:gd name="connsiteY831" fmla="*/ 788670 h 2174272"/>
              <a:gd name="connsiteX832" fmla="*/ 2508123 w 4682585"/>
              <a:gd name="connsiteY832" fmla="*/ 788670 h 2174272"/>
              <a:gd name="connsiteX833" fmla="*/ 2508123 w 4682585"/>
              <a:gd name="connsiteY833" fmla="*/ 935259 h 2174272"/>
              <a:gd name="connsiteX834" fmla="*/ 2665857 w 4682585"/>
              <a:gd name="connsiteY834" fmla="*/ 935259 h 2174272"/>
              <a:gd name="connsiteX835" fmla="*/ 2665857 w 4682585"/>
              <a:gd name="connsiteY835" fmla="*/ 788670 h 2174272"/>
              <a:gd name="connsiteX836" fmla="*/ 2340864 w 4682585"/>
              <a:gd name="connsiteY836" fmla="*/ 788670 h 2174272"/>
              <a:gd name="connsiteX837" fmla="*/ 2340864 w 4682585"/>
              <a:gd name="connsiteY837" fmla="*/ 935259 h 2174272"/>
              <a:gd name="connsiteX838" fmla="*/ 2498598 w 4682585"/>
              <a:gd name="connsiteY838" fmla="*/ 935259 h 2174272"/>
              <a:gd name="connsiteX839" fmla="*/ 2498598 w 4682585"/>
              <a:gd name="connsiteY839" fmla="*/ 788670 h 2174272"/>
              <a:gd name="connsiteX840" fmla="*/ 2173510 w 4682585"/>
              <a:gd name="connsiteY840" fmla="*/ 788670 h 2174272"/>
              <a:gd name="connsiteX841" fmla="*/ 2173510 w 4682585"/>
              <a:gd name="connsiteY841" fmla="*/ 935259 h 2174272"/>
              <a:gd name="connsiteX842" fmla="*/ 2331339 w 4682585"/>
              <a:gd name="connsiteY842" fmla="*/ 935259 h 2174272"/>
              <a:gd name="connsiteX843" fmla="*/ 2331339 w 4682585"/>
              <a:gd name="connsiteY843" fmla="*/ 788670 h 2174272"/>
              <a:gd name="connsiteX844" fmla="*/ 2006251 w 4682585"/>
              <a:gd name="connsiteY844" fmla="*/ 788670 h 2174272"/>
              <a:gd name="connsiteX845" fmla="*/ 2006251 w 4682585"/>
              <a:gd name="connsiteY845" fmla="*/ 935259 h 2174272"/>
              <a:gd name="connsiteX846" fmla="*/ 2163985 w 4682585"/>
              <a:gd name="connsiteY846" fmla="*/ 935259 h 2174272"/>
              <a:gd name="connsiteX847" fmla="*/ 2163985 w 4682585"/>
              <a:gd name="connsiteY847" fmla="*/ 788670 h 2174272"/>
              <a:gd name="connsiteX848" fmla="*/ 1838992 w 4682585"/>
              <a:gd name="connsiteY848" fmla="*/ 788670 h 2174272"/>
              <a:gd name="connsiteX849" fmla="*/ 1838992 w 4682585"/>
              <a:gd name="connsiteY849" fmla="*/ 935259 h 2174272"/>
              <a:gd name="connsiteX850" fmla="*/ 1996726 w 4682585"/>
              <a:gd name="connsiteY850" fmla="*/ 935259 h 2174272"/>
              <a:gd name="connsiteX851" fmla="*/ 1996726 w 4682585"/>
              <a:gd name="connsiteY851" fmla="*/ 788670 h 2174272"/>
              <a:gd name="connsiteX852" fmla="*/ 1671733 w 4682585"/>
              <a:gd name="connsiteY852" fmla="*/ 788670 h 2174272"/>
              <a:gd name="connsiteX853" fmla="*/ 1671733 w 4682585"/>
              <a:gd name="connsiteY853" fmla="*/ 935259 h 2174272"/>
              <a:gd name="connsiteX854" fmla="*/ 1829467 w 4682585"/>
              <a:gd name="connsiteY854" fmla="*/ 935259 h 2174272"/>
              <a:gd name="connsiteX855" fmla="*/ 1829467 w 4682585"/>
              <a:gd name="connsiteY855" fmla="*/ 788670 h 2174272"/>
              <a:gd name="connsiteX856" fmla="*/ 1504474 w 4682585"/>
              <a:gd name="connsiteY856" fmla="*/ 788670 h 2174272"/>
              <a:gd name="connsiteX857" fmla="*/ 1504474 w 4682585"/>
              <a:gd name="connsiteY857" fmla="*/ 935259 h 2174272"/>
              <a:gd name="connsiteX858" fmla="*/ 1662208 w 4682585"/>
              <a:gd name="connsiteY858" fmla="*/ 935259 h 2174272"/>
              <a:gd name="connsiteX859" fmla="*/ 1662208 w 4682585"/>
              <a:gd name="connsiteY859" fmla="*/ 788670 h 2174272"/>
              <a:gd name="connsiteX860" fmla="*/ 1337215 w 4682585"/>
              <a:gd name="connsiteY860" fmla="*/ 788670 h 2174272"/>
              <a:gd name="connsiteX861" fmla="*/ 1337215 w 4682585"/>
              <a:gd name="connsiteY861" fmla="*/ 935259 h 2174272"/>
              <a:gd name="connsiteX862" fmla="*/ 1494949 w 4682585"/>
              <a:gd name="connsiteY862" fmla="*/ 935259 h 2174272"/>
              <a:gd name="connsiteX863" fmla="*/ 1494949 w 4682585"/>
              <a:gd name="connsiteY863" fmla="*/ 788670 h 2174272"/>
              <a:gd name="connsiteX864" fmla="*/ 1169956 w 4682585"/>
              <a:gd name="connsiteY864" fmla="*/ 788670 h 2174272"/>
              <a:gd name="connsiteX865" fmla="*/ 1169956 w 4682585"/>
              <a:gd name="connsiteY865" fmla="*/ 935259 h 2174272"/>
              <a:gd name="connsiteX866" fmla="*/ 1327690 w 4682585"/>
              <a:gd name="connsiteY866" fmla="*/ 935259 h 2174272"/>
              <a:gd name="connsiteX867" fmla="*/ 1327690 w 4682585"/>
              <a:gd name="connsiteY867" fmla="*/ 788670 h 2174272"/>
              <a:gd name="connsiteX868" fmla="*/ 1002697 w 4682585"/>
              <a:gd name="connsiteY868" fmla="*/ 788670 h 2174272"/>
              <a:gd name="connsiteX869" fmla="*/ 1002697 w 4682585"/>
              <a:gd name="connsiteY869" fmla="*/ 935259 h 2174272"/>
              <a:gd name="connsiteX870" fmla="*/ 1160431 w 4682585"/>
              <a:gd name="connsiteY870" fmla="*/ 935259 h 2174272"/>
              <a:gd name="connsiteX871" fmla="*/ 1160431 w 4682585"/>
              <a:gd name="connsiteY871" fmla="*/ 788670 h 2174272"/>
              <a:gd name="connsiteX872" fmla="*/ 835438 w 4682585"/>
              <a:gd name="connsiteY872" fmla="*/ 788670 h 2174272"/>
              <a:gd name="connsiteX873" fmla="*/ 835438 w 4682585"/>
              <a:gd name="connsiteY873" fmla="*/ 935259 h 2174272"/>
              <a:gd name="connsiteX874" fmla="*/ 993172 w 4682585"/>
              <a:gd name="connsiteY874" fmla="*/ 935259 h 2174272"/>
              <a:gd name="connsiteX875" fmla="*/ 993172 w 4682585"/>
              <a:gd name="connsiteY875" fmla="*/ 788670 h 2174272"/>
              <a:gd name="connsiteX876" fmla="*/ 668179 w 4682585"/>
              <a:gd name="connsiteY876" fmla="*/ 788670 h 2174272"/>
              <a:gd name="connsiteX877" fmla="*/ 668179 w 4682585"/>
              <a:gd name="connsiteY877" fmla="*/ 935259 h 2174272"/>
              <a:gd name="connsiteX878" fmla="*/ 825913 w 4682585"/>
              <a:gd name="connsiteY878" fmla="*/ 935259 h 2174272"/>
              <a:gd name="connsiteX879" fmla="*/ 825913 w 4682585"/>
              <a:gd name="connsiteY879" fmla="*/ 788670 h 2174272"/>
              <a:gd name="connsiteX880" fmla="*/ 500920 w 4682585"/>
              <a:gd name="connsiteY880" fmla="*/ 788670 h 2174272"/>
              <a:gd name="connsiteX881" fmla="*/ 500920 w 4682585"/>
              <a:gd name="connsiteY881" fmla="*/ 935259 h 2174272"/>
              <a:gd name="connsiteX882" fmla="*/ 658654 w 4682585"/>
              <a:gd name="connsiteY882" fmla="*/ 935259 h 2174272"/>
              <a:gd name="connsiteX883" fmla="*/ 658654 w 4682585"/>
              <a:gd name="connsiteY883" fmla="*/ 788670 h 2174272"/>
              <a:gd name="connsiteX884" fmla="*/ 333566 w 4682585"/>
              <a:gd name="connsiteY884" fmla="*/ 788670 h 2174272"/>
              <a:gd name="connsiteX885" fmla="*/ 333566 w 4682585"/>
              <a:gd name="connsiteY885" fmla="*/ 935259 h 2174272"/>
              <a:gd name="connsiteX886" fmla="*/ 491395 w 4682585"/>
              <a:gd name="connsiteY886" fmla="*/ 935259 h 2174272"/>
              <a:gd name="connsiteX887" fmla="*/ 491395 w 4682585"/>
              <a:gd name="connsiteY887" fmla="*/ 788670 h 2174272"/>
              <a:gd name="connsiteX888" fmla="*/ 166307 w 4682585"/>
              <a:gd name="connsiteY888" fmla="*/ 788670 h 2174272"/>
              <a:gd name="connsiteX889" fmla="*/ 166307 w 4682585"/>
              <a:gd name="connsiteY889" fmla="*/ 935259 h 2174272"/>
              <a:gd name="connsiteX890" fmla="*/ 324041 w 4682585"/>
              <a:gd name="connsiteY890" fmla="*/ 935259 h 2174272"/>
              <a:gd name="connsiteX891" fmla="*/ 324041 w 4682585"/>
              <a:gd name="connsiteY891" fmla="*/ 788670 h 2174272"/>
              <a:gd name="connsiteX892" fmla="*/ 9525 w 4682585"/>
              <a:gd name="connsiteY892" fmla="*/ 788670 h 2174272"/>
              <a:gd name="connsiteX893" fmla="*/ 9525 w 4682585"/>
              <a:gd name="connsiteY893" fmla="*/ 935259 h 2174272"/>
              <a:gd name="connsiteX894" fmla="*/ 156782 w 4682585"/>
              <a:gd name="connsiteY894" fmla="*/ 935259 h 2174272"/>
              <a:gd name="connsiteX895" fmla="*/ 156782 w 4682585"/>
              <a:gd name="connsiteY895" fmla="*/ 788670 h 2174272"/>
              <a:gd name="connsiteX896" fmla="*/ 4515326 w 4682585"/>
              <a:gd name="connsiteY896" fmla="*/ 632555 h 2174272"/>
              <a:gd name="connsiteX897" fmla="*/ 4515326 w 4682585"/>
              <a:gd name="connsiteY897" fmla="*/ 779145 h 2174272"/>
              <a:gd name="connsiteX898" fmla="*/ 4673060 w 4682585"/>
              <a:gd name="connsiteY898" fmla="*/ 779145 h 2174272"/>
              <a:gd name="connsiteX899" fmla="*/ 4673060 w 4682585"/>
              <a:gd name="connsiteY899" fmla="*/ 632555 h 2174272"/>
              <a:gd name="connsiteX900" fmla="*/ 4348068 w 4682585"/>
              <a:gd name="connsiteY900" fmla="*/ 632555 h 2174272"/>
              <a:gd name="connsiteX901" fmla="*/ 4348068 w 4682585"/>
              <a:gd name="connsiteY901" fmla="*/ 779145 h 2174272"/>
              <a:gd name="connsiteX902" fmla="*/ 4505801 w 4682585"/>
              <a:gd name="connsiteY902" fmla="*/ 779145 h 2174272"/>
              <a:gd name="connsiteX903" fmla="*/ 4505801 w 4682585"/>
              <a:gd name="connsiteY903" fmla="*/ 632555 h 2174272"/>
              <a:gd name="connsiteX904" fmla="*/ 4180809 w 4682585"/>
              <a:gd name="connsiteY904" fmla="*/ 632555 h 2174272"/>
              <a:gd name="connsiteX905" fmla="*/ 4180809 w 4682585"/>
              <a:gd name="connsiteY905" fmla="*/ 779145 h 2174272"/>
              <a:gd name="connsiteX906" fmla="*/ 4338543 w 4682585"/>
              <a:gd name="connsiteY906" fmla="*/ 779145 h 2174272"/>
              <a:gd name="connsiteX907" fmla="*/ 4338543 w 4682585"/>
              <a:gd name="connsiteY907" fmla="*/ 632555 h 2174272"/>
              <a:gd name="connsiteX908" fmla="*/ 4013550 w 4682585"/>
              <a:gd name="connsiteY908" fmla="*/ 632555 h 2174272"/>
              <a:gd name="connsiteX909" fmla="*/ 4013550 w 4682585"/>
              <a:gd name="connsiteY909" fmla="*/ 779145 h 2174272"/>
              <a:gd name="connsiteX910" fmla="*/ 4171284 w 4682585"/>
              <a:gd name="connsiteY910" fmla="*/ 779145 h 2174272"/>
              <a:gd name="connsiteX911" fmla="*/ 4171284 w 4682585"/>
              <a:gd name="connsiteY911" fmla="*/ 632555 h 2174272"/>
              <a:gd name="connsiteX912" fmla="*/ 3846291 w 4682585"/>
              <a:gd name="connsiteY912" fmla="*/ 632555 h 2174272"/>
              <a:gd name="connsiteX913" fmla="*/ 3846291 w 4682585"/>
              <a:gd name="connsiteY913" fmla="*/ 779145 h 2174272"/>
              <a:gd name="connsiteX914" fmla="*/ 4004025 w 4682585"/>
              <a:gd name="connsiteY914" fmla="*/ 779145 h 2174272"/>
              <a:gd name="connsiteX915" fmla="*/ 4004025 w 4682585"/>
              <a:gd name="connsiteY915" fmla="*/ 632555 h 2174272"/>
              <a:gd name="connsiteX916" fmla="*/ 3678936 w 4682585"/>
              <a:gd name="connsiteY916" fmla="*/ 632555 h 2174272"/>
              <a:gd name="connsiteX917" fmla="*/ 3678936 w 4682585"/>
              <a:gd name="connsiteY917" fmla="*/ 779145 h 2174272"/>
              <a:gd name="connsiteX918" fmla="*/ 3836766 w 4682585"/>
              <a:gd name="connsiteY918" fmla="*/ 779145 h 2174272"/>
              <a:gd name="connsiteX919" fmla="*/ 3836766 w 4682585"/>
              <a:gd name="connsiteY919" fmla="*/ 632555 h 2174272"/>
              <a:gd name="connsiteX920" fmla="*/ 3511677 w 4682585"/>
              <a:gd name="connsiteY920" fmla="*/ 632555 h 2174272"/>
              <a:gd name="connsiteX921" fmla="*/ 3511677 w 4682585"/>
              <a:gd name="connsiteY921" fmla="*/ 779145 h 2174272"/>
              <a:gd name="connsiteX922" fmla="*/ 3669411 w 4682585"/>
              <a:gd name="connsiteY922" fmla="*/ 779145 h 2174272"/>
              <a:gd name="connsiteX923" fmla="*/ 3669411 w 4682585"/>
              <a:gd name="connsiteY923" fmla="*/ 632555 h 2174272"/>
              <a:gd name="connsiteX924" fmla="*/ 3344418 w 4682585"/>
              <a:gd name="connsiteY924" fmla="*/ 632555 h 2174272"/>
              <a:gd name="connsiteX925" fmla="*/ 3344418 w 4682585"/>
              <a:gd name="connsiteY925" fmla="*/ 779145 h 2174272"/>
              <a:gd name="connsiteX926" fmla="*/ 3502152 w 4682585"/>
              <a:gd name="connsiteY926" fmla="*/ 779145 h 2174272"/>
              <a:gd name="connsiteX927" fmla="*/ 3502152 w 4682585"/>
              <a:gd name="connsiteY927" fmla="*/ 632555 h 2174272"/>
              <a:gd name="connsiteX928" fmla="*/ 3177159 w 4682585"/>
              <a:gd name="connsiteY928" fmla="*/ 632555 h 2174272"/>
              <a:gd name="connsiteX929" fmla="*/ 3177159 w 4682585"/>
              <a:gd name="connsiteY929" fmla="*/ 779145 h 2174272"/>
              <a:gd name="connsiteX930" fmla="*/ 3334893 w 4682585"/>
              <a:gd name="connsiteY930" fmla="*/ 779145 h 2174272"/>
              <a:gd name="connsiteX931" fmla="*/ 3334893 w 4682585"/>
              <a:gd name="connsiteY931" fmla="*/ 632555 h 2174272"/>
              <a:gd name="connsiteX932" fmla="*/ 3009900 w 4682585"/>
              <a:gd name="connsiteY932" fmla="*/ 632555 h 2174272"/>
              <a:gd name="connsiteX933" fmla="*/ 3009900 w 4682585"/>
              <a:gd name="connsiteY933" fmla="*/ 779145 h 2174272"/>
              <a:gd name="connsiteX934" fmla="*/ 3167634 w 4682585"/>
              <a:gd name="connsiteY934" fmla="*/ 779145 h 2174272"/>
              <a:gd name="connsiteX935" fmla="*/ 3167634 w 4682585"/>
              <a:gd name="connsiteY935" fmla="*/ 632555 h 2174272"/>
              <a:gd name="connsiteX936" fmla="*/ 2842641 w 4682585"/>
              <a:gd name="connsiteY936" fmla="*/ 632555 h 2174272"/>
              <a:gd name="connsiteX937" fmla="*/ 2842641 w 4682585"/>
              <a:gd name="connsiteY937" fmla="*/ 779145 h 2174272"/>
              <a:gd name="connsiteX938" fmla="*/ 3000375 w 4682585"/>
              <a:gd name="connsiteY938" fmla="*/ 779145 h 2174272"/>
              <a:gd name="connsiteX939" fmla="*/ 3000375 w 4682585"/>
              <a:gd name="connsiteY939" fmla="*/ 632555 h 2174272"/>
              <a:gd name="connsiteX940" fmla="*/ 2675382 w 4682585"/>
              <a:gd name="connsiteY940" fmla="*/ 632555 h 2174272"/>
              <a:gd name="connsiteX941" fmla="*/ 2675382 w 4682585"/>
              <a:gd name="connsiteY941" fmla="*/ 779145 h 2174272"/>
              <a:gd name="connsiteX942" fmla="*/ 2833116 w 4682585"/>
              <a:gd name="connsiteY942" fmla="*/ 779145 h 2174272"/>
              <a:gd name="connsiteX943" fmla="*/ 2833116 w 4682585"/>
              <a:gd name="connsiteY943" fmla="*/ 632555 h 2174272"/>
              <a:gd name="connsiteX944" fmla="*/ 2508123 w 4682585"/>
              <a:gd name="connsiteY944" fmla="*/ 632555 h 2174272"/>
              <a:gd name="connsiteX945" fmla="*/ 2508123 w 4682585"/>
              <a:gd name="connsiteY945" fmla="*/ 779145 h 2174272"/>
              <a:gd name="connsiteX946" fmla="*/ 2665857 w 4682585"/>
              <a:gd name="connsiteY946" fmla="*/ 779145 h 2174272"/>
              <a:gd name="connsiteX947" fmla="*/ 2665857 w 4682585"/>
              <a:gd name="connsiteY947" fmla="*/ 632555 h 2174272"/>
              <a:gd name="connsiteX948" fmla="*/ 2340864 w 4682585"/>
              <a:gd name="connsiteY948" fmla="*/ 632555 h 2174272"/>
              <a:gd name="connsiteX949" fmla="*/ 2340864 w 4682585"/>
              <a:gd name="connsiteY949" fmla="*/ 779145 h 2174272"/>
              <a:gd name="connsiteX950" fmla="*/ 2498598 w 4682585"/>
              <a:gd name="connsiteY950" fmla="*/ 779145 h 2174272"/>
              <a:gd name="connsiteX951" fmla="*/ 2498598 w 4682585"/>
              <a:gd name="connsiteY951" fmla="*/ 632555 h 2174272"/>
              <a:gd name="connsiteX952" fmla="*/ 2173510 w 4682585"/>
              <a:gd name="connsiteY952" fmla="*/ 632555 h 2174272"/>
              <a:gd name="connsiteX953" fmla="*/ 2173510 w 4682585"/>
              <a:gd name="connsiteY953" fmla="*/ 779145 h 2174272"/>
              <a:gd name="connsiteX954" fmla="*/ 2331339 w 4682585"/>
              <a:gd name="connsiteY954" fmla="*/ 779145 h 2174272"/>
              <a:gd name="connsiteX955" fmla="*/ 2331339 w 4682585"/>
              <a:gd name="connsiteY955" fmla="*/ 632555 h 2174272"/>
              <a:gd name="connsiteX956" fmla="*/ 2006251 w 4682585"/>
              <a:gd name="connsiteY956" fmla="*/ 632555 h 2174272"/>
              <a:gd name="connsiteX957" fmla="*/ 2006251 w 4682585"/>
              <a:gd name="connsiteY957" fmla="*/ 779145 h 2174272"/>
              <a:gd name="connsiteX958" fmla="*/ 2163985 w 4682585"/>
              <a:gd name="connsiteY958" fmla="*/ 779145 h 2174272"/>
              <a:gd name="connsiteX959" fmla="*/ 2163985 w 4682585"/>
              <a:gd name="connsiteY959" fmla="*/ 632555 h 2174272"/>
              <a:gd name="connsiteX960" fmla="*/ 1838992 w 4682585"/>
              <a:gd name="connsiteY960" fmla="*/ 632555 h 2174272"/>
              <a:gd name="connsiteX961" fmla="*/ 1838992 w 4682585"/>
              <a:gd name="connsiteY961" fmla="*/ 779145 h 2174272"/>
              <a:gd name="connsiteX962" fmla="*/ 1996726 w 4682585"/>
              <a:gd name="connsiteY962" fmla="*/ 779145 h 2174272"/>
              <a:gd name="connsiteX963" fmla="*/ 1996726 w 4682585"/>
              <a:gd name="connsiteY963" fmla="*/ 632555 h 2174272"/>
              <a:gd name="connsiteX964" fmla="*/ 1671733 w 4682585"/>
              <a:gd name="connsiteY964" fmla="*/ 632555 h 2174272"/>
              <a:gd name="connsiteX965" fmla="*/ 1671733 w 4682585"/>
              <a:gd name="connsiteY965" fmla="*/ 779145 h 2174272"/>
              <a:gd name="connsiteX966" fmla="*/ 1829467 w 4682585"/>
              <a:gd name="connsiteY966" fmla="*/ 779145 h 2174272"/>
              <a:gd name="connsiteX967" fmla="*/ 1829467 w 4682585"/>
              <a:gd name="connsiteY967" fmla="*/ 632555 h 2174272"/>
              <a:gd name="connsiteX968" fmla="*/ 1504474 w 4682585"/>
              <a:gd name="connsiteY968" fmla="*/ 632555 h 2174272"/>
              <a:gd name="connsiteX969" fmla="*/ 1504474 w 4682585"/>
              <a:gd name="connsiteY969" fmla="*/ 779145 h 2174272"/>
              <a:gd name="connsiteX970" fmla="*/ 1662208 w 4682585"/>
              <a:gd name="connsiteY970" fmla="*/ 779145 h 2174272"/>
              <a:gd name="connsiteX971" fmla="*/ 1662208 w 4682585"/>
              <a:gd name="connsiteY971" fmla="*/ 632555 h 2174272"/>
              <a:gd name="connsiteX972" fmla="*/ 1337215 w 4682585"/>
              <a:gd name="connsiteY972" fmla="*/ 632555 h 2174272"/>
              <a:gd name="connsiteX973" fmla="*/ 1337215 w 4682585"/>
              <a:gd name="connsiteY973" fmla="*/ 779145 h 2174272"/>
              <a:gd name="connsiteX974" fmla="*/ 1494949 w 4682585"/>
              <a:gd name="connsiteY974" fmla="*/ 779145 h 2174272"/>
              <a:gd name="connsiteX975" fmla="*/ 1494949 w 4682585"/>
              <a:gd name="connsiteY975" fmla="*/ 632555 h 2174272"/>
              <a:gd name="connsiteX976" fmla="*/ 1169956 w 4682585"/>
              <a:gd name="connsiteY976" fmla="*/ 632555 h 2174272"/>
              <a:gd name="connsiteX977" fmla="*/ 1169956 w 4682585"/>
              <a:gd name="connsiteY977" fmla="*/ 779145 h 2174272"/>
              <a:gd name="connsiteX978" fmla="*/ 1327690 w 4682585"/>
              <a:gd name="connsiteY978" fmla="*/ 779145 h 2174272"/>
              <a:gd name="connsiteX979" fmla="*/ 1327690 w 4682585"/>
              <a:gd name="connsiteY979" fmla="*/ 632555 h 2174272"/>
              <a:gd name="connsiteX980" fmla="*/ 1002697 w 4682585"/>
              <a:gd name="connsiteY980" fmla="*/ 632555 h 2174272"/>
              <a:gd name="connsiteX981" fmla="*/ 1002697 w 4682585"/>
              <a:gd name="connsiteY981" fmla="*/ 779145 h 2174272"/>
              <a:gd name="connsiteX982" fmla="*/ 1160431 w 4682585"/>
              <a:gd name="connsiteY982" fmla="*/ 779145 h 2174272"/>
              <a:gd name="connsiteX983" fmla="*/ 1160431 w 4682585"/>
              <a:gd name="connsiteY983" fmla="*/ 632555 h 2174272"/>
              <a:gd name="connsiteX984" fmla="*/ 835438 w 4682585"/>
              <a:gd name="connsiteY984" fmla="*/ 632555 h 2174272"/>
              <a:gd name="connsiteX985" fmla="*/ 835438 w 4682585"/>
              <a:gd name="connsiteY985" fmla="*/ 779145 h 2174272"/>
              <a:gd name="connsiteX986" fmla="*/ 993172 w 4682585"/>
              <a:gd name="connsiteY986" fmla="*/ 779145 h 2174272"/>
              <a:gd name="connsiteX987" fmla="*/ 993172 w 4682585"/>
              <a:gd name="connsiteY987" fmla="*/ 632555 h 2174272"/>
              <a:gd name="connsiteX988" fmla="*/ 668179 w 4682585"/>
              <a:gd name="connsiteY988" fmla="*/ 632555 h 2174272"/>
              <a:gd name="connsiteX989" fmla="*/ 668179 w 4682585"/>
              <a:gd name="connsiteY989" fmla="*/ 779145 h 2174272"/>
              <a:gd name="connsiteX990" fmla="*/ 825913 w 4682585"/>
              <a:gd name="connsiteY990" fmla="*/ 779145 h 2174272"/>
              <a:gd name="connsiteX991" fmla="*/ 825913 w 4682585"/>
              <a:gd name="connsiteY991" fmla="*/ 632555 h 2174272"/>
              <a:gd name="connsiteX992" fmla="*/ 500920 w 4682585"/>
              <a:gd name="connsiteY992" fmla="*/ 632555 h 2174272"/>
              <a:gd name="connsiteX993" fmla="*/ 500920 w 4682585"/>
              <a:gd name="connsiteY993" fmla="*/ 779145 h 2174272"/>
              <a:gd name="connsiteX994" fmla="*/ 658654 w 4682585"/>
              <a:gd name="connsiteY994" fmla="*/ 779145 h 2174272"/>
              <a:gd name="connsiteX995" fmla="*/ 658654 w 4682585"/>
              <a:gd name="connsiteY995" fmla="*/ 632555 h 2174272"/>
              <a:gd name="connsiteX996" fmla="*/ 333566 w 4682585"/>
              <a:gd name="connsiteY996" fmla="*/ 632555 h 2174272"/>
              <a:gd name="connsiteX997" fmla="*/ 333566 w 4682585"/>
              <a:gd name="connsiteY997" fmla="*/ 779145 h 2174272"/>
              <a:gd name="connsiteX998" fmla="*/ 491395 w 4682585"/>
              <a:gd name="connsiteY998" fmla="*/ 779145 h 2174272"/>
              <a:gd name="connsiteX999" fmla="*/ 491395 w 4682585"/>
              <a:gd name="connsiteY999" fmla="*/ 632555 h 2174272"/>
              <a:gd name="connsiteX1000" fmla="*/ 166307 w 4682585"/>
              <a:gd name="connsiteY1000" fmla="*/ 632555 h 2174272"/>
              <a:gd name="connsiteX1001" fmla="*/ 166307 w 4682585"/>
              <a:gd name="connsiteY1001" fmla="*/ 779145 h 2174272"/>
              <a:gd name="connsiteX1002" fmla="*/ 324041 w 4682585"/>
              <a:gd name="connsiteY1002" fmla="*/ 779145 h 2174272"/>
              <a:gd name="connsiteX1003" fmla="*/ 324041 w 4682585"/>
              <a:gd name="connsiteY1003" fmla="*/ 632555 h 2174272"/>
              <a:gd name="connsiteX1004" fmla="*/ 9525 w 4682585"/>
              <a:gd name="connsiteY1004" fmla="*/ 632555 h 2174272"/>
              <a:gd name="connsiteX1005" fmla="*/ 9525 w 4682585"/>
              <a:gd name="connsiteY1005" fmla="*/ 779145 h 2174272"/>
              <a:gd name="connsiteX1006" fmla="*/ 156782 w 4682585"/>
              <a:gd name="connsiteY1006" fmla="*/ 779145 h 2174272"/>
              <a:gd name="connsiteX1007" fmla="*/ 156782 w 4682585"/>
              <a:gd name="connsiteY1007" fmla="*/ 632555 h 2174272"/>
              <a:gd name="connsiteX1008" fmla="*/ 4515326 w 4682585"/>
              <a:gd name="connsiteY1008" fmla="*/ 476440 h 2174272"/>
              <a:gd name="connsiteX1009" fmla="*/ 4515326 w 4682585"/>
              <a:gd name="connsiteY1009" fmla="*/ 623030 h 2174272"/>
              <a:gd name="connsiteX1010" fmla="*/ 4673060 w 4682585"/>
              <a:gd name="connsiteY1010" fmla="*/ 623030 h 2174272"/>
              <a:gd name="connsiteX1011" fmla="*/ 4673060 w 4682585"/>
              <a:gd name="connsiteY1011" fmla="*/ 476440 h 2174272"/>
              <a:gd name="connsiteX1012" fmla="*/ 4348068 w 4682585"/>
              <a:gd name="connsiteY1012" fmla="*/ 476440 h 2174272"/>
              <a:gd name="connsiteX1013" fmla="*/ 4348068 w 4682585"/>
              <a:gd name="connsiteY1013" fmla="*/ 623030 h 2174272"/>
              <a:gd name="connsiteX1014" fmla="*/ 4505801 w 4682585"/>
              <a:gd name="connsiteY1014" fmla="*/ 623030 h 2174272"/>
              <a:gd name="connsiteX1015" fmla="*/ 4505801 w 4682585"/>
              <a:gd name="connsiteY1015" fmla="*/ 476440 h 2174272"/>
              <a:gd name="connsiteX1016" fmla="*/ 4180809 w 4682585"/>
              <a:gd name="connsiteY1016" fmla="*/ 476440 h 2174272"/>
              <a:gd name="connsiteX1017" fmla="*/ 4180809 w 4682585"/>
              <a:gd name="connsiteY1017" fmla="*/ 623030 h 2174272"/>
              <a:gd name="connsiteX1018" fmla="*/ 4338543 w 4682585"/>
              <a:gd name="connsiteY1018" fmla="*/ 623030 h 2174272"/>
              <a:gd name="connsiteX1019" fmla="*/ 4338543 w 4682585"/>
              <a:gd name="connsiteY1019" fmla="*/ 476440 h 2174272"/>
              <a:gd name="connsiteX1020" fmla="*/ 4013550 w 4682585"/>
              <a:gd name="connsiteY1020" fmla="*/ 476440 h 2174272"/>
              <a:gd name="connsiteX1021" fmla="*/ 4013550 w 4682585"/>
              <a:gd name="connsiteY1021" fmla="*/ 623030 h 2174272"/>
              <a:gd name="connsiteX1022" fmla="*/ 4171284 w 4682585"/>
              <a:gd name="connsiteY1022" fmla="*/ 623030 h 2174272"/>
              <a:gd name="connsiteX1023" fmla="*/ 4171284 w 4682585"/>
              <a:gd name="connsiteY1023" fmla="*/ 476440 h 2174272"/>
              <a:gd name="connsiteX1024" fmla="*/ 3846291 w 4682585"/>
              <a:gd name="connsiteY1024" fmla="*/ 476440 h 2174272"/>
              <a:gd name="connsiteX1025" fmla="*/ 3846291 w 4682585"/>
              <a:gd name="connsiteY1025" fmla="*/ 623030 h 2174272"/>
              <a:gd name="connsiteX1026" fmla="*/ 4004025 w 4682585"/>
              <a:gd name="connsiteY1026" fmla="*/ 623030 h 2174272"/>
              <a:gd name="connsiteX1027" fmla="*/ 4004025 w 4682585"/>
              <a:gd name="connsiteY1027" fmla="*/ 476440 h 2174272"/>
              <a:gd name="connsiteX1028" fmla="*/ 3678936 w 4682585"/>
              <a:gd name="connsiteY1028" fmla="*/ 476440 h 2174272"/>
              <a:gd name="connsiteX1029" fmla="*/ 3678936 w 4682585"/>
              <a:gd name="connsiteY1029" fmla="*/ 623030 h 2174272"/>
              <a:gd name="connsiteX1030" fmla="*/ 3836766 w 4682585"/>
              <a:gd name="connsiteY1030" fmla="*/ 623030 h 2174272"/>
              <a:gd name="connsiteX1031" fmla="*/ 3836766 w 4682585"/>
              <a:gd name="connsiteY1031" fmla="*/ 476440 h 2174272"/>
              <a:gd name="connsiteX1032" fmla="*/ 3511677 w 4682585"/>
              <a:gd name="connsiteY1032" fmla="*/ 476440 h 2174272"/>
              <a:gd name="connsiteX1033" fmla="*/ 3511677 w 4682585"/>
              <a:gd name="connsiteY1033" fmla="*/ 623030 h 2174272"/>
              <a:gd name="connsiteX1034" fmla="*/ 3669411 w 4682585"/>
              <a:gd name="connsiteY1034" fmla="*/ 623030 h 2174272"/>
              <a:gd name="connsiteX1035" fmla="*/ 3669411 w 4682585"/>
              <a:gd name="connsiteY1035" fmla="*/ 476440 h 2174272"/>
              <a:gd name="connsiteX1036" fmla="*/ 3344418 w 4682585"/>
              <a:gd name="connsiteY1036" fmla="*/ 476440 h 2174272"/>
              <a:gd name="connsiteX1037" fmla="*/ 3344418 w 4682585"/>
              <a:gd name="connsiteY1037" fmla="*/ 623030 h 2174272"/>
              <a:gd name="connsiteX1038" fmla="*/ 3502152 w 4682585"/>
              <a:gd name="connsiteY1038" fmla="*/ 623030 h 2174272"/>
              <a:gd name="connsiteX1039" fmla="*/ 3502152 w 4682585"/>
              <a:gd name="connsiteY1039" fmla="*/ 476440 h 2174272"/>
              <a:gd name="connsiteX1040" fmla="*/ 3177159 w 4682585"/>
              <a:gd name="connsiteY1040" fmla="*/ 476440 h 2174272"/>
              <a:gd name="connsiteX1041" fmla="*/ 3177159 w 4682585"/>
              <a:gd name="connsiteY1041" fmla="*/ 623030 h 2174272"/>
              <a:gd name="connsiteX1042" fmla="*/ 3334893 w 4682585"/>
              <a:gd name="connsiteY1042" fmla="*/ 623030 h 2174272"/>
              <a:gd name="connsiteX1043" fmla="*/ 3334893 w 4682585"/>
              <a:gd name="connsiteY1043" fmla="*/ 476440 h 2174272"/>
              <a:gd name="connsiteX1044" fmla="*/ 3009900 w 4682585"/>
              <a:gd name="connsiteY1044" fmla="*/ 476440 h 2174272"/>
              <a:gd name="connsiteX1045" fmla="*/ 3009900 w 4682585"/>
              <a:gd name="connsiteY1045" fmla="*/ 623030 h 2174272"/>
              <a:gd name="connsiteX1046" fmla="*/ 3167634 w 4682585"/>
              <a:gd name="connsiteY1046" fmla="*/ 623030 h 2174272"/>
              <a:gd name="connsiteX1047" fmla="*/ 3167634 w 4682585"/>
              <a:gd name="connsiteY1047" fmla="*/ 476440 h 2174272"/>
              <a:gd name="connsiteX1048" fmla="*/ 2842641 w 4682585"/>
              <a:gd name="connsiteY1048" fmla="*/ 476440 h 2174272"/>
              <a:gd name="connsiteX1049" fmla="*/ 2842641 w 4682585"/>
              <a:gd name="connsiteY1049" fmla="*/ 623030 h 2174272"/>
              <a:gd name="connsiteX1050" fmla="*/ 3000375 w 4682585"/>
              <a:gd name="connsiteY1050" fmla="*/ 623030 h 2174272"/>
              <a:gd name="connsiteX1051" fmla="*/ 3000375 w 4682585"/>
              <a:gd name="connsiteY1051" fmla="*/ 476440 h 2174272"/>
              <a:gd name="connsiteX1052" fmla="*/ 2675382 w 4682585"/>
              <a:gd name="connsiteY1052" fmla="*/ 476440 h 2174272"/>
              <a:gd name="connsiteX1053" fmla="*/ 2675382 w 4682585"/>
              <a:gd name="connsiteY1053" fmla="*/ 623030 h 2174272"/>
              <a:gd name="connsiteX1054" fmla="*/ 2833116 w 4682585"/>
              <a:gd name="connsiteY1054" fmla="*/ 623030 h 2174272"/>
              <a:gd name="connsiteX1055" fmla="*/ 2833116 w 4682585"/>
              <a:gd name="connsiteY1055" fmla="*/ 476440 h 2174272"/>
              <a:gd name="connsiteX1056" fmla="*/ 2508123 w 4682585"/>
              <a:gd name="connsiteY1056" fmla="*/ 476440 h 2174272"/>
              <a:gd name="connsiteX1057" fmla="*/ 2508123 w 4682585"/>
              <a:gd name="connsiteY1057" fmla="*/ 623030 h 2174272"/>
              <a:gd name="connsiteX1058" fmla="*/ 2665857 w 4682585"/>
              <a:gd name="connsiteY1058" fmla="*/ 623030 h 2174272"/>
              <a:gd name="connsiteX1059" fmla="*/ 2665857 w 4682585"/>
              <a:gd name="connsiteY1059" fmla="*/ 476440 h 2174272"/>
              <a:gd name="connsiteX1060" fmla="*/ 2340864 w 4682585"/>
              <a:gd name="connsiteY1060" fmla="*/ 476440 h 2174272"/>
              <a:gd name="connsiteX1061" fmla="*/ 2340864 w 4682585"/>
              <a:gd name="connsiteY1061" fmla="*/ 623030 h 2174272"/>
              <a:gd name="connsiteX1062" fmla="*/ 2498598 w 4682585"/>
              <a:gd name="connsiteY1062" fmla="*/ 623030 h 2174272"/>
              <a:gd name="connsiteX1063" fmla="*/ 2498598 w 4682585"/>
              <a:gd name="connsiteY1063" fmla="*/ 476440 h 2174272"/>
              <a:gd name="connsiteX1064" fmla="*/ 2173510 w 4682585"/>
              <a:gd name="connsiteY1064" fmla="*/ 476440 h 2174272"/>
              <a:gd name="connsiteX1065" fmla="*/ 2173510 w 4682585"/>
              <a:gd name="connsiteY1065" fmla="*/ 623030 h 2174272"/>
              <a:gd name="connsiteX1066" fmla="*/ 2331339 w 4682585"/>
              <a:gd name="connsiteY1066" fmla="*/ 623030 h 2174272"/>
              <a:gd name="connsiteX1067" fmla="*/ 2331339 w 4682585"/>
              <a:gd name="connsiteY1067" fmla="*/ 476440 h 2174272"/>
              <a:gd name="connsiteX1068" fmla="*/ 2006251 w 4682585"/>
              <a:gd name="connsiteY1068" fmla="*/ 476440 h 2174272"/>
              <a:gd name="connsiteX1069" fmla="*/ 2006251 w 4682585"/>
              <a:gd name="connsiteY1069" fmla="*/ 623030 h 2174272"/>
              <a:gd name="connsiteX1070" fmla="*/ 2163985 w 4682585"/>
              <a:gd name="connsiteY1070" fmla="*/ 623030 h 2174272"/>
              <a:gd name="connsiteX1071" fmla="*/ 2163985 w 4682585"/>
              <a:gd name="connsiteY1071" fmla="*/ 476440 h 2174272"/>
              <a:gd name="connsiteX1072" fmla="*/ 1838992 w 4682585"/>
              <a:gd name="connsiteY1072" fmla="*/ 476440 h 2174272"/>
              <a:gd name="connsiteX1073" fmla="*/ 1838992 w 4682585"/>
              <a:gd name="connsiteY1073" fmla="*/ 623030 h 2174272"/>
              <a:gd name="connsiteX1074" fmla="*/ 1996726 w 4682585"/>
              <a:gd name="connsiteY1074" fmla="*/ 623030 h 2174272"/>
              <a:gd name="connsiteX1075" fmla="*/ 1996726 w 4682585"/>
              <a:gd name="connsiteY1075" fmla="*/ 476440 h 2174272"/>
              <a:gd name="connsiteX1076" fmla="*/ 1671733 w 4682585"/>
              <a:gd name="connsiteY1076" fmla="*/ 476440 h 2174272"/>
              <a:gd name="connsiteX1077" fmla="*/ 1671733 w 4682585"/>
              <a:gd name="connsiteY1077" fmla="*/ 623030 h 2174272"/>
              <a:gd name="connsiteX1078" fmla="*/ 1829467 w 4682585"/>
              <a:gd name="connsiteY1078" fmla="*/ 623030 h 2174272"/>
              <a:gd name="connsiteX1079" fmla="*/ 1829467 w 4682585"/>
              <a:gd name="connsiteY1079" fmla="*/ 476440 h 2174272"/>
              <a:gd name="connsiteX1080" fmla="*/ 1504474 w 4682585"/>
              <a:gd name="connsiteY1080" fmla="*/ 476440 h 2174272"/>
              <a:gd name="connsiteX1081" fmla="*/ 1504474 w 4682585"/>
              <a:gd name="connsiteY1081" fmla="*/ 623030 h 2174272"/>
              <a:gd name="connsiteX1082" fmla="*/ 1662208 w 4682585"/>
              <a:gd name="connsiteY1082" fmla="*/ 623030 h 2174272"/>
              <a:gd name="connsiteX1083" fmla="*/ 1662208 w 4682585"/>
              <a:gd name="connsiteY1083" fmla="*/ 476440 h 2174272"/>
              <a:gd name="connsiteX1084" fmla="*/ 1337215 w 4682585"/>
              <a:gd name="connsiteY1084" fmla="*/ 476440 h 2174272"/>
              <a:gd name="connsiteX1085" fmla="*/ 1337215 w 4682585"/>
              <a:gd name="connsiteY1085" fmla="*/ 623030 h 2174272"/>
              <a:gd name="connsiteX1086" fmla="*/ 1494949 w 4682585"/>
              <a:gd name="connsiteY1086" fmla="*/ 623030 h 2174272"/>
              <a:gd name="connsiteX1087" fmla="*/ 1494949 w 4682585"/>
              <a:gd name="connsiteY1087" fmla="*/ 476440 h 2174272"/>
              <a:gd name="connsiteX1088" fmla="*/ 1169956 w 4682585"/>
              <a:gd name="connsiteY1088" fmla="*/ 476440 h 2174272"/>
              <a:gd name="connsiteX1089" fmla="*/ 1169956 w 4682585"/>
              <a:gd name="connsiteY1089" fmla="*/ 623030 h 2174272"/>
              <a:gd name="connsiteX1090" fmla="*/ 1327690 w 4682585"/>
              <a:gd name="connsiteY1090" fmla="*/ 623030 h 2174272"/>
              <a:gd name="connsiteX1091" fmla="*/ 1327690 w 4682585"/>
              <a:gd name="connsiteY1091" fmla="*/ 476440 h 2174272"/>
              <a:gd name="connsiteX1092" fmla="*/ 1002697 w 4682585"/>
              <a:gd name="connsiteY1092" fmla="*/ 476440 h 2174272"/>
              <a:gd name="connsiteX1093" fmla="*/ 1002697 w 4682585"/>
              <a:gd name="connsiteY1093" fmla="*/ 623030 h 2174272"/>
              <a:gd name="connsiteX1094" fmla="*/ 1160431 w 4682585"/>
              <a:gd name="connsiteY1094" fmla="*/ 623030 h 2174272"/>
              <a:gd name="connsiteX1095" fmla="*/ 1160431 w 4682585"/>
              <a:gd name="connsiteY1095" fmla="*/ 476440 h 2174272"/>
              <a:gd name="connsiteX1096" fmla="*/ 835438 w 4682585"/>
              <a:gd name="connsiteY1096" fmla="*/ 476440 h 2174272"/>
              <a:gd name="connsiteX1097" fmla="*/ 835438 w 4682585"/>
              <a:gd name="connsiteY1097" fmla="*/ 623030 h 2174272"/>
              <a:gd name="connsiteX1098" fmla="*/ 993172 w 4682585"/>
              <a:gd name="connsiteY1098" fmla="*/ 623030 h 2174272"/>
              <a:gd name="connsiteX1099" fmla="*/ 993172 w 4682585"/>
              <a:gd name="connsiteY1099" fmla="*/ 476440 h 2174272"/>
              <a:gd name="connsiteX1100" fmla="*/ 668179 w 4682585"/>
              <a:gd name="connsiteY1100" fmla="*/ 476440 h 2174272"/>
              <a:gd name="connsiteX1101" fmla="*/ 668179 w 4682585"/>
              <a:gd name="connsiteY1101" fmla="*/ 623030 h 2174272"/>
              <a:gd name="connsiteX1102" fmla="*/ 825913 w 4682585"/>
              <a:gd name="connsiteY1102" fmla="*/ 623030 h 2174272"/>
              <a:gd name="connsiteX1103" fmla="*/ 825913 w 4682585"/>
              <a:gd name="connsiteY1103" fmla="*/ 476440 h 2174272"/>
              <a:gd name="connsiteX1104" fmla="*/ 500920 w 4682585"/>
              <a:gd name="connsiteY1104" fmla="*/ 476440 h 2174272"/>
              <a:gd name="connsiteX1105" fmla="*/ 500920 w 4682585"/>
              <a:gd name="connsiteY1105" fmla="*/ 623030 h 2174272"/>
              <a:gd name="connsiteX1106" fmla="*/ 658654 w 4682585"/>
              <a:gd name="connsiteY1106" fmla="*/ 623030 h 2174272"/>
              <a:gd name="connsiteX1107" fmla="*/ 658654 w 4682585"/>
              <a:gd name="connsiteY1107" fmla="*/ 476440 h 2174272"/>
              <a:gd name="connsiteX1108" fmla="*/ 333566 w 4682585"/>
              <a:gd name="connsiteY1108" fmla="*/ 476440 h 2174272"/>
              <a:gd name="connsiteX1109" fmla="*/ 333566 w 4682585"/>
              <a:gd name="connsiteY1109" fmla="*/ 623030 h 2174272"/>
              <a:gd name="connsiteX1110" fmla="*/ 491395 w 4682585"/>
              <a:gd name="connsiteY1110" fmla="*/ 623030 h 2174272"/>
              <a:gd name="connsiteX1111" fmla="*/ 491395 w 4682585"/>
              <a:gd name="connsiteY1111" fmla="*/ 476440 h 2174272"/>
              <a:gd name="connsiteX1112" fmla="*/ 166307 w 4682585"/>
              <a:gd name="connsiteY1112" fmla="*/ 476440 h 2174272"/>
              <a:gd name="connsiteX1113" fmla="*/ 166307 w 4682585"/>
              <a:gd name="connsiteY1113" fmla="*/ 623030 h 2174272"/>
              <a:gd name="connsiteX1114" fmla="*/ 324041 w 4682585"/>
              <a:gd name="connsiteY1114" fmla="*/ 623030 h 2174272"/>
              <a:gd name="connsiteX1115" fmla="*/ 324041 w 4682585"/>
              <a:gd name="connsiteY1115" fmla="*/ 476440 h 2174272"/>
              <a:gd name="connsiteX1116" fmla="*/ 9525 w 4682585"/>
              <a:gd name="connsiteY1116" fmla="*/ 476440 h 2174272"/>
              <a:gd name="connsiteX1117" fmla="*/ 9525 w 4682585"/>
              <a:gd name="connsiteY1117" fmla="*/ 623030 h 2174272"/>
              <a:gd name="connsiteX1118" fmla="*/ 156782 w 4682585"/>
              <a:gd name="connsiteY1118" fmla="*/ 623030 h 2174272"/>
              <a:gd name="connsiteX1119" fmla="*/ 156782 w 4682585"/>
              <a:gd name="connsiteY1119" fmla="*/ 476440 h 2174272"/>
              <a:gd name="connsiteX1120" fmla="*/ 4515326 w 4682585"/>
              <a:gd name="connsiteY1120" fmla="*/ 320325 h 2174272"/>
              <a:gd name="connsiteX1121" fmla="*/ 4515326 w 4682585"/>
              <a:gd name="connsiteY1121" fmla="*/ 466915 h 2174272"/>
              <a:gd name="connsiteX1122" fmla="*/ 4673060 w 4682585"/>
              <a:gd name="connsiteY1122" fmla="*/ 466915 h 2174272"/>
              <a:gd name="connsiteX1123" fmla="*/ 4673060 w 4682585"/>
              <a:gd name="connsiteY1123" fmla="*/ 320325 h 2174272"/>
              <a:gd name="connsiteX1124" fmla="*/ 4348068 w 4682585"/>
              <a:gd name="connsiteY1124" fmla="*/ 320325 h 2174272"/>
              <a:gd name="connsiteX1125" fmla="*/ 4348068 w 4682585"/>
              <a:gd name="connsiteY1125" fmla="*/ 466915 h 2174272"/>
              <a:gd name="connsiteX1126" fmla="*/ 4505801 w 4682585"/>
              <a:gd name="connsiteY1126" fmla="*/ 466915 h 2174272"/>
              <a:gd name="connsiteX1127" fmla="*/ 4505801 w 4682585"/>
              <a:gd name="connsiteY1127" fmla="*/ 320325 h 2174272"/>
              <a:gd name="connsiteX1128" fmla="*/ 4180809 w 4682585"/>
              <a:gd name="connsiteY1128" fmla="*/ 320325 h 2174272"/>
              <a:gd name="connsiteX1129" fmla="*/ 4180809 w 4682585"/>
              <a:gd name="connsiteY1129" fmla="*/ 466915 h 2174272"/>
              <a:gd name="connsiteX1130" fmla="*/ 4338543 w 4682585"/>
              <a:gd name="connsiteY1130" fmla="*/ 466915 h 2174272"/>
              <a:gd name="connsiteX1131" fmla="*/ 4338543 w 4682585"/>
              <a:gd name="connsiteY1131" fmla="*/ 320325 h 2174272"/>
              <a:gd name="connsiteX1132" fmla="*/ 4013550 w 4682585"/>
              <a:gd name="connsiteY1132" fmla="*/ 320325 h 2174272"/>
              <a:gd name="connsiteX1133" fmla="*/ 4013550 w 4682585"/>
              <a:gd name="connsiteY1133" fmla="*/ 466915 h 2174272"/>
              <a:gd name="connsiteX1134" fmla="*/ 4171284 w 4682585"/>
              <a:gd name="connsiteY1134" fmla="*/ 466915 h 2174272"/>
              <a:gd name="connsiteX1135" fmla="*/ 4171284 w 4682585"/>
              <a:gd name="connsiteY1135" fmla="*/ 320325 h 2174272"/>
              <a:gd name="connsiteX1136" fmla="*/ 3846291 w 4682585"/>
              <a:gd name="connsiteY1136" fmla="*/ 320325 h 2174272"/>
              <a:gd name="connsiteX1137" fmla="*/ 3846291 w 4682585"/>
              <a:gd name="connsiteY1137" fmla="*/ 466915 h 2174272"/>
              <a:gd name="connsiteX1138" fmla="*/ 4004025 w 4682585"/>
              <a:gd name="connsiteY1138" fmla="*/ 466915 h 2174272"/>
              <a:gd name="connsiteX1139" fmla="*/ 4004025 w 4682585"/>
              <a:gd name="connsiteY1139" fmla="*/ 320325 h 2174272"/>
              <a:gd name="connsiteX1140" fmla="*/ 3678936 w 4682585"/>
              <a:gd name="connsiteY1140" fmla="*/ 320325 h 2174272"/>
              <a:gd name="connsiteX1141" fmla="*/ 3678936 w 4682585"/>
              <a:gd name="connsiteY1141" fmla="*/ 466915 h 2174272"/>
              <a:gd name="connsiteX1142" fmla="*/ 3836766 w 4682585"/>
              <a:gd name="connsiteY1142" fmla="*/ 466915 h 2174272"/>
              <a:gd name="connsiteX1143" fmla="*/ 3836766 w 4682585"/>
              <a:gd name="connsiteY1143" fmla="*/ 320325 h 2174272"/>
              <a:gd name="connsiteX1144" fmla="*/ 3511677 w 4682585"/>
              <a:gd name="connsiteY1144" fmla="*/ 320325 h 2174272"/>
              <a:gd name="connsiteX1145" fmla="*/ 3511677 w 4682585"/>
              <a:gd name="connsiteY1145" fmla="*/ 466915 h 2174272"/>
              <a:gd name="connsiteX1146" fmla="*/ 3669411 w 4682585"/>
              <a:gd name="connsiteY1146" fmla="*/ 466915 h 2174272"/>
              <a:gd name="connsiteX1147" fmla="*/ 3669411 w 4682585"/>
              <a:gd name="connsiteY1147" fmla="*/ 320325 h 2174272"/>
              <a:gd name="connsiteX1148" fmla="*/ 3344418 w 4682585"/>
              <a:gd name="connsiteY1148" fmla="*/ 320325 h 2174272"/>
              <a:gd name="connsiteX1149" fmla="*/ 3344418 w 4682585"/>
              <a:gd name="connsiteY1149" fmla="*/ 466915 h 2174272"/>
              <a:gd name="connsiteX1150" fmla="*/ 3502152 w 4682585"/>
              <a:gd name="connsiteY1150" fmla="*/ 466915 h 2174272"/>
              <a:gd name="connsiteX1151" fmla="*/ 3502152 w 4682585"/>
              <a:gd name="connsiteY1151" fmla="*/ 320325 h 2174272"/>
              <a:gd name="connsiteX1152" fmla="*/ 3177159 w 4682585"/>
              <a:gd name="connsiteY1152" fmla="*/ 320325 h 2174272"/>
              <a:gd name="connsiteX1153" fmla="*/ 3177159 w 4682585"/>
              <a:gd name="connsiteY1153" fmla="*/ 466915 h 2174272"/>
              <a:gd name="connsiteX1154" fmla="*/ 3334893 w 4682585"/>
              <a:gd name="connsiteY1154" fmla="*/ 466915 h 2174272"/>
              <a:gd name="connsiteX1155" fmla="*/ 3334893 w 4682585"/>
              <a:gd name="connsiteY1155" fmla="*/ 320325 h 2174272"/>
              <a:gd name="connsiteX1156" fmla="*/ 3009900 w 4682585"/>
              <a:gd name="connsiteY1156" fmla="*/ 320325 h 2174272"/>
              <a:gd name="connsiteX1157" fmla="*/ 3009900 w 4682585"/>
              <a:gd name="connsiteY1157" fmla="*/ 466915 h 2174272"/>
              <a:gd name="connsiteX1158" fmla="*/ 3167634 w 4682585"/>
              <a:gd name="connsiteY1158" fmla="*/ 466915 h 2174272"/>
              <a:gd name="connsiteX1159" fmla="*/ 3167634 w 4682585"/>
              <a:gd name="connsiteY1159" fmla="*/ 320325 h 2174272"/>
              <a:gd name="connsiteX1160" fmla="*/ 2842641 w 4682585"/>
              <a:gd name="connsiteY1160" fmla="*/ 320325 h 2174272"/>
              <a:gd name="connsiteX1161" fmla="*/ 2842641 w 4682585"/>
              <a:gd name="connsiteY1161" fmla="*/ 466915 h 2174272"/>
              <a:gd name="connsiteX1162" fmla="*/ 3000375 w 4682585"/>
              <a:gd name="connsiteY1162" fmla="*/ 466915 h 2174272"/>
              <a:gd name="connsiteX1163" fmla="*/ 3000375 w 4682585"/>
              <a:gd name="connsiteY1163" fmla="*/ 320325 h 2174272"/>
              <a:gd name="connsiteX1164" fmla="*/ 2675382 w 4682585"/>
              <a:gd name="connsiteY1164" fmla="*/ 320325 h 2174272"/>
              <a:gd name="connsiteX1165" fmla="*/ 2675382 w 4682585"/>
              <a:gd name="connsiteY1165" fmla="*/ 466915 h 2174272"/>
              <a:gd name="connsiteX1166" fmla="*/ 2833116 w 4682585"/>
              <a:gd name="connsiteY1166" fmla="*/ 466915 h 2174272"/>
              <a:gd name="connsiteX1167" fmla="*/ 2833116 w 4682585"/>
              <a:gd name="connsiteY1167" fmla="*/ 320325 h 2174272"/>
              <a:gd name="connsiteX1168" fmla="*/ 2508123 w 4682585"/>
              <a:gd name="connsiteY1168" fmla="*/ 320325 h 2174272"/>
              <a:gd name="connsiteX1169" fmla="*/ 2508123 w 4682585"/>
              <a:gd name="connsiteY1169" fmla="*/ 466915 h 2174272"/>
              <a:gd name="connsiteX1170" fmla="*/ 2665857 w 4682585"/>
              <a:gd name="connsiteY1170" fmla="*/ 466915 h 2174272"/>
              <a:gd name="connsiteX1171" fmla="*/ 2665857 w 4682585"/>
              <a:gd name="connsiteY1171" fmla="*/ 320325 h 2174272"/>
              <a:gd name="connsiteX1172" fmla="*/ 2340864 w 4682585"/>
              <a:gd name="connsiteY1172" fmla="*/ 320325 h 2174272"/>
              <a:gd name="connsiteX1173" fmla="*/ 2340864 w 4682585"/>
              <a:gd name="connsiteY1173" fmla="*/ 466915 h 2174272"/>
              <a:gd name="connsiteX1174" fmla="*/ 2498598 w 4682585"/>
              <a:gd name="connsiteY1174" fmla="*/ 466915 h 2174272"/>
              <a:gd name="connsiteX1175" fmla="*/ 2498598 w 4682585"/>
              <a:gd name="connsiteY1175" fmla="*/ 320325 h 2174272"/>
              <a:gd name="connsiteX1176" fmla="*/ 2173510 w 4682585"/>
              <a:gd name="connsiteY1176" fmla="*/ 320325 h 2174272"/>
              <a:gd name="connsiteX1177" fmla="*/ 2173510 w 4682585"/>
              <a:gd name="connsiteY1177" fmla="*/ 466915 h 2174272"/>
              <a:gd name="connsiteX1178" fmla="*/ 2331339 w 4682585"/>
              <a:gd name="connsiteY1178" fmla="*/ 466915 h 2174272"/>
              <a:gd name="connsiteX1179" fmla="*/ 2331339 w 4682585"/>
              <a:gd name="connsiteY1179" fmla="*/ 320325 h 2174272"/>
              <a:gd name="connsiteX1180" fmla="*/ 2006251 w 4682585"/>
              <a:gd name="connsiteY1180" fmla="*/ 320325 h 2174272"/>
              <a:gd name="connsiteX1181" fmla="*/ 2006251 w 4682585"/>
              <a:gd name="connsiteY1181" fmla="*/ 466915 h 2174272"/>
              <a:gd name="connsiteX1182" fmla="*/ 2163985 w 4682585"/>
              <a:gd name="connsiteY1182" fmla="*/ 466915 h 2174272"/>
              <a:gd name="connsiteX1183" fmla="*/ 2163985 w 4682585"/>
              <a:gd name="connsiteY1183" fmla="*/ 320325 h 2174272"/>
              <a:gd name="connsiteX1184" fmla="*/ 1838992 w 4682585"/>
              <a:gd name="connsiteY1184" fmla="*/ 320325 h 2174272"/>
              <a:gd name="connsiteX1185" fmla="*/ 1838992 w 4682585"/>
              <a:gd name="connsiteY1185" fmla="*/ 466915 h 2174272"/>
              <a:gd name="connsiteX1186" fmla="*/ 1996726 w 4682585"/>
              <a:gd name="connsiteY1186" fmla="*/ 466915 h 2174272"/>
              <a:gd name="connsiteX1187" fmla="*/ 1996726 w 4682585"/>
              <a:gd name="connsiteY1187" fmla="*/ 320325 h 2174272"/>
              <a:gd name="connsiteX1188" fmla="*/ 1671733 w 4682585"/>
              <a:gd name="connsiteY1188" fmla="*/ 320325 h 2174272"/>
              <a:gd name="connsiteX1189" fmla="*/ 1671733 w 4682585"/>
              <a:gd name="connsiteY1189" fmla="*/ 466915 h 2174272"/>
              <a:gd name="connsiteX1190" fmla="*/ 1829467 w 4682585"/>
              <a:gd name="connsiteY1190" fmla="*/ 466915 h 2174272"/>
              <a:gd name="connsiteX1191" fmla="*/ 1829467 w 4682585"/>
              <a:gd name="connsiteY1191" fmla="*/ 320325 h 2174272"/>
              <a:gd name="connsiteX1192" fmla="*/ 1504474 w 4682585"/>
              <a:gd name="connsiteY1192" fmla="*/ 320325 h 2174272"/>
              <a:gd name="connsiteX1193" fmla="*/ 1504474 w 4682585"/>
              <a:gd name="connsiteY1193" fmla="*/ 466915 h 2174272"/>
              <a:gd name="connsiteX1194" fmla="*/ 1662208 w 4682585"/>
              <a:gd name="connsiteY1194" fmla="*/ 466915 h 2174272"/>
              <a:gd name="connsiteX1195" fmla="*/ 1662208 w 4682585"/>
              <a:gd name="connsiteY1195" fmla="*/ 320325 h 2174272"/>
              <a:gd name="connsiteX1196" fmla="*/ 1337215 w 4682585"/>
              <a:gd name="connsiteY1196" fmla="*/ 320325 h 2174272"/>
              <a:gd name="connsiteX1197" fmla="*/ 1337215 w 4682585"/>
              <a:gd name="connsiteY1197" fmla="*/ 466915 h 2174272"/>
              <a:gd name="connsiteX1198" fmla="*/ 1494949 w 4682585"/>
              <a:gd name="connsiteY1198" fmla="*/ 466915 h 2174272"/>
              <a:gd name="connsiteX1199" fmla="*/ 1494949 w 4682585"/>
              <a:gd name="connsiteY1199" fmla="*/ 320325 h 2174272"/>
              <a:gd name="connsiteX1200" fmla="*/ 1169956 w 4682585"/>
              <a:gd name="connsiteY1200" fmla="*/ 320325 h 2174272"/>
              <a:gd name="connsiteX1201" fmla="*/ 1169956 w 4682585"/>
              <a:gd name="connsiteY1201" fmla="*/ 466915 h 2174272"/>
              <a:gd name="connsiteX1202" fmla="*/ 1327690 w 4682585"/>
              <a:gd name="connsiteY1202" fmla="*/ 466915 h 2174272"/>
              <a:gd name="connsiteX1203" fmla="*/ 1327690 w 4682585"/>
              <a:gd name="connsiteY1203" fmla="*/ 320325 h 2174272"/>
              <a:gd name="connsiteX1204" fmla="*/ 1002697 w 4682585"/>
              <a:gd name="connsiteY1204" fmla="*/ 320325 h 2174272"/>
              <a:gd name="connsiteX1205" fmla="*/ 1002697 w 4682585"/>
              <a:gd name="connsiteY1205" fmla="*/ 466915 h 2174272"/>
              <a:gd name="connsiteX1206" fmla="*/ 1160431 w 4682585"/>
              <a:gd name="connsiteY1206" fmla="*/ 466915 h 2174272"/>
              <a:gd name="connsiteX1207" fmla="*/ 1160431 w 4682585"/>
              <a:gd name="connsiteY1207" fmla="*/ 320325 h 2174272"/>
              <a:gd name="connsiteX1208" fmla="*/ 835438 w 4682585"/>
              <a:gd name="connsiteY1208" fmla="*/ 320325 h 2174272"/>
              <a:gd name="connsiteX1209" fmla="*/ 835438 w 4682585"/>
              <a:gd name="connsiteY1209" fmla="*/ 466915 h 2174272"/>
              <a:gd name="connsiteX1210" fmla="*/ 993172 w 4682585"/>
              <a:gd name="connsiteY1210" fmla="*/ 466915 h 2174272"/>
              <a:gd name="connsiteX1211" fmla="*/ 993172 w 4682585"/>
              <a:gd name="connsiteY1211" fmla="*/ 320325 h 2174272"/>
              <a:gd name="connsiteX1212" fmla="*/ 668179 w 4682585"/>
              <a:gd name="connsiteY1212" fmla="*/ 320325 h 2174272"/>
              <a:gd name="connsiteX1213" fmla="*/ 668179 w 4682585"/>
              <a:gd name="connsiteY1213" fmla="*/ 466915 h 2174272"/>
              <a:gd name="connsiteX1214" fmla="*/ 825913 w 4682585"/>
              <a:gd name="connsiteY1214" fmla="*/ 466915 h 2174272"/>
              <a:gd name="connsiteX1215" fmla="*/ 825913 w 4682585"/>
              <a:gd name="connsiteY1215" fmla="*/ 320325 h 2174272"/>
              <a:gd name="connsiteX1216" fmla="*/ 500920 w 4682585"/>
              <a:gd name="connsiteY1216" fmla="*/ 320325 h 2174272"/>
              <a:gd name="connsiteX1217" fmla="*/ 500920 w 4682585"/>
              <a:gd name="connsiteY1217" fmla="*/ 466915 h 2174272"/>
              <a:gd name="connsiteX1218" fmla="*/ 658654 w 4682585"/>
              <a:gd name="connsiteY1218" fmla="*/ 466915 h 2174272"/>
              <a:gd name="connsiteX1219" fmla="*/ 658654 w 4682585"/>
              <a:gd name="connsiteY1219" fmla="*/ 320325 h 2174272"/>
              <a:gd name="connsiteX1220" fmla="*/ 333566 w 4682585"/>
              <a:gd name="connsiteY1220" fmla="*/ 320325 h 2174272"/>
              <a:gd name="connsiteX1221" fmla="*/ 333566 w 4682585"/>
              <a:gd name="connsiteY1221" fmla="*/ 466915 h 2174272"/>
              <a:gd name="connsiteX1222" fmla="*/ 491395 w 4682585"/>
              <a:gd name="connsiteY1222" fmla="*/ 466915 h 2174272"/>
              <a:gd name="connsiteX1223" fmla="*/ 491395 w 4682585"/>
              <a:gd name="connsiteY1223" fmla="*/ 320325 h 2174272"/>
              <a:gd name="connsiteX1224" fmla="*/ 166307 w 4682585"/>
              <a:gd name="connsiteY1224" fmla="*/ 320325 h 2174272"/>
              <a:gd name="connsiteX1225" fmla="*/ 166307 w 4682585"/>
              <a:gd name="connsiteY1225" fmla="*/ 466915 h 2174272"/>
              <a:gd name="connsiteX1226" fmla="*/ 324041 w 4682585"/>
              <a:gd name="connsiteY1226" fmla="*/ 466915 h 2174272"/>
              <a:gd name="connsiteX1227" fmla="*/ 324041 w 4682585"/>
              <a:gd name="connsiteY1227" fmla="*/ 320325 h 2174272"/>
              <a:gd name="connsiteX1228" fmla="*/ 9525 w 4682585"/>
              <a:gd name="connsiteY1228" fmla="*/ 320325 h 2174272"/>
              <a:gd name="connsiteX1229" fmla="*/ 9525 w 4682585"/>
              <a:gd name="connsiteY1229" fmla="*/ 466915 h 2174272"/>
              <a:gd name="connsiteX1230" fmla="*/ 156782 w 4682585"/>
              <a:gd name="connsiteY1230" fmla="*/ 466915 h 2174272"/>
              <a:gd name="connsiteX1231" fmla="*/ 156782 w 4682585"/>
              <a:gd name="connsiteY1231" fmla="*/ 320325 h 2174272"/>
              <a:gd name="connsiteX1232" fmla="*/ 4515326 w 4682585"/>
              <a:gd name="connsiteY1232" fmla="*/ 164211 h 2174272"/>
              <a:gd name="connsiteX1233" fmla="*/ 4515326 w 4682585"/>
              <a:gd name="connsiteY1233" fmla="*/ 310800 h 2174272"/>
              <a:gd name="connsiteX1234" fmla="*/ 4673060 w 4682585"/>
              <a:gd name="connsiteY1234" fmla="*/ 310800 h 2174272"/>
              <a:gd name="connsiteX1235" fmla="*/ 4673060 w 4682585"/>
              <a:gd name="connsiteY1235" fmla="*/ 164211 h 2174272"/>
              <a:gd name="connsiteX1236" fmla="*/ 4348068 w 4682585"/>
              <a:gd name="connsiteY1236" fmla="*/ 164211 h 2174272"/>
              <a:gd name="connsiteX1237" fmla="*/ 4348068 w 4682585"/>
              <a:gd name="connsiteY1237" fmla="*/ 310800 h 2174272"/>
              <a:gd name="connsiteX1238" fmla="*/ 4505801 w 4682585"/>
              <a:gd name="connsiteY1238" fmla="*/ 310800 h 2174272"/>
              <a:gd name="connsiteX1239" fmla="*/ 4505801 w 4682585"/>
              <a:gd name="connsiteY1239" fmla="*/ 164211 h 2174272"/>
              <a:gd name="connsiteX1240" fmla="*/ 4180809 w 4682585"/>
              <a:gd name="connsiteY1240" fmla="*/ 164211 h 2174272"/>
              <a:gd name="connsiteX1241" fmla="*/ 4180809 w 4682585"/>
              <a:gd name="connsiteY1241" fmla="*/ 310800 h 2174272"/>
              <a:gd name="connsiteX1242" fmla="*/ 4338543 w 4682585"/>
              <a:gd name="connsiteY1242" fmla="*/ 310800 h 2174272"/>
              <a:gd name="connsiteX1243" fmla="*/ 4338543 w 4682585"/>
              <a:gd name="connsiteY1243" fmla="*/ 164211 h 2174272"/>
              <a:gd name="connsiteX1244" fmla="*/ 4013550 w 4682585"/>
              <a:gd name="connsiteY1244" fmla="*/ 164211 h 2174272"/>
              <a:gd name="connsiteX1245" fmla="*/ 4013550 w 4682585"/>
              <a:gd name="connsiteY1245" fmla="*/ 310800 h 2174272"/>
              <a:gd name="connsiteX1246" fmla="*/ 4171284 w 4682585"/>
              <a:gd name="connsiteY1246" fmla="*/ 310800 h 2174272"/>
              <a:gd name="connsiteX1247" fmla="*/ 4171284 w 4682585"/>
              <a:gd name="connsiteY1247" fmla="*/ 164211 h 2174272"/>
              <a:gd name="connsiteX1248" fmla="*/ 3846291 w 4682585"/>
              <a:gd name="connsiteY1248" fmla="*/ 164211 h 2174272"/>
              <a:gd name="connsiteX1249" fmla="*/ 3846291 w 4682585"/>
              <a:gd name="connsiteY1249" fmla="*/ 310800 h 2174272"/>
              <a:gd name="connsiteX1250" fmla="*/ 4004025 w 4682585"/>
              <a:gd name="connsiteY1250" fmla="*/ 310800 h 2174272"/>
              <a:gd name="connsiteX1251" fmla="*/ 4004025 w 4682585"/>
              <a:gd name="connsiteY1251" fmla="*/ 164211 h 2174272"/>
              <a:gd name="connsiteX1252" fmla="*/ 3678936 w 4682585"/>
              <a:gd name="connsiteY1252" fmla="*/ 164211 h 2174272"/>
              <a:gd name="connsiteX1253" fmla="*/ 3678936 w 4682585"/>
              <a:gd name="connsiteY1253" fmla="*/ 310800 h 2174272"/>
              <a:gd name="connsiteX1254" fmla="*/ 3836766 w 4682585"/>
              <a:gd name="connsiteY1254" fmla="*/ 310800 h 2174272"/>
              <a:gd name="connsiteX1255" fmla="*/ 3836766 w 4682585"/>
              <a:gd name="connsiteY1255" fmla="*/ 164211 h 2174272"/>
              <a:gd name="connsiteX1256" fmla="*/ 3511677 w 4682585"/>
              <a:gd name="connsiteY1256" fmla="*/ 164211 h 2174272"/>
              <a:gd name="connsiteX1257" fmla="*/ 3511677 w 4682585"/>
              <a:gd name="connsiteY1257" fmla="*/ 310800 h 2174272"/>
              <a:gd name="connsiteX1258" fmla="*/ 3669411 w 4682585"/>
              <a:gd name="connsiteY1258" fmla="*/ 310800 h 2174272"/>
              <a:gd name="connsiteX1259" fmla="*/ 3669411 w 4682585"/>
              <a:gd name="connsiteY1259" fmla="*/ 164211 h 2174272"/>
              <a:gd name="connsiteX1260" fmla="*/ 3344418 w 4682585"/>
              <a:gd name="connsiteY1260" fmla="*/ 164211 h 2174272"/>
              <a:gd name="connsiteX1261" fmla="*/ 3344418 w 4682585"/>
              <a:gd name="connsiteY1261" fmla="*/ 310800 h 2174272"/>
              <a:gd name="connsiteX1262" fmla="*/ 3502152 w 4682585"/>
              <a:gd name="connsiteY1262" fmla="*/ 310800 h 2174272"/>
              <a:gd name="connsiteX1263" fmla="*/ 3502152 w 4682585"/>
              <a:gd name="connsiteY1263" fmla="*/ 164211 h 2174272"/>
              <a:gd name="connsiteX1264" fmla="*/ 3177159 w 4682585"/>
              <a:gd name="connsiteY1264" fmla="*/ 164211 h 2174272"/>
              <a:gd name="connsiteX1265" fmla="*/ 3177159 w 4682585"/>
              <a:gd name="connsiteY1265" fmla="*/ 310800 h 2174272"/>
              <a:gd name="connsiteX1266" fmla="*/ 3334893 w 4682585"/>
              <a:gd name="connsiteY1266" fmla="*/ 310800 h 2174272"/>
              <a:gd name="connsiteX1267" fmla="*/ 3334893 w 4682585"/>
              <a:gd name="connsiteY1267" fmla="*/ 164211 h 2174272"/>
              <a:gd name="connsiteX1268" fmla="*/ 3009900 w 4682585"/>
              <a:gd name="connsiteY1268" fmla="*/ 164211 h 2174272"/>
              <a:gd name="connsiteX1269" fmla="*/ 3009900 w 4682585"/>
              <a:gd name="connsiteY1269" fmla="*/ 310800 h 2174272"/>
              <a:gd name="connsiteX1270" fmla="*/ 3167634 w 4682585"/>
              <a:gd name="connsiteY1270" fmla="*/ 310800 h 2174272"/>
              <a:gd name="connsiteX1271" fmla="*/ 3167634 w 4682585"/>
              <a:gd name="connsiteY1271" fmla="*/ 164211 h 2174272"/>
              <a:gd name="connsiteX1272" fmla="*/ 2842641 w 4682585"/>
              <a:gd name="connsiteY1272" fmla="*/ 164211 h 2174272"/>
              <a:gd name="connsiteX1273" fmla="*/ 2842641 w 4682585"/>
              <a:gd name="connsiteY1273" fmla="*/ 310800 h 2174272"/>
              <a:gd name="connsiteX1274" fmla="*/ 3000375 w 4682585"/>
              <a:gd name="connsiteY1274" fmla="*/ 310800 h 2174272"/>
              <a:gd name="connsiteX1275" fmla="*/ 3000375 w 4682585"/>
              <a:gd name="connsiteY1275" fmla="*/ 164211 h 2174272"/>
              <a:gd name="connsiteX1276" fmla="*/ 2675382 w 4682585"/>
              <a:gd name="connsiteY1276" fmla="*/ 164211 h 2174272"/>
              <a:gd name="connsiteX1277" fmla="*/ 2675382 w 4682585"/>
              <a:gd name="connsiteY1277" fmla="*/ 310800 h 2174272"/>
              <a:gd name="connsiteX1278" fmla="*/ 2833116 w 4682585"/>
              <a:gd name="connsiteY1278" fmla="*/ 310800 h 2174272"/>
              <a:gd name="connsiteX1279" fmla="*/ 2833116 w 4682585"/>
              <a:gd name="connsiteY1279" fmla="*/ 164211 h 2174272"/>
              <a:gd name="connsiteX1280" fmla="*/ 2508123 w 4682585"/>
              <a:gd name="connsiteY1280" fmla="*/ 164211 h 2174272"/>
              <a:gd name="connsiteX1281" fmla="*/ 2508123 w 4682585"/>
              <a:gd name="connsiteY1281" fmla="*/ 310800 h 2174272"/>
              <a:gd name="connsiteX1282" fmla="*/ 2665857 w 4682585"/>
              <a:gd name="connsiteY1282" fmla="*/ 310800 h 2174272"/>
              <a:gd name="connsiteX1283" fmla="*/ 2665857 w 4682585"/>
              <a:gd name="connsiteY1283" fmla="*/ 164211 h 2174272"/>
              <a:gd name="connsiteX1284" fmla="*/ 2340864 w 4682585"/>
              <a:gd name="connsiteY1284" fmla="*/ 164211 h 2174272"/>
              <a:gd name="connsiteX1285" fmla="*/ 2340864 w 4682585"/>
              <a:gd name="connsiteY1285" fmla="*/ 310800 h 2174272"/>
              <a:gd name="connsiteX1286" fmla="*/ 2498598 w 4682585"/>
              <a:gd name="connsiteY1286" fmla="*/ 310800 h 2174272"/>
              <a:gd name="connsiteX1287" fmla="*/ 2498598 w 4682585"/>
              <a:gd name="connsiteY1287" fmla="*/ 164211 h 2174272"/>
              <a:gd name="connsiteX1288" fmla="*/ 2173510 w 4682585"/>
              <a:gd name="connsiteY1288" fmla="*/ 164211 h 2174272"/>
              <a:gd name="connsiteX1289" fmla="*/ 2173510 w 4682585"/>
              <a:gd name="connsiteY1289" fmla="*/ 310800 h 2174272"/>
              <a:gd name="connsiteX1290" fmla="*/ 2331339 w 4682585"/>
              <a:gd name="connsiteY1290" fmla="*/ 310800 h 2174272"/>
              <a:gd name="connsiteX1291" fmla="*/ 2331339 w 4682585"/>
              <a:gd name="connsiteY1291" fmla="*/ 164211 h 2174272"/>
              <a:gd name="connsiteX1292" fmla="*/ 2006251 w 4682585"/>
              <a:gd name="connsiteY1292" fmla="*/ 164211 h 2174272"/>
              <a:gd name="connsiteX1293" fmla="*/ 2006251 w 4682585"/>
              <a:gd name="connsiteY1293" fmla="*/ 310800 h 2174272"/>
              <a:gd name="connsiteX1294" fmla="*/ 2163985 w 4682585"/>
              <a:gd name="connsiteY1294" fmla="*/ 310800 h 2174272"/>
              <a:gd name="connsiteX1295" fmla="*/ 2163985 w 4682585"/>
              <a:gd name="connsiteY1295" fmla="*/ 164211 h 2174272"/>
              <a:gd name="connsiteX1296" fmla="*/ 1838992 w 4682585"/>
              <a:gd name="connsiteY1296" fmla="*/ 164211 h 2174272"/>
              <a:gd name="connsiteX1297" fmla="*/ 1838992 w 4682585"/>
              <a:gd name="connsiteY1297" fmla="*/ 310800 h 2174272"/>
              <a:gd name="connsiteX1298" fmla="*/ 1996726 w 4682585"/>
              <a:gd name="connsiteY1298" fmla="*/ 310800 h 2174272"/>
              <a:gd name="connsiteX1299" fmla="*/ 1996726 w 4682585"/>
              <a:gd name="connsiteY1299" fmla="*/ 164211 h 2174272"/>
              <a:gd name="connsiteX1300" fmla="*/ 1671733 w 4682585"/>
              <a:gd name="connsiteY1300" fmla="*/ 164211 h 2174272"/>
              <a:gd name="connsiteX1301" fmla="*/ 1671733 w 4682585"/>
              <a:gd name="connsiteY1301" fmla="*/ 310800 h 2174272"/>
              <a:gd name="connsiteX1302" fmla="*/ 1829467 w 4682585"/>
              <a:gd name="connsiteY1302" fmla="*/ 310800 h 2174272"/>
              <a:gd name="connsiteX1303" fmla="*/ 1829467 w 4682585"/>
              <a:gd name="connsiteY1303" fmla="*/ 164211 h 2174272"/>
              <a:gd name="connsiteX1304" fmla="*/ 1504474 w 4682585"/>
              <a:gd name="connsiteY1304" fmla="*/ 164211 h 2174272"/>
              <a:gd name="connsiteX1305" fmla="*/ 1504474 w 4682585"/>
              <a:gd name="connsiteY1305" fmla="*/ 310800 h 2174272"/>
              <a:gd name="connsiteX1306" fmla="*/ 1662208 w 4682585"/>
              <a:gd name="connsiteY1306" fmla="*/ 310800 h 2174272"/>
              <a:gd name="connsiteX1307" fmla="*/ 1662208 w 4682585"/>
              <a:gd name="connsiteY1307" fmla="*/ 164211 h 2174272"/>
              <a:gd name="connsiteX1308" fmla="*/ 1337215 w 4682585"/>
              <a:gd name="connsiteY1308" fmla="*/ 164211 h 2174272"/>
              <a:gd name="connsiteX1309" fmla="*/ 1337215 w 4682585"/>
              <a:gd name="connsiteY1309" fmla="*/ 310800 h 2174272"/>
              <a:gd name="connsiteX1310" fmla="*/ 1494949 w 4682585"/>
              <a:gd name="connsiteY1310" fmla="*/ 310800 h 2174272"/>
              <a:gd name="connsiteX1311" fmla="*/ 1494949 w 4682585"/>
              <a:gd name="connsiteY1311" fmla="*/ 164211 h 2174272"/>
              <a:gd name="connsiteX1312" fmla="*/ 1169956 w 4682585"/>
              <a:gd name="connsiteY1312" fmla="*/ 164211 h 2174272"/>
              <a:gd name="connsiteX1313" fmla="*/ 1169956 w 4682585"/>
              <a:gd name="connsiteY1313" fmla="*/ 310800 h 2174272"/>
              <a:gd name="connsiteX1314" fmla="*/ 1327690 w 4682585"/>
              <a:gd name="connsiteY1314" fmla="*/ 310800 h 2174272"/>
              <a:gd name="connsiteX1315" fmla="*/ 1327690 w 4682585"/>
              <a:gd name="connsiteY1315" fmla="*/ 164211 h 2174272"/>
              <a:gd name="connsiteX1316" fmla="*/ 1002697 w 4682585"/>
              <a:gd name="connsiteY1316" fmla="*/ 164211 h 2174272"/>
              <a:gd name="connsiteX1317" fmla="*/ 1002697 w 4682585"/>
              <a:gd name="connsiteY1317" fmla="*/ 310800 h 2174272"/>
              <a:gd name="connsiteX1318" fmla="*/ 1160431 w 4682585"/>
              <a:gd name="connsiteY1318" fmla="*/ 310800 h 2174272"/>
              <a:gd name="connsiteX1319" fmla="*/ 1160431 w 4682585"/>
              <a:gd name="connsiteY1319" fmla="*/ 164211 h 2174272"/>
              <a:gd name="connsiteX1320" fmla="*/ 835438 w 4682585"/>
              <a:gd name="connsiteY1320" fmla="*/ 164211 h 2174272"/>
              <a:gd name="connsiteX1321" fmla="*/ 835438 w 4682585"/>
              <a:gd name="connsiteY1321" fmla="*/ 310800 h 2174272"/>
              <a:gd name="connsiteX1322" fmla="*/ 993172 w 4682585"/>
              <a:gd name="connsiteY1322" fmla="*/ 310800 h 2174272"/>
              <a:gd name="connsiteX1323" fmla="*/ 993172 w 4682585"/>
              <a:gd name="connsiteY1323" fmla="*/ 164211 h 2174272"/>
              <a:gd name="connsiteX1324" fmla="*/ 668179 w 4682585"/>
              <a:gd name="connsiteY1324" fmla="*/ 164211 h 2174272"/>
              <a:gd name="connsiteX1325" fmla="*/ 668179 w 4682585"/>
              <a:gd name="connsiteY1325" fmla="*/ 310800 h 2174272"/>
              <a:gd name="connsiteX1326" fmla="*/ 825913 w 4682585"/>
              <a:gd name="connsiteY1326" fmla="*/ 310800 h 2174272"/>
              <a:gd name="connsiteX1327" fmla="*/ 825913 w 4682585"/>
              <a:gd name="connsiteY1327" fmla="*/ 164211 h 2174272"/>
              <a:gd name="connsiteX1328" fmla="*/ 500920 w 4682585"/>
              <a:gd name="connsiteY1328" fmla="*/ 164211 h 2174272"/>
              <a:gd name="connsiteX1329" fmla="*/ 500920 w 4682585"/>
              <a:gd name="connsiteY1329" fmla="*/ 310800 h 2174272"/>
              <a:gd name="connsiteX1330" fmla="*/ 658654 w 4682585"/>
              <a:gd name="connsiteY1330" fmla="*/ 310800 h 2174272"/>
              <a:gd name="connsiteX1331" fmla="*/ 658654 w 4682585"/>
              <a:gd name="connsiteY1331" fmla="*/ 164211 h 2174272"/>
              <a:gd name="connsiteX1332" fmla="*/ 333566 w 4682585"/>
              <a:gd name="connsiteY1332" fmla="*/ 164211 h 2174272"/>
              <a:gd name="connsiteX1333" fmla="*/ 333566 w 4682585"/>
              <a:gd name="connsiteY1333" fmla="*/ 310800 h 2174272"/>
              <a:gd name="connsiteX1334" fmla="*/ 491395 w 4682585"/>
              <a:gd name="connsiteY1334" fmla="*/ 310800 h 2174272"/>
              <a:gd name="connsiteX1335" fmla="*/ 491395 w 4682585"/>
              <a:gd name="connsiteY1335" fmla="*/ 164211 h 2174272"/>
              <a:gd name="connsiteX1336" fmla="*/ 166307 w 4682585"/>
              <a:gd name="connsiteY1336" fmla="*/ 164211 h 2174272"/>
              <a:gd name="connsiteX1337" fmla="*/ 166307 w 4682585"/>
              <a:gd name="connsiteY1337" fmla="*/ 310800 h 2174272"/>
              <a:gd name="connsiteX1338" fmla="*/ 324041 w 4682585"/>
              <a:gd name="connsiteY1338" fmla="*/ 310800 h 2174272"/>
              <a:gd name="connsiteX1339" fmla="*/ 324041 w 4682585"/>
              <a:gd name="connsiteY1339" fmla="*/ 164211 h 2174272"/>
              <a:gd name="connsiteX1340" fmla="*/ 9525 w 4682585"/>
              <a:gd name="connsiteY1340" fmla="*/ 164211 h 2174272"/>
              <a:gd name="connsiteX1341" fmla="*/ 9525 w 4682585"/>
              <a:gd name="connsiteY1341" fmla="*/ 310800 h 2174272"/>
              <a:gd name="connsiteX1342" fmla="*/ 156782 w 4682585"/>
              <a:gd name="connsiteY1342" fmla="*/ 310800 h 2174272"/>
              <a:gd name="connsiteX1343" fmla="*/ 156782 w 4682585"/>
              <a:gd name="connsiteY1343" fmla="*/ 164211 h 2174272"/>
              <a:gd name="connsiteX1344" fmla="*/ 0 w 4682585"/>
              <a:gd name="connsiteY1344" fmla="*/ 0 h 2174272"/>
              <a:gd name="connsiteX1345" fmla="*/ 9525 w 4682585"/>
              <a:gd name="connsiteY1345" fmla="*/ 0 h 2174272"/>
              <a:gd name="connsiteX1346" fmla="*/ 9525 w 4682585"/>
              <a:gd name="connsiteY1346" fmla="*/ 154686 h 2174272"/>
              <a:gd name="connsiteX1347" fmla="*/ 156782 w 4682585"/>
              <a:gd name="connsiteY1347" fmla="*/ 154686 h 2174272"/>
              <a:gd name="connsiteX1348" fmla="*/ 156782 w 4682585"/>
              <a:gd name="connsiteY1348" fmla="*/ 0 h 2174272"/>
              <a:gd name="connsiteX1349" fmla="*/ 166307 w 4682585"/>
              <a:gd name="connsiteY1349" fmla="*/ 0 h 2174272"/>
              <a:gd name="connsiteX1350" fmla="*/ 166307 w 4682585"/>
              <a:gd name="connsiteY1350" fmla="*/ 154686 h 2174272"/>
              <a:gd name="connsiteX1351" fmla="*/ 324041 w 4682585"/>
              <a:gd name="connsiteY1351" fmla="*/ 154686 h 2174272"/>
              <a:gd name="connsiteX1352" fmla="*/ 324041 w 4682585"/>
              <a:gd name="connsiteY1352" fmla="*/ 0 h 2174272"/>
              <a:gd name="connsiteX1353" fmla="*/ 333566 w 4682585"/>
              <a:gd name="connsiteY1353" fmla="*/ 0 h 2174272"/>
              <a:gd name="connsiteX1354" fmla="*/ 333566 w 4682585"/>
              <a:gd name="connsiteY1354" fmla="*/ 154686 h 2174272"/>
              <a:gd name="connsiteX1355" fmla="*/ 491395 w 4682585"/>
              <a:gd name="connsiteY1355" fmla="*/ 154686 h 2174272"/>
              <a:gd name="connsiteX1356" fmla="*/ 491395 w 4682585"/>
              <a:gd name="connsiteY1356" fmla="*/ 0 h 2174272"/>
              <a:gd name="connsiteX1357" fmla="*/ 500920 w 4682585"/>
              <a:gd name="connsiteY1357" fmla="*/ 0 h 2174272"/>
              <a:gd name="connsiteX1358" fmla="*/ 500920 w 4682585"/>
              <a:gd name="connsiteY1358" fmla="*/ 154686 h 2174272"/>
              <a:gd name="connsiteX1359" fmla="*/ 658654 w 4682585"/>
              <a:gd name="connsiteY1359" fmla="*/ 154686 h 2174272"/>
              <a:gd name="connsiteX1360" fmla="*/ 658654 w 4682585"/>
              <a:gd name="connsiteY1360" fmla="*/ 0 h 2174272"/>
              <a:gd name="connsiteX1361" fmla="*/ 668179 w 4682585"/>
              <a:gd name="connsiteY1361" fmla="*/ 0 h 2174272"/>
              <a:gd name="connsiteX1362" fmla="*/ 668179 w 4682585"/>
              <a:gd name="connsiteY1362" fmla="*/ 154686 h 2174272"/>
              <a:gd name="connsiteX1363" fmla="*/ 825913 w 4682585"/>
              <a:gd name="connsiteY1363" fmla="*/ 154686 h 2174272"/>
              <a:gd name="connsiteX1364" fmla="*/ 825913 w 4682585"/>
              <a:gd name="connsiteY1364" fmla="*/ 0 h 2174272"/>
              <a:gd name="connsiteX1365" fmla="*/ 835438 w 4682585"/>
              <a:gd name="connsiteY1365" fmla="*/ 0 h 2174272"/>
              <a:gd name="connsiteX1366" fmla="*/ 835438 w 4682585"/>
              <a:gd name="connsiteY1366" fmla="*/ 154686 h 2174272"/>
              <a:gd name="connsiteX1367" fmla="*/ 993172 w 4682585"/>
              <a:gd name="connsiteY1367" fmla="*/ 154686 h 2174272"/>
              <a:gd name="connsiteX1368" fmla="*/ 993172 w 4682585"/>
              <a:gd name="connsiteY1368" fmla="*/ 0 h 2174272"/>
              <a:gd name="connsiteX1369" fmla="*/ 1002697 w 4682585"/>
              <a:gd name="connsiteY1369" fmla="*/ 0 h 2174272"/>
              <a:gd name="connsiteX1370" fmla="*/ 1002697 w 4682585"/>
              <a:gd name="connsiteY1370" fmla="*/ 154686 h 2174272"/>
              <a:gd name="connsiteX1371" fmla="*/ 1160431 w 4682585"/>
              <a:gd name="connsiteY1371" fmla="*/ 154686 h 2174272"/>
              <a:gd name="connsiteX1372" fmla="*/ 1160431 w 4682585"/>
              <a:gd name="connsiteY1372" fmla="*/ 0 h 2174272"/>
              <a:gd name="connsiteX1373" fmla="*/ 1169956 w 4682585"/>
              <a:gd name="connsiteY1373" fmla="*/ 0 h 2174272"/>
              <a:gd name="connsiteX1374" fmla="*/ 1169956 w 4682585"/>
              <a:gd name="connsiteY1374" fmla="*/ 154686 h 2174272"/>
              <a:gd name="connsiteX1375" fmla="*/ 1327690 w 4682585"/>
              <a:gd name="connsiteY1375" fmla="*/ 154686 h 2174272"/>
              <a:gd name="connsiteX1376" fmla="*/ 1327690 w 4682585"/>
              <a:gd name="connsiteY1376" fmla="*/ 0 h 2174272"/>
              <a:gd name="connsiteX1377" fmla="*/ 1337215 w 4682585"/>
              <a:gd name="connsiteY1377" fmla="*/ 0 h 2174272"/>
              <a:gd name="connsiteX1378" fmla="*/ 1337215 w 4682585"/>
              <a:gd name="connsiteY1378" fmla="*/ 154686 h 2174272"/>
              <a:gd name="connsiteX1379" fmla="*/ 1494949 w 4682585"/>
              <a:gd name="connsiteY1379" fmla="*/ 154686 h 2174272"/>
              <a:gd name="connsiteX1380" fmla="*/ 1494949 w 4682585"/>
              <a:gd name="connsiteY1380" fmla="*/ 0 h 2174272"/>
              <a:gd name="connsiteX1381" fmla="*/ 1504474 w 4682585"/>
              <a:gd name="connsiteY1381" fmla="*/ 0 h 2174272"/>
              <a:gd name="connsiteX1382" fmla="*/ 1504474 w 4682585"/>
              <a:gd name="connsiteY1382" fmla="*/ 154686 h 2174272"/>
              <a:gd name="connsiteX1383" fmla="*/ 1662208 w 4682585"/>
              <a:gd name="connsiteY1383" fmla="*/ 154686 h 2174272"/>
              <a:gd name="connsiteX1384" fmla="*/ 1662208 w 4682585"/>
              <a:gd name="connsiteY1384" fmla="*/ 0 h 2174272"/>
              <a:gd name="connsiteX1385" fmla="*/ 1671733 w 4682585"/>
              <a:gd name="connsiteY1385" fmla="*/ 0 h 2174272"/>
              <a:gd name="connsiteX1386" fmla="*/ 1671733 w 4682585"/>
              <a:gd name="connsiteY1386" fmla="*/ 154686 h 2174272"/>
              <a:gd name="connsiteX1387" fmla="*/ 1829467 w 4682585"/>
              <a:gd name="connsiteY1387" fmla="*/ 154686 h 2174272"/>
              <a:gd name="connsiteX1388" fmla="*/ 1829467 w 4682585"/>
              <a:gd name="connsiteY1388" fmla="*/ 0 h 2174272"/>
              <a:gd name="connsiteX1389" fmla="*/ 1838992 w 4682585"/>
              <a:gd name="connsiteY1389" fmla="*/ 0 h 2174272"/>
              <a:gd name="connsiteX1390" fmla="*/ 1838992 w 4682585"/>
              <a:gd name="connsiteY1390" fmla="*/ 154686 h 2174272"/>
              <a:gd name="connsiteX1391" fmla="*/ 1996726 w 4682585"/>
              <a:gd name="connsiteY1391" fmla="*/ 154686 h 2174272"/>
              <a:gd name="connsiteX1392" fmla="*/ 1996726 w 4682585"/>
              <a:gd name="connsiteY1392" fmla="*/ 0 h 2174272"/>
              <a:gd name="connsiteX1393" fmla="*/ 2006251 w 4682585"/>
              <a:gd name="connsiteY1393" fmla="*/ 0 h 2174272"/>
              <a:gd name="connsiteX1394" fmla="*/ 2006251 w 4682585"/>
              <a:gd name="connsiteY1394" fmla="*/ 154686 h 2174272"/>
              <a:gd name="connsiteX1395" fmla="*/ 2163985 w 4682585"/>
              <a:gd name="connsiteY1395" fmla="*/ 154686 h 2174272"/>
              <a:gd name="connsiteX1396" fmla="*/ 2163985 w 4682585"/>
              <a:gd name="connsiteY1396" fmla="*/ 0 h 2174272"/>
              <a:gd name="connsiteX1397" fmla="*/ 2173510 w 4682585"/>
              <a:gd name="connsiteY1397" fmla="*/ 0 h 2174272"/>
              <a:gd name="connsiteX1398" fmla="*/ 2173510 w 4682585"/>
              <a:gd name="connsiteY1398" fmla="*/ 154686 h 2174272"/>
              <a:gd name="connsiteX1399" fmla="*/ 2331339 w 4682585"/>
              <a:gd name="connsiteY1399" fmla="*/ 154686 h 2174272"/>
              <a:gd name="connsiteX1400" fmla="*/ 2331339 w 4682585"/>
              <a:gd name="connsiteY1400" fmla="*/ 0 h 2174272"/>
              <a:gd name="connsiteX1401" fmla="*/ 2340864 w 4682585"/>
              <a:gd name="connsiteY1401" fmla="*/ 0 h 2174272"/>
              <a:gd name="connsiteX1402" fmla="*/ 2340864 w 4682585"/>
              <a:gd name="connsiteY1402" fmla="*/ 154686 h 2174272"/>
              <a:gd name="connsiteX1403" fmla="*/ 2498598 w 4682585"/>
              <a:gd name="connsiteY1403" fmla="*/ 154686 h 2174272"/>
              <a:gd name="connsiteX1404" fmla="*/ 2498598 w 4682585"/>
              <a:gd name="connsiteY1404" fmla="*/ 0 h 2174272"/>
              <a:gd name="connsiteX1405" fmla="*/ 2508123 w 4682585"/>
              <a:gd name="connsiteY1405" fmla="*/ 0 h 2174272"/>
              <a:gd name="connsiteX1406" fmla="*/ 2508123 w 4682585"/>
              <a:gd name="connsiteY1406" fmla="*/ 154686 h 2174272"/>
              <a:gd name="connsiteX1407" fmla="*/ 2665857 w 4682585"/>
              <a:gd name="connsiteY1407" fmla="*/ 154686 h 2174272"/>
              <a:gd name="connsiteX1408" fmla="*/ 2665857 w 4682585"/>
              <a:gd name="connsiteY1408" fmla="*/ 0 h 2174272"/>
              <a:gd name="connsiteX1409" fmla="*/ 2675382 w 4682585"/>
              <a:gd name="connsiteY1409" fmla="*/ 0 h 2174272"/>
              <a:gd name="connsiteX1410" fmla="*/ 2675382 w 4682585"/>
              <a:gd name="connsiteY1410" fmla="*/ 154686 h 2174272"/>
              <a:gd name="connsiteX1411" fmla="*/ 2833116 w 4682585"/>
              <a:gd name="connsiteY1411" fmla="*/ 154686 h 2174272"/>
              <a:gd name="connsiteX1412" fmla="*/ 2833116 w 4682585"/>
              <a:gd name="connsiteY1412" fmla="*/ 0 h 2174272"/>
              <a:gd name="connsiteX1413" fmla="*/ 2842641 w 4682585"/>
              <a:gd name="connsiteY1413" fmla="*/ 0 h 2174272"/>
              <a:gd name="connsiteX1414" fmla="*/ 2842641 w 4682585"/>
              <a:gd name="connsiteY1414" fmla="*/ 154686 h 2174272"/>
              <a:gd name="connsiteX1415" fmla="*/ 3000375 w 4682585"/>
              <a:gd name="connsiteY1415" fmla="*/ 154686 h 2174272"/>
              <a:gd name="connsiteX1416" fmla="*/ 3000375 w 4682585"/>
              <a:gd name="connsiteY1416" fmla="*/ 0 h 2174272"/>
              <a:gd name="connsiteX1417" fmla="*/ 3009900 w 4682585"/>
              <a:gd name="connsiteY1417" fmla="*/ 0 h 2174272"/>
              <a:gd name="connsiteX1418" fmla="*/ 3009900 w 4682585"/>
              <a:gd name="connsiteY1418" fmla="*/ 154686 h 2174272"/>
              <a:gd name="connsiteX1419" fmla="*/ 3167634 w 4682585"/>
              <a:gd name="connsiteY1419" fmla="*/ 154686 h 2174272"/>
              <a:gd name="connsiteX1420" fmla="*/ 3167634 w 4682585"/>
              <a:gd name="connsiteY1420" fmla="*/ 0 h 2174272"/>
              <a:gd name="connsiteX1421" fmla="*/ 3177159 w 4682585"/>
              <a:gd name="connsiteY1421" fmla="*/ 0 h 2174272"/>
              <a:gd name="connsiteX1422" fmla="*/ 3177159 w 4682585"/>
              <a:gd name="connsiteY1422" fmla="*/ 154686 h 2174272"/>
              <a:gd name="connsiteX1423" fmla="*/ 3334893 w 4682585"/>
              <a:gd name="connsiteY1423" fmla="*/ 154686 h 2174272"/>
              <a:gd name="connsiteX1424" fmla="*/ 3334893 w 4682585"/>
              <a:gd name="connsiteY1424" fmla="*/ 0 h 2174272"/>
              <a:gd name="connsiteX1425" fmla="*/ 3344418 w 4682585"/>
              <a:gd name="connsiteY1425" fmla="*/ 0 h 2174272"/>
              <a:gd name="connsiteX1426" fmla="*/ 3344418 w 4682585"/>
              <a:gd name="connsiteY1426" fmla="*/ 154686 h 2174272"/>
              <a:gd name="connsiteX1427" fmla="*/ 3502152 w 4682585"/>
              <a:gd name="connsiteY1427" fmla="*/ 154686 h 2174272"/>
              <a:gd name="connsiteX1428" fmla="*/ 3502152 w 4682585"/>
              <a:gd name="connsiteY1428" fmla="*/ 0 h 2174272"/>
              <a:gd name="connsiteX1429" fmla="*/ 3511677 w 4682585"/>
              <a:gd name="connsiteY1429" fmla="*/ 0 h 2174272"/>
              <a:gd name="connsiteX1430" fmla="*/ 3511677 w 4682585"/>
              <a:gd name="connsiteY1430" fmla="*/ 154686 h 2174272"/>
              <a:gd name="connsiteX1431" fmla="*/ 3669411 w 4682585"/>
              <a:gd name="connsiteY1431" fmla="*/ 154686 h 2174272"/>
              <a:gd name="connsiteX1432" fmla="*/ 3669411 w 4682585"/>
              <a:gd name="connsiteY1432" fmla="*/ 0 h 2174272"/>
              <a:gd name="connsiteX1433" fmla="*/ 3678936 w 4682585"/>
              <a:gd name="connsiteY1433" fmla="*/ 0 h 2174272"/>
              <a:gd name="connsiteX1434" fmla="*/ 3678936 w 4682585"/>
              <a:gd name="connsiteY1434" fmla="*/ 154686 h 2174272"/>
              <a:gd name="connsiteX1435" fmla="*/ 3836766 w 4682585"/>
              <a:gd name="connsiteY1435" fmla="*/ 154686 h 2174272"/>
              <a:gd name="connsiteX1436" fmla="*/ 3836766 w 4682585"/>
              <a:gd name="connsiteY1436" fmla="*/ 0 h 2174272"/>
              <a:gd name="connsiteX1437" fmla="*/ 3846291 w 4682585"/>
              <a:gd name="connsiteY1437" fmla="*/ 0 h 2174272"/>
              <a:gd name="connsiteX1438" fmla="*/ 3846291 w 4682585"/>
              <a:gd name="connsiteY1438" fmla="*/ 154686 h 2174272"/>
              <a:gd name="connsiteX1439" fmla="*/ 4004025 w 4682585"/>
              <a:gd name="connsiteY1439" fmla="*/ 154686 h 2174272"/>
              <a:gd name="connsiteX1440" fmla="*/ 4004025 w 4682585"/>
              <a:gd name="connsiteY1440" fmla="*/ 0 h 2174272"/>
              <a:gd name="connsiteX1441" fmla="*/ 4013550 w 4682585"/>
              <a:gd name="connsiteY1441" fmla="*/ 0 h 2174272"/>
              <a:gd name="connsiteX1442" fmla="*/ 4013550 w 4682585"/>
              <a:gd name="connsiteY1442" fmla="*/ 154686 h 2174272"/>
              <a:gd name="connsiteX1443" fmla="*/ 4171284 w 4682585"/>
              <a:gd name="connsiteY1443" fmla="*/ 154686 h 2174272"/>
              <a:gd name="connsiteX1444" fmla="*/ 4171284 w 4682585"/>
              <a:gd name="connsiteY1444" fmla="*/ 0 h 2174272"/>
              <a:gd name="connsiteX1445" fmla="*/ 4180809 w 4682585"/>
              <a:gd name="connsiteY1445" fmla="*/ 0 h 2174272"/>
              <a:gd name="connsiteX1446" fmla="*/ 4180809 w 4682585"/>
              <a:gd name="connsiteY1446" fmla="*/ 154686 h 2174272"/>
              <a:gd name="connsiteX1447" fmla="*/ 4338543 w 4682585"/>
              <a:gd name="connsiteY1447" fmla="*/ 154686 h 2174272"/>
              <a:gd name="connsiteX1448" fmla="*/ 4338543 w 4682585"/>
              <a:gd name="connsiteY1448" fmla="*/ 0 h 2174272"/>
              <a:gd name="connsiteX1449" fmla="*/ 4348068 w 4682585"/>
              <a:gd name="connsiteY1449" fmla="*/ 0 h 2174272"/>
              <a:gd name="connsiteX1450" fmla="*/ 4348068 w 4682585"/>
              <a:gd name="connsiteY1450" fmla="*/ 154686 h 2174272"/>
              <a:gd name="connsiteX1451" fmla="*/ 4505801 w 4682585"/>
              <a:gd name="connsiteY1451" fmla="*/ 154686 h 2174272"/>
              <a:gd name="connsiteX1452" fmla="*/ 4505801 w 4682585"/>
              <a:gd name="connsiteY1452" fmla="*/ 0 h 2174272"/>
              <a:gd name="connsiteX1453" fmla="*/ 4515326 w 4682585"/>
              <a:gd name="connsiteY1453" fmla="*/ 0 h 2174272"/>
              <a:gd name="connsiteX1454" fmla="*/ 4515326 w 4682585"/>
              <a:gd name="connsiteY1454" fmla="*/ 154686 h 2174272"/>
              <a:gd name="connsiteX1455" fmla="*/ 4673060 w 4682585"/>
              <a:gd name="connsiteY1455" fmla="*/ 154686 h 2174272"/>
              <a:gd name="connsiteX1456" fmla="*/ 4673060 w 4682585"/>
              <a:gd name="connsiteY1456" fmla="*/ 0 h 2174272"/>
              <a:gd name="connsiteX1457" fmla="*/ 4682585 w 4682585"/>
              <a:gd name="connsiteY1457" fmla="*/ 0 h 2174272"/>
              <a:gd name="connsiteX1458" fmla="*/ 4682585 w 4682585"/>
              <a:gd name="connsiteY1458" fmla="*/ 2174272 h 2174272"/>
              <a:gd name="connsiteX1459" fmla="*/ 4673060 w 4682585"/>
              <a:gd name="connsiteY1459" fmla="*/ 2174272 h 2174272"/>
              <a:gd name="connsiteX1460" fmla="*/ 4673060 w 4682585"/>
              <a:gd name="connsiteY1460" fmla="*/ 2037588 h 2174272"/>
              <a:gd name="connsiteX1461" fmla="*/ 4515326 w 4682585"/>
              <a:gd name="connsiteY1461" fmla="*/ 2037588 h 2174272"/>
              <a:gd name="connsiteX1462" fmla="*/ 4515326 w 4682585"/>
              <a:gd name="connsiteY1462" fmla="*/ 2174272 h 2174272"/>
              <a:gd name="connsiteX1463" fmla="*/ 4505801 w 4682585"/>
              <a:gd name="connsiteY1463" fmla="*/ 2174272 h 2174272"/>
              <a:gd name="connsiteX1464" fmla="*/ 4505801 w 4682585"/>
              <a:gd name="connsiteY1464" fmla="*/ 2037588 h 2174272"/>
              <a:gd name="connsiteX1465" fmla="*/ 4348068 w 4682585"/>
              <a:gd name="connsiteY1465" fmla="*/ 2037588 h 2174272"/>
              <a:gd name="connsiteX1466" fmla="*/ 4348068 w 4682585"/>
              <a:gd name="connsiteY1466" fmla="*/ 2174272 h 2174272"/>
              <a:gd name="connsiteX1467" fmla="*/ 4338543 w 4682585"/>
              <a:gd name="connsiteY1467" fmla="*/ 2174272 h 2174272"/>
              <a:gd name="connsiteX1468" fmla="*/ 4338543 w 4682585"/>
              <a:gd name="connsiteY1468" fmla="*/ 2037588 h 2174272"/>
              <a:gd name="connsiteX1469" fmla="*/ 4180809 w 4682585"/>
              <a:gd name="connsiteY1469" fmla="*/ 2037588 h 2174272"/>
              <a:gd name="connsiteX1470" fmla="*/ 4180809 w 4682585"/>
              <a:gd name="connsiteY1470" fmla="*/ 2174272 h 2174272"/>
              <a:gd name="connsiteX1471" fmla="*/ 4171284 w 4682585"/>
              <a:gd name="connsiteY1471" fmla="*/ 2174272 h 2174272"/>
              <a:gd name="connsiteX1472" fmla="*/ 4171284 w 4682585"/>
              <a:gd name="connsiteY1472" fmla="*/ 2037588 h 2174272"/>
              <a:gd name="connsiteX1473" fmla="*/ 4013550 w 4682585"/>
              <a:gd name="connsiteY1473" fmla="*/ 2037588 h 2174272"/>
              <a:gd name="connsiteX1474" fmla="*/ 4013550 w 4682585"/>
              <a:gd name="connsiteY1474" fmla="*/ 2174272 h 2174272"/>
              <a:gd name="connsiteX1475" fmla="*/ 4004025 w 4682585"/>
              <a:gd name="connsiteY1475" fmla="*/ 2174272 h 2174272"/>
              <a:gd name="connsiteX1476" fmla="*/ 4004025 w 4682585"/>
              <a:gd name="connsiteY1476" fmla="*/ 2037588 h 2174272"/>
              <a:gd name="connsiteX1477" fmla="*/ 3846291 w 4682585"/>
              <a:gd name="connsiteY1477" fmla="*/ 2037588 h 2174272"/>
              <a:gd name="connsiteX1478" fmla="*/ 3846291 w 4682585"/>
              <a:gd name="connsiteY1478" fmla="*/ 2174272 h 2174272"/>
              <a:gd name="connsiteX1479" fmla="*/ 3836766 w 4682585"/>
              <a:gd name="connsiteY1479" fmla="*/ 2174272 h 2174272"/>
              <a:gd name="connsiteX1480" fmla="*/ 3836766 w 4682585"/>
              <a:gd name="connsiteY1480" fmla="*/ 2037588 h 2174272"/>
              <a:gd name="connsiteX1481" fmla="*/ 3678936 w 4682585"/>
              <a:gd name="connsiteY1481" fmla="*/ 2037588 h 2174272"/>
              <a:gd name="connsiteX1482" fmla="*/ 3678936 w 4682585"/>
              <a:gd name="connsiteY1482" fmla="*/ 2174272 h 2174272"/>
              <a:gd name="connsiteX1483" fmla="*/ 3669411 w 4682585"/>
              <a:gd name="connsiteY1483" fmla="*/ 2174272 h 2174272"/>
              <a:gd name="connsiteX1484" fmla="*/ 3669411 w 4682585"/>
              <a:gd name="connsiteY1484" fmla="*/ 2037588 h 2174272"/>
              <a:gd name="connsiteX1485" fmla="*/ 3511677 w 4682585"/>
              <a:gd name="connsiteY1485" fmla="*/ 2037588 h 2174272"/>
              <a:gd name="connsiteX1486" fmla="*/ 3511677 w 4682585"/>
              <a:gd name="connsiteY1486" fmla="*/ 2174272 h 2174272"/>
              <a:gd name="connsiteX1487" fmla="*/ 3502152 w 4682585"/>
              <a:gd name="connsiteY1487" fmla="*/ 2174272 h 2174272"/>
              <a:gd name="connsiteX1488" fmla="*/ 3502152 w 4682585"/>
              <a:gd name="connsiteY1488" fmla="*/ 2037588 h 2174272"/>
              <a:gd name="connsiteX1489" fmla="*/ 3344418 w 4682585"/>
              <a:gd name="connsiteY1489" fmla="*/ 2037588 h 2174272"/>
              <a:gd name="connsiteX1490" fmla="*/ 3344418 w 4682585"/>
              <a:gd name="connsiteY1490" fmla="*/ 2174272 h 2174272"/>
              <a:gd name="connsiteX1491" fmla="*/ 3334893 w 4682585"/>
              <a:gd name="connsiteY1491" fmla="*/ 2174272 h 2174272"/>
              <a:gd name="connsiteX1492" fmla="*/ 3334893 w 4682585"/>
              <a:gd name="connsiteY1492" fmla="*/ 2037588 h 2174272"/>
              <a:gd name="connsiteX1493" fmla="*/ 3177159 w 4682585"/>
              <a:gd name="connsiteY1493" fmla="*/ 2037588 h 2174272"/>
              <a:gd name="connsiteX1494" fmla="*/ 3177159 w 4682585"/>
              <a:gd name="connsiteY1494" fmla="*/ 2174272 h 2174272"/>
              <a:gd name="connsiteX1495" fmla="*/ 3167634 w 4682585"/>
              <a:gd name="connsiteY1495" fmla="*/ 2174272 h 2174272"/>
              <a:gd name="connsiteX1496" fmla="*/ 3167634 w 4682585"/>
              <a:gd name="connsiteY1496" fmla="*/ 2037588 h 2174272"/>
              <a:gd name="connsiteX1497" fmla="*/ 3009900 w 4682585"/>
              <a:gd name="connsiteY1497" fmla="*/ 2037588 h 2174272"/>
              <a:gd name="connsiteX1498" fmla="*/ 3009900 w 4682585"/>
              <a:gd name="connsiteY1498" fmla="*/ 2174272 h 2174272"/>
              <a:gd name="connsiteX1499" fmla="*/ 3000375 w 4682585"/>
              <a:gd name="connsiteY1499" fmla="*/ 2174272 h 2174272"/>
              <a:gd name="connsiteX1500" fmla="*/ 3000375 w 4682585"/>
              <a:gd name="connsiteY1500" fmla="*/ 2037588 h 2174272"/>
              <a:gd name="connsiteX1501" fmla="*/ 2842641 w 4682585"/>
              <a:gd name="connsiteY1501" fmla="*/ 2037588 h 2174272"/>
              <a:gd name="connsiteX1502" fmla="*/ 2842641 w 4682585"/>
              <a:gd name="connsiteY1502" fmla="*/ 2174272 h 2174272"/>
              <a:gd name="connsiteX1503" fmla="*/ 2833116 w 4682585"/>
              <a:gd name="connsiteY1503" fmla="*/ 2174272 h 2174272"/>
              <a:gd name="connsiteX1504" fmla="*/ 2833116 w 4682585"/>
              <a:gd name="connsiteY1504" fmla="*/ 2037588 h 2174272"/>
              <a:gd name="connsiteX1505" fmla="*/ 2675382 w 4682585"/>
              <a:gd name="connsiteY1505" fmla="*/ 2037588 h 2174272"/>
              <a:gd name="connsiteX1506" fmla="*/ 2675382 w 4682585"/>
              <a:gd name="connsiteY1506" fmla="*/ 2174272 h 2174272"/>
              <a:gd name="connsiteX1507" fmla="*/ 2665857 w 4682585"/>
              <a:gd name="connsiteY1507" fmla="*/ 2174272 h 2174272"/>
              <a:gd name="connsiteX1508" fmla="*/ 2665857 w 4682585"/>
              <a:gd name="connsiteY1508" fmla="*/ 2037588 h 2174272"/>
              <a:gd name="connsiteX1509" fmla="*/ 2508123 w 4682585"/>
              <a:gd name="connsiteY1509" fmla="*/ 2037588 h 2174272"/>
              <a:gd name="connsiteX1510" fmla="*/ 2508123 w 4682585"/>
              <a:gd name="connsiteY1510" fmla="*/ 2174272 h 2174272"/>
              <a:gd name="connsiteX1511" fmla="*/ 2498598 w 4682585"/>
              <a:gd name="connsiteY1511" fmla="*/ 2174272 h 2174272"/>
              <a:gd name="connsiteX1512" fmla="*/ 2498598 w 4682585"/>
              <a:gd name="connsiteY1512" fmla="*/ 2037588 h 2174272"/>
              <a:gd name="connsiteX1513" fmla="*/ 2340864 w 4682585"/>
              <a:gd name="connsiteY1513" fmla="*/ 2037588 h 2174272"/>
              <a:gd name="connsiteX1514" fmla="*/ 2340864 w 4682585"/>
              <a:gd name="connsiteY1514" fmla="*/ 2174272 h 2174272"/>
              <a:gd name="connsiteX1515" fmla="*/ 2331339 w 4682585"/>
              <a:gd name="connsiteY1515" fmla="*/ 2174272 h 2174272"/>
              <a:gd name="connsiteX1516" fmla="*/ 2331339 w 4682585"/>
              <a:gd name="connsiteY1516" fmla="*/ 2037588 h 2174272"/>
              <a:gd name="connsiteX1517" fmla="*/ 2173510 w 4682585"/>
              <a:gd name="connsiteY1517" fmla="*/ 2037588 h 2174272"/>
              <a:gd name="connsiteX1518" fmla="*/ 2173510 w 4682585"/>
              <a:gd name="connsiteY1518" fmla="*/ 2174272 h 2174272"/>
              <a:gd name="connsiteX1519" fmla="*/ 2163985 w 4682585"/>
              <a:gd name="connsiteY1519" fmla="*/ 2174272 h 2174272"/>
              <a:gd name="connsiteX1520" fmla="*/ 2163985 w 4682585"/>
              <a:gd name="connsiteY1520" fmla="*/ 2037588 h 2174272"/>
              <a:gd name="connsiteX1521" fmla="*/ 2006251 w 4682585"/>
              <a:gd name="connsiteY1521" fmla="*/ 2037588 h 2174272"/>
              <a:gd name="connsiteX1522" fmla="*/ 2006251 w 4682585"/>
              <a:gd name="connsiteY1522" fmla="*/ 2174272 h 2174272"/>
              <a:gd name="connsiteX1523" fmla="*/ 1996726 w 4682585"/>
              <a:gd name="connsiteY1523" fmla="*/ 2174272 h 2174272"/>
              <a:gd name="connsiteX1524" fmla="*/ 1996726 w 4682585"/>
              <a:gd name="connsiteY1524" fmla="*/ 2037588 h 2174272"/>
              <a:gd name="connsiteX1525" fmla="*/ 1838992 w 4682585"/>
              <a:gd name="connsiteY1525" fmla="*/ 2037588 h 2174272"/>
              <a:gd name="connsiteX1526" fmla="*/ 1838992 w 4682585"/>
              <a:gd name="connsiteY1526" fmla="*/ 2174272 h 2174272"/>
              <a:gd name="connsiteX1527" fmla="*/ 1829467 w 4682585"/>
              <a:gd name="connsiteY1527" fmla="*/ 2174272 h 2174272"/>
              <a:gd name="connsiteX1528" fmla="*/ 1829467 w 4682585"/>
              <a:gd name="connsiteY1528" fmla="*/ 2037588 h 2174272"/>
              <a:gd name="connsiteX1529" fmla="*/ 1671733 w 4682585"/>
              <a:gd name="connsiteY1529" fmla="*/ 2037588 h 2174272"/>
              <a:gd name="connsiteX1530" fmla="*/ 1671733 w 4682585"/>
              <a:gd name="connsiteY1530" fmla="*/ 2174272 h 2174272"/>
              <a:gd name="connsiteX1531" fmla="*/ 1662208 w 4682585"/>
              <a:gd name="connsiteY1531" fmla="*/ 2174272 h 2174272"/>
              <a:gd name="connsiteX1532" fmla="*/ 1662208 w 4682585"/>
              <a:gd name="connsiteY1532" fmla="*/ 2037588 h 2174272"/>
              <a:gd name="connsiteX1533" fmla="*/ 1504474 w 4682585"/>
              <a:gd name="connsiteY1533" fmla="*/ 2037588 h 2174272"/>
              <a:gd name="connsiteX1534" fmla="*/ 1504474 w 4682585"/>
              <a:gd name="connsiteY1534" fmla="*/ 2174272 h 2174272"/>
              <a:gd name="connsiteX1535" fmla="*/ 1494949 w 4682585"/>
              <a:gd name="connsiteY1535" fmla="*/ 2174272 h 2174272"/>
              <a:gd name="connsiteX1536" fmla="*/ 1494949 w 4682585"/>
              <a:gd name="connsiteY1536" fmla="*/ 2037588 h 2174272"/>
              <a:gd name="connsiteX1537" fmla="*/ 1337215 w 4682585"/>
              <a:gd name="connsiteY1537" fmla="*/ 2037588 h 2174272"/>
              <a:gd name="connsiteX1538" fmla="*/ 1337215 w 4682585"/>
              <a:gd name="connsiteY1538" fmla="*/ 2174272 h 2174272"/>
              <a:gd name="connsiteX1539" fmla="*/ 1327690 w 4682585"/>
              <a:gd name="connsiteY1539" fmla="*/ 2174272 h 2174272"/>
              <a:gd name="connsiteX1540" fmla="*/ 1327690 w 4682585"/>
              <a:gd name="connsiteY1540" fmla="*/ 2037588 h 2174272"/>
              <a:gd name="connsiteX1541" fmla="*/ 1169956 w 4682585"/>
              <a:gd name="connsiteY1541" fmla="*/ 2037588 h 2174272"/>
              <a:gd name="connsiteX1542" fmla="*/ 1169956 w 4682585"/>
              <a:gd name="connsiteY1542" fmla="*/ 2174272 h 2174272"/>
              <a:gd name="connsiteX1543" fmla="*/ 1160431 w 4682585"/>
              <a:gd name="connsiteY1543" fmla="*/ 2174272 h 2174272"/>
              <a:gd name="connsiteX1544" fmla="*/ 1160431 w 4682585"/>
              <a:gd name="connsiteY1544" fmla="*/ 2037588 h 2174272"/>
              <a:gd name="connsiteX1545" fmla="*/ 1002697 w 4682585"/>
              <a:gd name="connsiteY1545" fmla="*/ 2037588 h 2174272"/>
              <a:gd name="connsiteX1546" fmla="*/ 1002697 w 4682585"/>
              <a:gd name="connsiteY1546" fmla="*/ 2174272 h 2174272"/>
              <a:gd name="connsiteX1547" fmla="*/ 993172 w 4682585"/>
              <a:gd name="connsiteY1547" fmla="*/ 2174272 h 2174272"/>
              <a:gd name="connsiteX1548" fmla="*/ 993172 w 4682585"/>
              <a:gd name="connsiteY1548" fmla="*/ 2037588 h 2174272"/>
              <a:gd name="connsiteX1549" fmla="*/ 835438 w 4682585"/>
              <a:gd name="connsiteY1549" fmla="*/ 2037588 h 2174272"/>
              <a:gd name="connsiteX1550" fmla="*/ 835438 w 4682585"/>
              <a:gd name="connsiteY1550" fmla="*/ 2174272 h 2174272"/>
              <a:gd name="connsiteX1551" fmla="*/ 825913 w 4682585"/>
              <a:gd name="connsiteY1551" fmla="*/ 2174272 h 2174272"/>
              <a:gd name="connsiteX1552" fmla="*/ 825913 w 4682585"/>
              <a:gd name="connsiteY1552" fmla="*/ 2037588 h 2174272"/>
              <a:gd name="connsiteX1553" fmla="*/ 668179 w 4682585"/>
              <a:gd name="connsiteY1553" fmla="*/ 2037588 h 2174272"/>
              <a:gd name="connsiteX1554" fmla="*/ 668179 w 4682585"/>
              <a:gd name="connsiteY1554" fmla="*/ 2174272 h 2174272"/>
              <a:gd name="connsiteX1555" fmla="*/ 658654 w 4682585"/>
              <a:gd name="connsiteY1555" fmla="*/ 2174272 h 2174272"/>
              <a:gd name="connsiteX1556" fmla="*/ 658654 w 4682585"/>
              <a:gd name="connsiteY1556" fmla="*/ 2037588 h 2174272"/>
              <a:gd name="connsiteX1557" fmla="*/ 500920 w 4682585"/>
              <a:gd name="connsiteY1557" fmla="*/ 2037588 h 2174272"/>
              <a:gd name="connsiteX1558" fmla="*/ 500920 w 4682585"/>
              <a:gd name="connsiteY1558" fmla="*/ 2174272 h 2174272"/>
              <a:gd name="connsiteX1559" fmla="*/ 491395 w 4682585"/>
              <a:gd name="connsiteY1559" fmla="*/ 2174272 h 2174272"/>
              <a:gd name="connsiteX1560" fmla="*/ 491395 w 4682585"/>
              <a:gd name="connsiteY1560" fmla="*/ 2037588 h 2174272"/>
              <a:gd name="connsiteX1561" fmla="*/ 333566 w 4682585"/>
              <a:gd name="connsiteY1561" fmla="*/ 2037588 h 2174272"/>
              <a:gd name="connsiteX1562" fmla="*/ 333566 w 4682585"/>
              <a:gd name="connsiteY1562" fmla="*/ 2174272 h 2174272"/>
              <a:gd name="connsiteX1563" fmla="*/ 324041 w 4682585"/>
              <a:gd name="connsiteY1563" fmla="*/ 2174272 h 2174272"/>
              <a:gd name="connsiteX1564" fmla="*/ 324041 w 4682585"/>
              <a:gd name="connsiteY1564" fmla="*/ 2037588 h 2174272"/>
              <a:gd name="connsiteX1565" fmla="*/ 166307 w 4682585"/>
              <a:gd name="connsiteY1565" fmla="*/ 2037588 h 2174272"/>
              <a:gd name="connsiteX1566" fmla="*/ 166307 w 4682585"/>
              <a:gd name="connsiteY1566" fmla="*/ 2174272 h 2174272"/>
              <a:gd name="connsiteX1567" fmla="*/ 156782 w 4682585"/>
              <a:gd name="connsiteY1567" fmla="*/ 2174272 h 2174272"/>
              <a:gd name="connsiteX1568" fmla="*/ 156782 w 4682585"/>
              <a:gd name="connsiteY1568" fmla="*/ 2037588 h 2174272"/>
              <a:gd name="connsiteX1569" fmla="*/ 9525 w 4682585"/>
              <a:gd name="connsiteY1569" fmla="*/ 2037588 h 2174272"/>
              <a:gd name="connsiteX1570" fmla="*/ 9525 w 4682585"/>
              <a:gd name="connsiteY1570" fmla="*/ 2174272 h 2174272"/>
              <a:gd name="connsiteX1571" fmla="*/ 0 w 4682585"/>
              <a:gd name="connsiteY1571" fmla="*/ 2174272 h 2174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</a:cxnLst>
            <a:rect l="l" t="t" r="r" b="b"/>
            <a:pathLst>
              <a:path w="15164" h="6460">
                <a:moveTo>
                  <a:pt x="15133" y="6460"/>
                </a:moveTo>
                <a:lnTo>
                  <a:pt x="15164" y="6460"/>
                </a:lnTo>
                <a:lnTo>
                  <a:pt x="15164" y="6460"/>
                </a:lnTo>
                <a:lnTo>
                  <a:pt x="15133" y="6460"/>
                </a:lnTo>
                <a:lnTo>
                  <a:pt x="15133" y="6460"/>
                </a:lnTo>
                <a:close/>
                <a:moveTo>
                  <a:pt x="14592" y="6460"/>
                </a:moveTo>
                <a:lnTo>
                  <a:pt x="14622" y="6460"/>
                </a:lnTo>
                <a:lnTo>
                  <a:pt x="14622" y="6460"/>
                </a:lnTo>
                <a:lnTo>
                  <a:pt x="14592" y="6460"/>
                </a:lnTo>
                <a:lnTo>
                  <a:pt x="14592" y="6460"/>
                </a:lnTo>
                <a:close/>
                <a:moveTo>
                  <a:pt x="14050" y="6460"/>
                </a:moveTo>
                <a:lnTo>
                  <a:pt x="14081" y="6460"/>
                </a:lnTo>
                <a:lnTo>
                  <a:pt x="14081" y="6460"/>
                </a:lnTo>
                <a:lnTo>
                  <a:pt x="14050" y="6460"/>
                </a:lnTo>
                <a:lnTo>
                  <a:pt x="14050" y="6460"/>
                </a:lnTo>
                <a:close/>
                <a:moveTo>
                  <a:pt x="13539" y="5590"/>
                </a:moveTo>
                <a:lnTo>
                  <a:pt x="13539" y="6026"/>
                </a:lnTo>
                <a:lnTo>
                  <a:pt x="14050" y="6026"/>
                </a:lnTo>
                <a:lnTo>
                  <a:pt x="14050" y="5590"/>
                </a:lnTo>
                <a:lnTo>
                  <a:pt x="13539" y="5590"/>
                </a:lnTo>
                <a:close/>
                <a:moveTo>
                  <a:pt x="12997" y="5590"/>
                </a:moveTo>
                <a:lnTo>
                  <a:pt x="12997" y="6026"/>
                </a:lnTo>
                <a:lnTo>
                  <a:pt x="13508" y="6026"/>
                </a:lnTo>
                <a:lnTo>
                  <a:pt x="13508" y="5590"/>
                </a:lnTo>
                <a:lnTo>
                  <a:pt x="12997" y="5590"/>
                </a:lnTo>
                <a:close/>
                <a:moveTo>
                  <a:pt x="12456" y="5590"/>
                </a:moveTo>
                <a:lnTo>
                  <a:pt x="12456" y="6026"/>
                </a:lnTo>
                <a:lnTo>
                  <a:pt x="12967" y="6026"/>
                </a:lnTo>
                <a:lnTo>
                  <a:pt x="12967" y="5590"/>
                </a:lnTo>
                <a:lnTo>
                  <a:pt x="12456" y="5590"/>
                </a:lnTo>
                <a:close/>
                <a:moveTo>
                  <a:pt x="11914" y="5590"/>
                </a:moveTo>
                <a:lnTo>
                  <a:pt x="11914" y="6026"/>
                </a:lnTo>
                <a:lnTo>
                  <a:pt x="12425" y="6026"/>
                </a:lnTo>
                <a:lnTo>
                  <a:pt x="12425" y="5590"/>
                </a:lnTo>
                <a:lnTo>
                  <a:pt x="11914" y="5590"/>
                </a:lnTo>
                <a:close/>
                <a:moveTo>
                  <a:pt x="11372" y="5590"/>
                </a:moveTo>
                <a:lnTo>
                  <a:pt x="11372" y="6026"/>
                </a:lnTo>
                <a:lnTo>
                  <a:pt x="11883" y="6026"/>
                </a:lnTo>
                <a:lnTo>
                  <a:pt x="11883" y="5590"/>
                </a:lnTo>
                <a:lnTo>
                  <a:pt x="11372" y="5590"/>
                </a:lnTo>
                <a:close/>
                <a:moveTo>
                  <a:pt x="10831" y="5590"/>
                </a:moveTo>
                <a:lnTo>
                  <a:pt x="10831" y="6026"/>
                </a:lnTo>
                <a:lnTo>
                  <a:pt x="11341" y="6026"/>
                </a:lnTo>
                <a:lnTo>
                  <a:pt x="11341" y="5590"/>
                </a:lnTo>
                <a:lnTo>
                  <a:pt x="10831" y="5590"/>
                </a:lnTo>
                <a:close/>
                <a:moveTo>
                  <a:pt x="10289" y="5590"/>
                </a:moveTo>
                <a:lnTo>
                  <a:pt x="10289" y="6026"/>
                </a:lnTo>
                <a:lnTo>
                  <a:pt x="10800" y="6026"/>
                </a:lnTo>
                <a:lnTo>
                  <a:pt x="10800" y="5590"/>
                </a:lnTo>
                <a:lnTo>
                  <a:pt x="10289" y="5590"/>
                </a:lnTo>
                <a:close/>
                <a:moveTo>
                  <a:pt x="9747" y="5590"/>
                </a:moveTo>
                <a:lnTo>
                  <a:pt x="9747" y="6026"/>
                </a:lnTo>
                <a:lnTo>
                  <a:pt x="10258" y="6026"/>
                </a:lnTo>
                <a:lnTo>
                  <a:pt x="10258" y="5590"/>
                </a:lnTo>
                <a:lnTo>
                  <a:pt x="9747" y="5590"/>
                </a:lnTo>
                <a:close/>
                <a:moveTo>
                  <a:pt x="9206" y="5590"/>
                </a:moveTo>
                <a:lnTo>
                  <a:pt x="9206" y="6026"/>
                </a:lnTo>
                <a:lnTo>
                  <a:pt x="9716" y="6026"/>
                </a:lnTo>
                <a:lnTo>
                  <a:pt x="9716" y="5590"/>
                </a:lnTo>
                <a:lnTo>
                  <a:pt x="9206" y="5590"/>
                </a:lnTo>
                <a:close/>
                <a:moveTo>
                  <a:pt x="8664" y="5590"/>
                </a:moveTo>
                <a:lnTo>
                  <a:pt x="8664" y="6026"/>
                </a:lnTo>
                <a:lnTo>
                  <a:pt x="9175" y="6026"/>
                </a:lnTo>
                <a:lnTo>
                  <a:pt x="9175" y="5590"/>
                </a:lnTo>
                <a:lnTo>
                  <a:pt x="8664" y="5590"/>
                </a:lnTo>
                <a:close/>
                <a:moveTo>
                  <a:pt x="8122" y="5590"/>
                </a:moveTo>
                <a:lnTo>
                  <a:pt x="8122" y="6026"/>
                </a:lnTo>
                <a:lnTo>
                  <a:pt x="8633" y="6026"/>
                </a:lnTo>
                <a:lnTo>
                  <a:pt x="8633" y="5590"/>
                </a:lnTo>
                <a:lnTo>
                  <a:pt x="8122" y="5590"/>
                </a:lnTo>
                <a:close/>
                <a:moveTo>
                  <a:pt x="7581" y="5590"/>
                </a:moveTo>
                <a:lnTo>
                  <a:pt x="7581" y="6026"/>
                </a:lnTo>
                <a:lnTo>
                  <a:pt x="8091" y="6026"/>
                </a:lnTo>
                <a:lnTo>
                  <a:pt x="8091" y="5590"/>
                </a:lnTo>
                <a:lnTo>
                  <a:pt x="7581" y="5590"/>
                </a:lnTo>
                <a:close/>
                <a:moveTo>
                  <a:pt x="7039" y="5590"/>
                </a:moveTo>
                <a:lnTo>
                  <a:pt x="7039" y="6026"/>
                </a:lnTo>
                <a:lnTo>
                  <a:pt x="7550" y="6026"/>
                </a:lnTo>
                <a:lnTo>
                  <a:pt x="7550" y="5590"/>
                </a:lnTo>
                <a:lnTo>
                  <a:pt x="7039" y="5590"/>
                </a:lnTo>
                <a:close/>
                <a:moveTo>
                  <a:pt x="6497" y="5590"/>
                </a:moveTo>
                <a:lnTo>
                  <a:pt x="6497" y="6026"/>
                </a:lnTo>
                <a:lnTo>
                  <a:pt x="7008" y="6026"/>
                </a:lnTo>
                <a:lnTo>
                  <a:pt x="7008" y="5590"/>
                </a:lnTo>
                <a:lnTo>
                  <a:pt x="6497" y="5590"/>
                </a:lnTo>
                <a:close/>
                <a:moveTo>
                  <a:pt x="5955" y="5590"/>
                </a:moveTo>
                <a:lnTo>
                  <a:pt x="5955" y="6026"/>
                </a:lnTo>
                <a:lnTo>
                  <a:pt x="6466" y="6026"/>
                </a:lnTo>
                <a:lnTo>
                  <a:pt x="6466" y="5590"/>
                </a:lnTo>
                <a:lnTo>
                  <a:pt x="5955" y="5590"/>
                </a:lnTo>
                <a:close/>
                <a:moveTo>
                  <a:pt x="5414" y="5590"/>
                </a:moveTo>
                <a:lnTo>
                  <a:pt x="5414" y="6026"/>
                </a:lnTo>
                <a:lnTo>
                  <a:pt x="5925" y="6026"/>
                </a:lnTo>
                <a:lnTo>
                  <a:pt x="5925" y="5590"/>
                </a:lnTo>
                <a:lnTo>
                  <a:pt x="5414" y="5590"/>
                </a:lnTo>
                <a:close/>
                <a:moveTo>
                  <a:pt x="4872" y="5590"/>
                </a:moveTo>
                <a:lnTo>
                  <a:pt x="4872" y="6026"/>
                </a:lnTo>
                <a:lnTo>
                  <a:pt x="5383" y="6026"/>
                </a:lnTo>
                <a:lnTo>
                  <a:pt x="5383" y="5590"/>
                </a:lnTo>
                <a:lnTo>
                  <a:pt x="4872" y="5590"/>
                </a:lnTo>
                <a:close/>
                <a:moveTo>
                  <a:pt x="4330" y="5590"/>
                </a:moveTo>
                <a:lnTo>
                  <a:pt x="4330" y="6026"/>
                </a:lnTo>
                <a:lnTo>
                  <a:pt x="4841" y="6026"/>
                </a:lnTo>
                <a:lnTo>
                  <a:pt x="4841" y="5590"/>
                </a:lnTo>
                <a:lnTo>
                  <a:pt x="4330" y="5590"/>
                </a:lnTo>
                <a:close/>
                <a:moveTo>
                  <a:pt x="3789" y="5590"/>
                </a:moveTo>
                <a:lnTo>
                  <a:pt x="3789" y="6026"/>
                </a:lnTo>
                <a:lnTo>
                  <a:pt x="4300" y="6026"/>
                </a:lnTo>
                <a:lnTo>
                  <a:pt x="4300" y="5590"/>
                </a:lnTo>
                <a:lnTo>
                  <a:pt x="3789" y="5590"/>
                </a:lnTo>
                <a:close/>
                <a:moveTo>
                  <a:pt x="3247" y="5590"/>
                </a:moveTo>
                <a:lnTo>
                  <a:pt x="3247" y="6026"/>
                </a:lnTo>
                <a:lnTo>
                  <a:pt x="3758" y="6026"/>
                </a:lnTo>
                <a:lnTo>
                  <a:pt x="3758" y="5590"/>
                </a:lnTo>
                <a:lnTo>
                  <a:pt x="3247" y="5590"/>
                </a:lnTo>
                <a:close/>
                <a:moveTo>
                  <a:pt x="2705" y="5590"/>
                </a:moveTo>
                <a:lnTo>
                  <a:pt x="2705" y="6026"/>
                </a:lnTo>
                <a:lnTo>
                  <a:pt x="3216" y="6026"/>
                </a:lnTo>
                <a:lnTo>
                  <a:pt x="3216" y="5590"/>
                </a:lnTo>
                <a:lnTo>
                  <a:pt x="2705" y="5590"/>
                </a:lnTo>
                <a:close/>
                <a:moveTo>
                  <a:pt x="2164" y="5590"/>
                </a:moveTo>
                <a:lnTo>
                  <a:pt x="2164" y="6026"/>
                </a:lnTo>
                <a:lnTo>
                  <a:pt x="2675" y="6026"/>
                </a:lnTo>
                <a:lnTo>
                  <a:pt x="2675" y="5590"/>
                </a:lnTo>
                <a:lnTo>
                  <a:pt x="2164" y="5590"/>
                </a:lnTo>
                <a:close/>
                <a:moveTo>
                  <a:pt x="1622" y="5590"/>
                </a:moveTo>
                <a:lnTo>
                  <a:pt x="1622" y="6026"/>
                </a:lnTo>
                <a:lnTo>
                  <a:pt x="2133" y="6026"/>
                </a:lnTo>
                <a:lnTo>
                  <a:pt x="2133" y="5590"/>
                </a:lnTo>
                <a:lnTo>
                  <a:pt x="1622" y="5590"/>
                </a:lnTo>
                <a:close/>
                <a:moveTo>
                  <a:pt x="1080" y="5590"/>
                </a:moveTo>
                <a:lnTo>
                  <a:pt x="1080" y="6026"/>
                </a:lnTo>
                <a:lnTo>
                  <a:pt x="1591" y="6026"/>
                </a:lnTo>
                <a:lnTo>
                  <a:pt x="1591" y="5590"/>
                </a:lnTo>
                <a:lnTo>
                  <a:pt x="1080" y="5590"/>
                </a:lnTo>
                <a:close/>
                <a:moveTo>
                  <a:pt x="539" y="5590"/>
                </a:moveTo>
                <a:lnTo>
                  <a:pt x="539" y="6026"/>
                </a:lnTo>
                <a:lnTo>
                  <a:pt x="1049" y="6026"/>
                </a:lnTo>
                <a:lnTo>
                  <a:pt x="1049" y="5590"/>
                </a:lnTo>
                <a:lnTo>
                  <a:pt x="539" y="5590"/>
                </a:lnTo>
                <a:close/>
                <a:moveTo>
                  <a:pt x="31" y="5590"/>
                </a:moveTo>
                <a:lnTo>
                  <a:pt x="31" y="6026"/>
                </a:lnTo>
                <a:lnTo>
                  <a:pt x="508" y="6026"/>
                </a:lnTo>
                <a:lnTo>
                  <a:pt x="508" y="5590"/>
                </a:lnTo>
                <a:lnTo>
                  <a:pt x="31" y="5590"/>
                </a:lnTo>
                <a:close/>
                <a:moveTo>
                  <a:pt x="14081" y="5126"/>
                </a:moveTo>
                <a:lnTo>
                  <a:pt x="14081" y="5562"/>
                </a:lnTo>
                <a:lnTo>
                  <a:pt x="14592" y="5562"/>
                </a:lnTo>
                <a:lnTo>
                  <a:pt x="14592" y="5126"/>
                </a:lnTo>
                <a:lnTo>
                  <a:pt x="14081" y="5126"/>
                </a:lnTo>
                <a:close/>
                <a:moveTo>
                  <a:pt x="13539" y="5126"/>
                </a:moveTo>
                <a:lnTo>
                  <a:pt x="13539" y="5562"/>
                </a:lnTo>
                <a:lnTo>
                  <a:pt x="14050" y="5562"/>
                </a:lnTo>
                <a:lnTo>
                  <a:pt x="14050" y="5126"/>
                </a:lnTo>
                <a:lnTo>
                  <a:pt x="13539" y="5126"/>
                </a:lnTo>
                <a:close/>
                <a:moveTo>
                  <a:pt x="12997" y="5126"/>
                </a:moveTo>
                <a:lnTo>
                  <a:pt x="12997" y="5562"/>
                </a:lnTo>
                <a:lnTo>
                  <a:pt x="13508" y="5562"/>
                </a:lnTo>
                <a:lnTo>
                  <a:pt x="13508" y="5126"/>
                </a:lnTo>
                <a:lnTo>
                  <a:pt x="12997" y="5126"/>
                </a:lnTo>
                <a:close/>
                <a:moveTo>
                  <a:pt x="12456" y="5126"/>
                </a:moveTo>
                <a:lnTo>
                  <a:pt x="12456" y="5562"/>
                </a:lnTo>
                <a:lnTo>
                  <a:pt x="12967" y="5562"/>
                </a:lnTo>
                <a:lnTo>
                  <a:pt x="12967" y="5126"/>
                </a:lnTo>
                <a:lnTo>
                  <a:pt x="12456" y="5126"/>
                </a:lnTo>
                <a:close/>
                <a:moveTo>
                  <a:pt x="11914" y="5126"/>
                </a:moveTo>
                <a:lnTo>
                  <a:pt x="11914" y="5562"/>
                </a:lnTo>
                <a:lnTo>
                  <a:pt x="12425" y="5562"/>
                </a:lnTo>
                <a:lnTo>
                  <a:pt x="12425" y="5126"/>
                </a:lnTo>
                <a:lnTo>
                  <a:pt x="11914" y="5126"/>
                </a:lnTo>
                <a:close/>
                <a:moveTo>
                  <a:pt x="11372" y="5126"/>
                </a:moveTo>
                <a:lnTo>
                  <a:pt x="11372" y="5562"/>
                </a:lnTo>
                <a:lnTo>
                  <a:pt x="11883" y="5562"/>
                </a:lnTo>
                <a:lnTo>
                  <a:pt x="11883" y="5126"/>
                </a:lnTo>
                <a:lnTo>
                  <a:pt x="11372" y="5126"/>
                </a:lnTo>
                <a:close/>
                <a:moveTo>
                  <a:pt x="10831" y="5126"/>
                </a:moveTo>
                <a:lnTo>
                  <a:pt x="10831" y="5562"/>
                </a:lnTo>
                <a:lnTo>
                  <a:pt x="11341" y="5562"/>
                </a:lnTo>
                <a:lnTo>
                  <a:pt x="11341" y="5126"/>
                </a:lnTo>
                <a:lnTo>
                  <a:pt x="10831" y="5126"/>
                </a:lnTo>
                <a:close/>
                <a:moveTo>
                  <a:pt x="10289" y="5126"/>
                </a:moveTo>
                <a:lnTo>
                  <a:pt x="10289" y="5562"/>
                </a:lnTo>
                <a:lnTo>
                  <a:pt x="10800" y="5562"/>
                </a:lnTo>
                <a:lnTo>
                  <a:pt x="10800" y="5126"/>
                </a:lnTo>
                <a:lnTo>
                  <a:pt x="10289" y="5126"/>
                </a:lnTo>
                <a:close/>
                <a:moveTo>
                  <a:pt x="9747" y="5126"/>
                </a:moveTo>
                <a:lnTo>
                  <a:pt x="9747" y="5562"/>
                </a:lnTo>
                <a:lnTo>
                  <a:pt x="10258" y="5562"/>
                </a:lnTo>
                <a:lnTo>
                  <a:pt x="10258" y="5126"/>
                </a:lnTo>
                <a:lnTo>
                  <a:pt x="9747" y="5126"/>
                </a:lnTo>
                <a:close/>
                <a:moveTo>
                  <a:pt x="9206" y="5126"/>
                </a:moveTo>
                <a:lnTo>
                  <a:pt x="9206" y="5562"/>
                </a:lnTo>
                <a:lnTo>
                  <a:pt x="9716" y="5562"/>
                </a:lnTo>
                <a:lnTo>
                  <a:pt x="9716" y="5126"/>
                </a:lnTo>
                <a:lnTo>
                  <a:pt x="9206" y="5126"/>
                </a:lnTo>
                <a:close/>
                <a:moveTo>
                  <a:pt x="8664" y="5126"/>
                </a:moveTo>
                <a:lnTo>
                  <a:pt x="8664" y="5562"/>
                </a:lnTo>
                <a:lnTo>
                  <a:pt x="9175" y="5562"/>
                </a:lnTo>
                <a:lnTo>
                  <a:pt x="9175" y="5126"/>
                </a:lnTo>
                <a:lnTo>
                  <a:pt x="8664" y="5126"/>
                </a:lnTo>
                <a:close/>
                <a:moveTo>
                  <a:pt x="8122" y="5126"/>
                </a:moveTo>
                <a:lnTo>
                  <a:pt x="8122" y="5562"/>
                </a:lnTo>
                <a:lnTo>
                  <a:pt x="8633" y="5562"/>
                </a:lnTo>
                <a:lnTo>
                  <a:pt x="8633" y="5126"/>
                </a:lnTo>
                <a:lnTo>
                  <a:pt x="8122" y="5126"/>
                </a:lnTo>
                <a:close/>
                <a:moveTo>
                  <a:pt x="7581" y="5126"/>
                </a:moveTo>
                <a:lnTo>
                  <a:pt x="7581" y="5562"/>
                </a:lnTo>
                <a:lnTo>
                  <a:pt x="8091" y="5562"/>
                </a:lnTo>
                <a:lnTo>
                  <a:pt x="8091" y="5126"/>
                </a:lnTo>
                <a:lnTo>
                  <a:pt x="7581" y="5126"/>
                </a:lnTo>
                <a:close/>
                <a:moveTo>
                  <a:pt x="7039" y="5126"/>
                </a:moveTo>
                <a:lnTo>
                  <a:pt x="7039" y="5562"/>
                </a:lnTo>
                <a:lnTo>
                  <a:pt x="7550" y="5562"/>
                </a:lnTo>
                <a:lnTo>
                  <a:pt x="7550" y="5126"/>
                </a:lnTo>
                <a:lnTo>
                  <a:pt x="7039" y="5126"/>
                </a:lnTo>
                <a:close/>
                <a:moveTo>
                  <a:pt x="6497" y="5126"/>
                </a:moveTo>
                <a:lnTo>
                  <a:pt x="6497" y="5562"/>
                </a:lnTo>
                <a:lnTo>
                  <a:pt x="7008" y="5562"/>
                </a:lnTo>
                <a:lnTo>
                  <a:pt x="7008" y="5126"/>
                </a:lnTo>
                <a:lnTo>
                  <a:pt x="6497" y="5126"/>
                </a:lnTo>
                <a:close/>
                <a:moveTo>
                  <a:pt x="5955" y="5126"/>
                </a:moveTo>
                <a:lnTo>
                  <a:pt x="5955" y="5562"/>
                </a:lnTo>
                <a:lnTo>
                  <a:pt x="6466" y="5562"/>
                </a:lnTo>
                <a:lnTo>
                  <a:pt x="6466" y="5126"/>
                </a:lnTo>
                <a:lnTo>
                  <a:pt x="5955" y="5126"/>
                </a:lnTo>
                <a:close/>
                <a:moveTo>
                  <a:pt x="5414" y="5126"/>
                </a:moveTo>
                <a:lnTo>
                  <a:pt x="5414" y="5562"/>
                </a:lnTo>
                <a:lnTo>
                  <a:pt x="5925" y="5562"/>
                </a:lnTo>
                <a:lnTo>
                  <a:pt x="5925" y="5126"/>
                </a:lnTo>
                <a:lnTo>
                  <a:pt x="5414" y="5126"/>
                </a:lnTo>
                <a:close/>
                <a:moveTo>
                  <a:pt x="4872" y="5126"/>
                </a:moveTo>
                <a:lnTo>
                  <a:pt x="4872" y="5562"/>
                </a:lnTo>
                <a:lnTo>
                  <a:pt x="5383" y="5562"/>
                </a:lnTo>
                <a:lnTo>
                  <a:pt x="5383" y="5126"/>
                </a:lnTo>
                <a:lnTo>
                  <a:pt x="4872" y="5126"/>
                </a:lnTo>
                <a:close/>
                <a:moveTo>
                  <a:pt x="4330" y="5126"/>
                </a:moveTo>
                <a:lnTo>
                  <a:pt x="4330" y="5562"/>
                </a:lnTo>
                <a:lnTo>
                  <a:pt x="4841" y="5562"/>
                </a:lnTo>
                <a:lnTo>
                  <a:pt x="4841" y="5126"/>
                </a:lnTo>
                <a:lnTo>
                  <a:pt x="4330" y="5126"/>
                </a:lnTo>
                <a:close/>
                <a:moveTo>
                  <a:pt x="3789" y="5126"/>
                </a:moveTo>
                <a:lnTo>
                  <a:pt x="3789" y="5562"/>
                </a:lnTo>
                <a:lnTo>
                  <a:pt x="4300" y="5562"/>
                </a:lnTo>
                <a:lnTo>
                  <a:pt x="4300" y="5126"/>
                </a:lnTo>
                <a:lnTo>
                  <a:pt x="3789" y="5126"/>
                </a:lnTo>
                <a:close/>
                <a:moveTo>
                  <a:pt x="3247" y="5126"/>
                </a:moveTo>
                <a:lnTo>
                  <a:pt x="3247" y="5562"/>
                </a:lnTo>
                <a:lnTo>
                  <a:pt x="3758" y="5562"/>
                </a:lnTo>
                <a:lnTo>
                  <a:pt x="3758" y="5126"/>
                </a:lnTo>
                <a:lnTo>
                  <a:pt x="3247" y="5126"/>
                </a:lnTo>
                <a:close/>
                <a:moveTo>
                  <a:pt x="2705" y="5126"/>
                </a:moveTo>
                <a:lnTo>
                  <a:pt x="2705" y="5562"/>
                </a:lnTo>
                <a:lnTo>
                  <a:pt x="3216" y="5562"/>
                </a:lnTo>
                <a:lnTo>
                  <a:pt x="3216" y="5126"/>
                </a:lnTo>
                <a:lnTo>
                  <a:pt x="2705" y="5126"/>
                </a:lnTo>
                <a:close/>
                <a:moveTo>
                  <a:pt x="2164" y="5126"/>
                </a:moveTo>
                <a:lnTo>
                  <a:pt x="2164" y="5562"/>
                </a:lnTo>
                <a:lnTo>
                  <a:pt x="2675" y="5562"/>
                </a:lnTo>
                <a:lnTo>
                  <a:pt x="2675" y="5126"/>
                </a:lnTo>
                <a:lnTo>
                  <a:pt x="2164" y="5126"/>
                </a:lnTo>
                <a:close/>
                <a:moveTo>
                  <a:pt x="1622" y="5126"/>
                </a:moveTo>
                <a:lnTo>
                  <a:pt x="1622" y="5562"/>
                </a:lnTo>
                <a:lnTo>
                  <a:pt x="2133" y="5562"/>
                </a:lnTo>
                <a:lnTo>
                  <a:pt x="2133" y="5126"/>
                </a:lnTo>
                <a:lnTo>
                  <a:pt x="1622" y="5126"/>
                </a:lnTo>
                <a:close/>
                <a:moveTo>
                  <a:pt x="1080" y="5126"/>
                </a:moveTo>
                <a:lnTo>
                  <a:pt x="1080" y="5562"/>
                </a:lnTo>
                <a:lnTo>
                  <a:pt x="1591" y="5562"/>
                </a:lnTo>
                <a:lnTo>
                  <a:pt x="1591" y="5126"/>
                </a:lnTo>
                <a:lnTo>
                  <a:pt x="1080" y="5126"/>
                </a:lnTo>
                <a:close/>
                <a:moveTo>
                  <a:pt x="539" y="5126"/>
                </a:moveTo>
                <a:lnTo>
                  <a:pt x="539" y="5562"/>
                </a:lnTo>
                <a:lnTo>
                  <a:pt x="1049" y="5562"/>
                </a:lnTo>
                <a:lnTo>
                  <a:pt x="1049" y="5126"/>
                </a:lnTo>
                <a:lnTo>
                  <a:pt x="539" y="5126"/>
                </a:lnTo>
                <a:close/>
                <a:moveTo>
                  <a:pt x="31" y="5126"/>
                </a:moveTo>
                <a:lnTo>
                  <a:pt x="31" y="5562"/>
                </a:lnTo>
                <a:lnTo>
                  <a:pt x="508" y="5562"/>
                </a:lnTo>
                <a:lnTo>
                  <a:pt x="508" y="5126"/>
                </a:lnTo>
                <a:lnTo>
                  <a:pt x="31" y="5126"/>
                </a:lnTo>
                <a:close/>
                <a:moveTo>
                  <a:pt x="14622" y="4662"/>
                </a:moveTo>
                <a:lnTo>
                  <a:pt x="14622" y="5098"/>
                </a:lnTo>
                <a:lnTo>
                  <a:pt x="15133" y="5098"/>
                </a:lnTo>
                <a:lnTo>
                  <a:pt x="15133" y="4662"/>
                </a:lnTo>
                <a:lnTo>
                  <a:pt x="14622" y="4662"/>
                </a:lnTo>
                <a:close/>
                <a:moveTo>
                  <a:pt x="14081" y="4662"/>
                </a:moveTo>
                <a:lnTo>
                  <a:pt x="14081" y="5098"/>
                </a:lnTo>
                <a:lnTo>
                  <a:pt x="14592" y="5098"/>
                </a:lnTo>
                <a:lnTo>
                  <a:pt x="14592" y="4662"/>
                </a:lnTo>
                <a:lnTo>
                  <a:pt x="14081" y="4662"/>
                </a:lnTo>
                <a:close/>
                <a:moveTo>
                  <a:pt x="13539" y="4662"/>
                </a:moveTo>
                <a:lnTo>
                  <a:pt x="13539" y="5098"/>
                </a:lnTo>
                <a:lnTo>
                  <a:pt x="14050" y="5098"/>
                </a:lnTo>
                <a:lnTo>
                  <a:pt x="14050" y="4662"/>
                </a:lnTo>
                <a:lnTo>
                  <a:pt x="13539" y="4662"/>
                </a:lnTo>
                <a:close/>
                <a:moveTo>
                  <a:pt x="12997" y="4662"/>
                </a:moveTo>
                <a:lnTo>
                  <a:pt x="12997" y="5098"/>
                </a:lnTo>
                <a:lnTo>
                  <a:pt x="13508" y="5098"/>
                </a:lnTo>
                <a:lnTo>
                  <a:pt x="13508" y="4662"/>
                </a:lnTo>
                <a:lnTo>
                  <a:pt x="12997" y="4662"/>
                </a:lnTo>
                <a:close/>
                <a:moveTo>
                  <a:pt x="12456" y="4662"/>
                </a:moveTo>
                <a:lnTo>
                  <a:pt x="12456" y="5098"/>
                </a:lnTo>
                <a:lnTo>
                  <a:pt x="12967" y="5098"/>
                </a:lnTo>
                <a:lnTo>
                  <a:pt x="12967" y="4662"/>
                </a:lnTo>
                <a:lnTo>
                  <a:pt x="12456" y="4662"/>
                </a:lnTo>
                <a:close/>
                <a:moveTo>
                  <a:pt x="11914" y="4662"/>
                </a:moveTo>
                <a:lnTo>
                  <a:pt x="11914" y="5098"/>
                </a:lnTo>
                <a:lnTo>
                  <a:pt x="12425" y="5098"/>
                </a:lnTo>
                <a:lnTo>
                  <a:pt x="12425" y="4662"/>
                </a:lnTo>
                <a:lnTo>
                  <a:pt x="11914" y="4662"/>
                </a:lnTo>
                <a:close/>
                <a:moveTo>
                  <a:pt x="11372" y="4662"/>
                </a:moveTo>
                <a:lnTo>
                  <a:pt x="11372" y="5098"/>
                </a:lnTo>
                <a:lnTo>
                  <a:pt x="11883" y="5098"/>
                </a:lnTo>
                <a:lnTo>
                  <a:pt x="11883" y="4662"/>
                </a:lnTo>
                <a:lnTo>
                  <a:pt x="11372" y="4662"/>
                </a:lnTo>
                <a:close/>
                <a:moveTo>
                  <a:pt x="10831" y="4662"/>
                </a:moveTo>
                <a:lnTo>
                  <a:pt x="10831" y="5098"/>
                </a:lnTo>
                <a:lnTo>
                  <a:pt x="11341" y="5098"/>
                </a:lnTo>
                <a:lnTo>
                  <a:pt x="11341" y="4662"/>
                </a:lnTo>
                <a:lnTo>
                  <a:pt x="10831" y="4662"/>
                </a:lnTo>
                <a:close/>
                <a:moveTo>
                  <a:pt x="10289" y="4662"/>
                </a:moveTo>
                <a:lnTo>
                  <a:pt x="10289" y="5098"/>
                </a:lnTo>
                <a:lnTo>
                  <a:pt x="10800" y="5098"/>
                </a:lnTo>
                <a:lnTo>
                  <a:pt x="10800" y="4662"/>
                </a:lnTo>
                <a:lnTo>
                  <a:pt x="10289" y="4662"/>
                </a:lnTo>
                <a:close/>
                <a:moveTo>
                  <a:pt x="9747" y="4662"/>
                </a:moveTo>
                <a:lnTo>
                  <a:pt x="9747" y="5098"/>
                </a:lnTo>
                <a:lnTo>
                  <a:pt x="10258" y="5098"/>
                </a:lnTo>
                <a:lnTo>
                  <a:pt x="10258" y="4662"/>
                </a:lnTo>
                <a:lnTo>
                  <a:pt x="9747" y="4662"/>
                </a:lnTo>
                <a:close/>
                <a:moveTo>
                  <a:pt x="9206" y="4662"/>
                </a:moveTo>
                <a:lnTo>
                  <a:pt x="9206" y="5098"/>
                </a:lnTo>
                <a:lnTo>
                  <a:pt x="9716" y="5098"/>
                </a:lnTo>
                <a:lnTo>
                  <a:pt x="9716" y="4662"/>
                </a:lnTo>
                <a:lnTo>
                  <a:pt x="9206" y="4662"/>
                </a:lnTo>
                <a:close/>
                <a:moveTo>
                  <a:pt x="8664" y="4662"/>
                </a:moveTo>
                <a:lnTo>
                  <a:pt x="8664" y="5098"/>
                </a:lnTo>
                <a:lnTo>
                  <a:pt x="9175" y="5098"/>
                </a:lnTo>
                <a:lnTo>
                  <a:pt x="9175" y="4662"/>
                </a:lnTo>
                <a:lnTo>
                  <a:pt x="8664" y="4662"/>
                </a:lnTo>
                <a:close/>
                <a:moveTo>
                  <a:pt x="8122" y="4662"/>
                </a:moveTo>
                <a:lnTo>
                  <a:pt x="8122" y="5098"/>
                </a:lnTo>
                <a:lnTo>
                  <a:pt x="8633" y="5098"/>
                </a:lnTo>
                <a:lnTo>
                  <a:pt x="8633" y="4662"/>
                </a:lnTo>
                <a:lnTo>
                  <a:pt x="8122" y="4662"/>
                </a:lnTo>
                <a:close/>
                <a:moveTo>
                  <a:pt x="7581" y="4662"/>
                </a:moveTo>
                <a:lnTo>
                  <a:pt x="7581" y="5098"/>
                </a:lnTo>
                <a:lnTo>
                  <a:pt x="8091" y="5098"/>
                </a:lnTo>
                <a:lnTo>
                  <a:pt x="8091" y="4662"/>
                </a:lnTo>
                <a:lnTo>
                  <a:pt x="7581" y="4662"/>
                </a:lnTo>
                <a:close/>
                <a:moveTo>
                  <a:pt x="7039" y="4662"/>
                </a:moveTo>
                <a:lnTo>
                  <a:pt x="7039" y="5098"/>
                </a:lnTo>
                <a:lnTo>
                  <a:pt x="7550" y="5098"/>
                </a:lnTo>
                <a:lnTo>
                  <a:pt x="7550" y="4662"/>
                </a:lnTo>
                <a:lnTo>
                  <a:pt x="7039" y="4662"/>
                </a:lnTo>
                <a:close/>
                <a:moveTo>
                  <a:pt x="6497" y="4662"/>
                </a:moveTo>
                <a:lnTo>
                  <a:pt x="6497" y="5098"/>
                </a:lnTo>
                <a:lnTo>
                  <a:pt x="7008" y="5098"/>
                </a:lnTo>
                <a:lnTo>
                  <a:pt x="7008" y="4662"/>
                </a:lnTo>
                <a:lnTo>
                  <a:pt x="6497" y="4662"/>
                </a:lnTo>
                <a:close/>
                <a:moveTo>
                  <a:pt x="5955" y="4662"/>
                </a:moveTo>
                <a:lnTo>
                  <a:pt x="5955" y="5098"/>
                </a:lnTo>
                <a:lnTo>
                  <a:pt x="6466" y="5098"/>
                </a:lnTo>
                <a:lnTo>
                  <a:pt x="6466" y="4662"/>
                </a:lnTo>
                <a:lnTo>
                  <a:pt x="5955" y="4662"/>
                </a:lnTo>
                <a:close/>
                <a:moveTo>
                  <a:pt x="5414" y="4662"/>
                </a:moveTo>
                <a:lnTo>
                  <a:pt x="5414" y="5098"/>
                </a:lnTo>
                <a:lnTo>
                  <a:pt x="5925" y="5098"/>
                </a:lnTo>
                <a:lnTo>
                  <a:pt x="5925" y="4662"/>
                </a:lnTo>
                <a:lnTo>
                  <a:pt x="5414" y="4662"/>
                </a:lnTo>
                <a:close/>
                <a:moveTo>
                  <a:pt x="4872" y="4662"/>
                </a:moveTo>
                <a:lnTo>
                  <a:pt x="4872" y="5098"/>
                </a:lnTo>
                <a:lnTo>
                  <a:pt x="5383" y="5098"/>
                </a:lnTo>
                <a:lnTo>
                  <a:pt x="5383" y="4662"/>
                </a:lnTo>
                <a:lnTo>
                  <a:pt x="4872" y="4662"/>
                </a:lnTo>
                <a:close/>
                <a:moveTo>
                  <a:pt x="4330" y="4662"/>
                </a:moveTo>
                <a:lnTo>
                  <a:pt x="4330" y="5098"/>
                </a:lnTo>
                <a:lnTo>
                  <a:pt x="4841" y="5098"/>
                </a:lnTo>
                <a:lnTo>
                  <a:pt x="4841" y="4662"/>
                </a:lnTo>
                <a:lnTo>
                  <a:pt x="4330" y="4662"/>
                </a:lnTo>
                <a:close/>
                <a:moveTo>
                  <a:pt x="3789" y="4662"/>
                </a:moveTo>
                <a:lnTo>
                  <a:pt x="3789" y="5098"/>
                </a:lnTo>
                <a:lnTo>
                  <a:pt x="4300" y="5098"/>
                </a:lnTo>
                <a:lnTo>
                  <a:pt x="4300" y="4662"/>
                </a:lnTo>
                <a:lnTo>
                  <a:pt x="3789" y="4662"/>
                </a:lnTo>
                <a:close/>
                <a:moveTo>
                  <a:pt x="3247" y="4662"/>
                </a:moveTo>
                <a:lnTo>
                  <a:pt x="3247" y="5098"/>
                </a:lnTo>
                <a:lnTo>
                  <a:pt x="3758" y="5098"/>
                </a:lnTo>
                <a:lnTo>
                  <a:pt x="3758" y="4662"/>
                </a:lnTo>
                <a:lnTo>
                  <a:pt x="3247" y="4662"/>
                </a:lnTo>
                <a:close/>
                <a:moveTo>
                  <a:pt x="2705" y="4662"/>
                </a:moveTo>
                <a:lnTo>
                  <a:pt x="2705" y="5098"/>
                </a:lnTo>
                <a:lnTo>
                  <a:pt x="3216" y="5098"/>
                </a:lnTo>
                <a:lnTo>
                  <a:pt x="3216" y="4662"/>
                </a:lnTo>
                <a:lnTo>
                  <a:pt x="2705" y="4662"/>
                </a:lnTo>
                <a:close/>
                <a:moveTo>
                  <a:pt x="2164" y="4662"/>
                </a:moveTo>
                <a:lnTo>
                  <a:pt x="2164" y="5098"/>
                </a:lnTo>
                <a:lnTo>
                  <a:pt x="2675" y="5098"/>
                </a:lnTo>
                <a:lnTo>
                  <a:pt x="2675" y="4662"/>
                </a:lnTo>
                <a:lnTo>
                  <a:pt x="2164" y="4662"/>
                </a:lnTo>
                <a:close/>
                <a:moveTo>
                  <a:pt x="1622" y="4662"/>
                </a:moveTo>
                <a:lnTo>
                  <a:pt x="1622" y="5098"/>
                </a:lnTo>
                <a:lnTo>
                  <a:pt x="2133" y="5098"/>
                </a:lnTo>
                <a:lnTo>
                  <a:pt x="2133" y="4662"/>
                </a:lnTo>
                <a:lnTo>
                  <a:pt x="1622" y="4662"/>
                </a:lnTo>
                <a:close/>
                <a:moveTo>
                  <a:pt x="1080" y="4662"/>
                </a:moveTo>
                <a:lnTo>
                  <a:pt x="1080" y="5098"/>
                </a:lnTo>
                <a:lnTo>
                  <a:pt x="1591" y="5098"/>
                </a:lnTo>
                <a:lnTo>
                  <a:pt x="1591" y="4662"/>
                </a:lnTo>
                <a:lnTo>
                  <a:pt x="1080" y="4662"/>
                </a:lnTo>
                <a:close/>
                <a:moveTo>
                  <a:pt x="539" y="4662"/>
                </a:moveTo>
                <a:lnTo>
                  <a:pt x="539" y="5098"/>
                </a:lnTo>
                <a:lnTo>
                  <a:pt x="1049" y="5098"/>
                </a:lnTo>
                <a:lnTo>
                  <a:pt x="1049" y="4662"/>
                </a:lnTo>
                <a:lnTo>
                  <a:pt x="539" y="4662"/>
                </a:lnTo>
                <a:close/>
                <a:moveTo>
                  <a:pt x="31" y="4662"/>
                </a:moveTo>
                <a:lnTo>
                  <a:pt x="31" y="5098"/>
                </a:lnTo>
                <a:lnTo>
                  <a:pt x="508" y="5098"/>
                </a:lnTo>
                <a:lnTo>
                  <a:pt x="508" y="4662"/>
                </a:lnTo>
                <a:lnTo>
                  <a:pt x="31" y="4662"/>
                </a:lnTo>
                <a:close/>
                <a:moveTo>
                  <a:pt x="14622" y="4199"/>
                </a:moveTo>
                <a:lnTo>
                  <a:pt x="14622" y="4634"/>
                </a:lnTo>
                <a:lnTo>
                  <a:pt x="15133" y="4634"/>
                </a:lnTo>
                <a:lnTo>
                  <a:pt x="15133" y="4199"/>
                </a:lnTo>
                <a:lnTo>
                  <a:pt x="14622" y="4199"/>
                </a:lnTo>
                <a:close/>
                <a:moveTo>
                  <a:pt x="14081" y="4199"/>
                </a:moveTo>
                <a:lnTo>
                  <a:pt x="14081" y="4634"/>
                </a:lnTo>
                <a:lnTo>
                  <a:pt x="14592" y="4634"/>
                </a:lnTo>
                <a:lnTo>
                  <a:pt x="14592" y="4199"/>
                </a:lnTo>
                <a:lnTo>
                  <a:pt x="14081" y="4199"/>
                </a:lnTo>
                <a:close/>
                <a:moveTo>
                  <a:pt x="13539" y="4199"/>
                </a:moveTo>
                <a:lnTo>
                  <a:pt x="13539" y="4634"/>
                </a:lnTo>
                <a:lnTo>
                  <a:pt x="14050" y="4634"/>
                </a:lnTo>
                <a:lnTo>
                  <a:pt x="14050" y="4199"/>
                </a:lnTo>
                <a:lnTo>
                  <a:pt x="13539" y="4199"/>
                </a:lnTo>
                <a:close/>
                <a:moveTo>
                  <a:pt x="12997" y="4199"/>
                </a:moveTo>
                <a:lnTo>
                  <a:pt x="12997" y="4634"/>
                </a:lnTo>
                <a:lnTo>
                  <a:pt x="13508" y="4634"/>
                </a:lnTo>
                <a:lnTo>
                  <a:pt x="13508" y="4199"/>
                </a:lnTo>
                <a:lnTo>
                  <a:pt x="12997" y="4199"/>
                </a:lnTo>
                <a:close/>
                <a:moveTo>
                  <a:pt x="12456" y="4199"/>
                </a:moveTo>
                <a:lnTo>
                  <a:pt x="12456" y="4634"/>
                </a:lnTo>
                <a:lnTo>
                  <a:pt x="12967" y="4634"/>
                </a:lnTo>
                <a:lnTo>
                  <a:pt x="12967" y="4199"/>
                </a:lnTo>
                <a:lnTo>
                  <a:pt x="12456" y="4199"/>
                </a:lnTo>
                <a:close/>
                <a:moveTo>
                  <a:pt x="11914" y="4199"/>
                </a:moveTo>
                <a:lnTo>
                  <a:pt x="11914" y="4634"/>
                </a:lnTo>
                <a:lnTo>
                  <a:pt x="12425" y="4634"/>
                </a:lnTo>
                <a:lnTo>
                  <a:pt x="12425" y="4199"/>
                </a:lnTo>
                <a:lnTo>
                  <a:pt x="11914" y="4199"/>
                </a:lnTo>
                <a:close/>
                <a:moveTo>
                  <a:pt x="11372" y="4199"/>
                </a:moveTo>
                <a:lnTo>
                  <a:pt x="11372" y="4634"/>
                </a:lnTo>
                <a:lnTo>
                  <a:pt x="11883" y="4634"/>
                </a:lnTo>
                <a:lnTo>
                  <a:pt x="11883" y="4199"/>
                </a:lnTo>
                <a:lnTo>
                  <a:pt x="11372" y="4199"/>
                </a:lnTo>
                <a:close/>
                <a:moveTo>
                  <a:pt x="10831" y="4199"/>
                </a:moveTo>
                <a:lnTo>
                  <a:pt x="10831" y="4634"/>
                </a:lnTo>
                <a:lnTo>
                  <a:pt x="11341" y="4634"/>
                </a:lnTo>
                <a:lnTo>
                  <a:pt x="11341" y="4199"/>
                </a:lnTo>
                <a:lnTo>
                  <a:pt x="10831" y="4199"/>
                </a:lnTo>
                <a:close/>
                <a:moveTo>
                  <a:pt x="10289" y="4199"/>
                </a:moveTo>
                <a:lnTo>
                  <a:pt x="10289" y="4634"/>
                </a:lnTo>
                <a:lnTo>
                  <a:pt x="10800" y="4634"/>
                </a:lnTo>
                <a:lnTo>
                  <a:pt x="10800" y="4199"/>
                </a:lnTo>
                <a:lnTo>
                  <a:pt x="10289" y="4199"/>
                </a:lnTo>
                <a:close/>
                <a:moveTo>
                  <a:pt x="9747" y="4199"/>
                </a:moveTo>
                <a:lnTo>
                  <a:pt x="9747" y="4634"/>
                </a:lnTo>
                <a:lnTo>
                  <a:pt x="10258" y="4634"/>
                </a:lnTo>
                <a:lnTo>
                  <a:pt x="10258" y="4199"/>
                </a:lnTo>
                <a:lnTo>
                  <a:pt x="9747" y="4199"/>
                </a:lnTo>
                <a:close/>
                <a:moveTo>
                  <a:pt x="9206" y="4199"/>
                </a:moveTo>
                <a:lnTo>
                  <a:pt x="9206" y="4634"/>
                </a:lnTo>
                <a:lnTo>
                  <a:pt x="9716" y="4634"/>
                </a:lnTo>
                <a:lnTo>
                  <a:pt x="9716" y="4199"/>
                </a:lnTo>
                <a:lnTo>
                  <a:pt x="9206" y="4199"/>
                </a:lnTo>
                <a:close/>
                <a:moveTo>
                  <a:pt x="8664" y="4199"/>
                </a:moveTo>
                <a:lnTo>
                  <a:pt x="8664" y="4634"/>
                </a:lnTo>
                <a:lnTo>
                  <a:pt x="9175" y="4634"/>
                </a:lnTo>
                <a:lnTo>
                  <a:pt x="9175" y="4199"/>
                </a:lnTo>
                <a:lnTo>
                  <a:pt x="8664" y="4199"/>
                </a:lnTo>
                <a:close/>
                <a:moveTo>
                  <a:pt x="8122" y="4199"/>
                </a:moveTo>
                <a:lnTo>
                  <a:pt x="8122" y="4634"/>
                </a:lnTo>
                <a:lnTo>
                  <a:pt x="8633" y="4634"/>
                </a:lnTo>
                <a:lnTo>
                  <a:pt x="8633" y="4199"/>
                </a:lnTo>
                <a:lnTo>
                  <a:pt x="8122" y="4199"/>
                </a:lnTo>
                <a:close/>
                <a:moveTo>
                  <a:pt x="7581" y="4199"/>
                </a:moveTo>
                <a:lnTo>
                  <a:pt x="7581" y="4634"/>
                </a:lnTo>
                <a:lnTo>
                  <a:pt x="8091" y="4634"/>
                </a:lnTo>
                <a:lnTo>
                  <a:pt x="8091" y="4199"/>
                </a:lnTo>
                <a:lnTo>
                  <a:pt x="7581" y="4199"/>
                </a:lnTo>
                <a:close/>
                <a:moveTo>
                  <a:pt x="7039" y="4199"/>
                </a:moveTo>
                <a:lnTo>
                  <a:pt x="7039" y="4634"/>
                </a:lnTo>
                <a:lnTo>
                  <a:pt x="7550" y="4634"/>
                </a:lnTo>
                <a:lnTo>
                  <a:pt x="7550" y="4199"/>
                </a:lnTo>
                <a:lnTo>
                  <a:pt x="7039" y="4199"/>
                </a:lnTo>
                <a:close/>
                <a:moveTo>
                  <a:pt x="6497" y="4199"/>
                </a:moveTo>
                <a:lnTo>
                  <a:pt x="6497" y="4634"/>
                </a:lnTo>
                <a:lnTo>
                  <a:pt x="7008" y="4634"/>
                </a:lnTo>
                <a:lnTo>
                  <a:pt x="7008" y="4199"/>
                </a:lnTo>
                <a:lnTo>
                  <a:pt x="6497" y="4199"/>
                </a:lnTo>
                <a:close/>
                <a:moveTo>
                  <a:pt x="5955" y="4199"/>
                </a:moveTo>
                <a:lnTo>
                  <a:pt x="5955" y="4634"/>
                </a:lnTo>
                <a:lnTo>
                  <a:pt x="6466" y="4634"/>
                </a:lnTo>
                <a:lnTo>
                  <a:pt x="6466" y="4199"/>
                </a:lnTo>
                <a:lnTo>
                  <a:pt x="5955" y="4199"/>
                </a:lnTo>
                <a:close/>
                <a:moveTo>
                  <a:pt x="5414" y="4199"/>
                </a:moveTo>
                <a:lnTo>
                  <a:pt x="5414" y="4634"/>
                </a:lnTo>
                <a:lnTo>
                  <a:pt x="5925" y="4634"/>
                </a:lnTo>
                <a:lnTo>
                  <a:pt x="5925" y="4199"/>
                </a:lnTo>
                <a:lnTo>
                  <a:pt x="5414" y="4199"/>
                </a:lnTo>
                <a:close/>
                <a:moveTo>
                  <a:pt x="4872" y="4199"/>
                </a:moveTo>
                <a:lnTo>
                  <a:pt x="4872" y="4634"/>
                </a:lnTo>
                <a:lnTo>
                  <a:pt x="5383" y="4634"/>
                </a:lnTo>
                <a:lnTo>
                  <a:pt x="5383" y="4199"/>
                </a:lnTo>
                <a:lnTo>
                  <a:pt x="4872" y="4199"/>
                </a:lnTo>
                <a:close/>
                <a:moveTo>
                  <a:pt x="4330" y="4199"/>
                </a:moveTo>
                <a:lnTo>
                  <a:pt x="4330" y="4634"/>
                </a:lnTo>
                <a:lnTo>
                  <a:pt x="4841" y="4634"/>
                </a:lnTo>
                <a:lnTo>
                  <a:pt x="4841" y="4199"/>
                </a:lnTo>
                <a:lnTo>
                  <a:pt x="4330" y="4199"/>
                </a:lnTo>
                <a:close/>
                <a:moveTo>
                  <a:pt x="3789" y="4199"/>
                </a:moveTo>
                <a:lnTo>
                  <a:pt x="3789" y="4634"/>
                </a:lnTo>
                <a:lnTo>
                  <a:pt x="4300" y="4634"/>
                </a:lnTo>
                <a:lnTo>
                  <a:pt x="4300" y="4199"/>
                </a:lnTo>
                <a:lnTo>
                  <a:pt x="3789" y="4199"/>
                </a:lnTo>
                <a:close/>
                <a:moveTo>
                  <a:pt x="3247" y="4199"/>
                </a:moveTo>
                <a:lnTo>
                  <a:pt x="3247" y="4634"/>
                </a:lnTo>
                <a:lnTo>
                  <a:pt x="3758" y="4634"/>
                </a:lnTo>
                <a:lnTo>
                  <a:pt x="3758" y="4199"/>
                </a:lnTo>
                <a:lnTo>
                  <a:pt x="3247" y="4199"/>
                </a:lnTo>
                <a:close/>
                <a:moveTo>
                  <a:pt x="2705" y="4199"/>
                </a:moveTo>
                <a:lnTo>
                  <a:pt x="2705" y="4634"/>
                </a:lnTo>
                <a:lnTo>
                  <a:pt x="3216" y="4634"/>
                </a:lnTo>
                <a:lnTo>
                  <a:pt x="3216" y="4199"/>
                </a:lnTo>
                <a:lnTo>
                  <a:pt x="2705" y="4199"/>
                </a:lnTo>
                <a:close/>
                <a:moveTo>
                  <a:pt x="2164" y="4199"/>
                </a:moveTo>
                <a:lnTo>
                  <a:pt x="2164" y="4634"/>
                </a:lnTo>
                <a:lnTo>
                  <a:pt x="2675" y="4634"/>
                </a:lnTo>
                <a:lnTo>
                  <a:pt x="2675" y="4199"/>
                </a:lnTo>
                <a:lnTo>
                  <a:pt x="2164" y="4199"/>
                </a:lnTo>
                <a:close/>
                <a:moveTo>
                  <a:pt x="1622" y="4199"/>
                </a:moveTo>
                <a:lnTo>
                  <a:pt x="1622" y="4634"/>
                </a:lnTo>
                <a:lnTo>
                  <a:pt x="2133" y="4634"/>
                </a:lnTo>
                <a:lnTo>
                  <a:pt x="2133" y="4199"/>
                </a:lnTo>
                <a:lnTo>
                  <a:pt x="1622" y="4199"/>
                </a:lnTo>
                <a:close/>
                <a:moveTo>
                  <a:pt x="1080" y="4199"/>
                </a:moveTo>
                <a:lnTo>
                  <a:pt x="1080" y="4634"/>
                </a:lnTo>
                <a:lnTo>
                  <a:pt x="1591" y="4634"/>
                </a:lnTo>
                <a:lnTo>
                  <a:pt x="1591" y="4199"/>
                </a:lnTo>
                <a:lnTo>
                  <a:pt x="1080" y="4199"/>
                </a:lnTo>
                <a:close/>
                <a:moveTo>
                  <a:pt x="539" y="4199"/>
                </a:moveTo>
                <a:lnTo>
                  <a:pt x="539" y="4634"/>
                </a:lnTo>
                <a:lnTo>
                  <a:pt x="1049" y="4634"/>
                </a:lnTo>
                <a:lnTo>
                  <a:pt x="1049" y="4199"/>
                </a:lnTo>
                <a:lnTo>
                  <a:pt x="539" y="4199"/>
                </a:lnTo>
                <a:close/>
                <a:moveTo>
                  <a:pt x="31" y="4199"/>
                </a:moveTo>
                <a:lnTo>
                  <a:pt x="31" y="4634"/>
                </a:lnTo>
                <a:lnTo>
                  <a:pt x="508" y="4634"/>
                </a:lnTo>
                <a:lnTo>
                  <a:pt x="508" y="4199"/>
                </a:lnTo>
                <a:lnTo>
                  <a:pt x="31" y="4199"/>
                </a:lnTo>
                <a:close/>
                <a:moveTo>
                  <a:pt x="14622" y="3735"/>
                </a:moveTo>
                <a:lnTo>
                  <a:pt x="14622" y="4170"/>
                </a:lnTo>
                <a:lnTo>
                  <a:pt x="15133" y="4170"/>
                </a:lnTo>
                <a:lnTo>
                  <a:pt x="15133" y="3735"/>
                </a:lnTo>
                <a:lnTo>
                  <a:pt x="14622" y="3735"/>
                </a:lnTo>
                <a:close/>
                <a:moveTo>
                  <a:pt x="14081" y="3735"/>
                </a:moveTo>
                <a:lnTo>
                  <a:pt x="14081" y="4170"/>
                </a:lnTo>
                <a:lnTo>
                  <a:pt x="14592" y="4170"/>
                </a:lnTo>
                <a:lnTo>
                  <a:pt x="14592" y="3735"/>
                </a:lnTo>
                <a:lnTo>
                  <a:pt x="14081" y="3735"/>
                </a:lnTo>
                <a:close/>
                <a:moveTo>
                  <a:pt x="13539" y="3735"/>
                </a:moveTo>
                <a:lnTo>
                  <a:pt x="13539" y="4170"/>
                </a:lnTo>
                <a:lnTo>
                  <a:pt x="14050" y="4170"/>
                </a:lnTo>
                <a:lnTo>
                  <a:pt x="14050" y="3735"/>
                </a:lnTo>
                <a:lnTo>
                  <a:pt x="13539" y="3735"/>
                </a:lnTo>
                <a:close/>
                <a:moveTo>
                  <a:pt x="12997" y="3735"/>
                </a:moveTo>
                <a:lnTo>
                  <a:pt x="12997" y="4170"/>
                </a:lnTo>
                <a:lnTo>
                  <a:pt x="13508" y="4170"/>
                </a:lnTo>
                <a:lnTo>
                  <a:pt x="13508" y="3735"/>
                </a:lnTo>
                <a:lnTo>
                  <a:pt x="12997" y="3735"/>
                </a:lnTo>
                <a:close/>
                <a:moveTo>
                  <a:pt x="12456" y="3735"/>
                </a:moveTo>
                <a:lnTo>
                  <a:pt x="12456" y="4170"/>
                </a:lnTo>
                <a:lnTo>
                  <a:pt x="12967" y="4170"/>
                </a:lnTo>
                <a:lnTo>
                  <a:pt x="12967" y="3735"/>
                </a:lnTo>
                <a:lnTo>
                  <a:pt x="12456" y="3735"/>
                </a:lnTo>
                <a:close/>
                <a:moveTo>
                  <a:pt x="11914" y="3735"/>
                </a:moveTo>
                <a:lnTo>
                  <a:pt x="11914" y="4170"/>
                </a:lnTo>
                <a:lnTo>
                  <a:pt x="12425" y="4170"/>
                </a:lnTo>
                <a:lnTo>
                  <a:pt x="12425" y="3735"/>
                </a:lnTo>
                <a:lnTo>
                  <a:pt x="11914" y="3735"/>
                </a:lnTo>
                <a:close/>
                <a:moveTo>
                  <a:pt x="11372" y="3735"/>
                </a:moveTo>
                <a:lnTo>
                  <a:pt x="11372" y="4170"/>
                </a:lnTo>
                <a:lnTo>
                  <a:pt x="11883" y="4170"/>
                </a:lnTo>
                <a:lnTo>
                  <a:pt x="11883" y="3735"/>
                </a:lnTo>
                <a:lnTo>
                  <a:pt x="11372" y="3735"/>
                </a:lnTo>
                <a:close/>
                <a:moveTo>
                  <a:pt x="10831" y="3735"/>
                </a:moveTo>
                <a:lnTo>
                  <a:pt x="10831" y="4170"/>
                </a:lnTo>
                <a:lnTo>
                  <a:pt x="11341" y="4170"/>
                </a:lnTo>
                <a:lnTo>
                  <a:pt x="11341" y="3735"/>
                </a:lnTo>
                <a:lnTo>
                  <a:pt x="10831" y="3735"/>
                </a:lnTo>
                <a:close/>
                <a:moveTo>
                  <a:pt x="10289" y="3735"/>
                </a:moveTo>
                <a:lnTo>
                  <a:pt x="10289" y="4170"/>
                </a:lnTo>
                <a:lnTo>
                  <a:pt x="10800" y="4170"/>
                </a:lnTo>
                <a:lnTo>
                  <a:pt x="10800" y="3735"/>
                </a:lnTo>
                <a:lnTo>
                  <a:pt x="10289" y="3735"/>
                </a:lnTo>
                <a:close/>
                <a:moveTo>
                  <a:pt x="9747" y="3735"/>
                </a:moveTo>
                <a:lnTo>
                  <a:pt x="9747" y="4170"/>
                </a:lnTo>
                <a:lnTo>
                  <a:pt x="10258" y="4170"/>
                </a:lnTo>
                <a:lnTo>
                  <a:pt x="10258" y="3735"/>
                </a:lnTo>
                <a:lnTo>
                  <a:pt x="9747" y="3735"/>
                </a:lnTo>
                <a:close/>
                <a:moveTo>
                  <a:pt x="9206" y="3735"/>
                </a:moveTo>
                <a:lnTo>
                  <a:pt x="9206" y="4170"/>
                </a:lnTo>
                <a:lnTo>
                  <a:pt x="9716" y="4170"/>
                </a:lnTo>
                <a:lnTo>
                  <a:pt x="9716" y="3735"/>
                </a:lnTo>
                <a:lnTo>
                  <a:pt x="9206" y="3735"/>
                </a:lnTo>
                <a:close/>
                <a:moveTo>
                  <a:pt x="8664" y="3735"/>
                </a:moveTo>
                <a:lnTo>
                  <a:pt x="8664" y="4170"/>
                </a:lnTo>
                <a:lnTo>
                  <a:pt x="9175" y="4170"/>
                </a:lnTo>
                <a:lnTo>
                  <a:pt x="9175" y="3735"/>
                </a:lnTo>
                <a:lnTo>
                  <a:pt x="8664" y="3735"/>
                </a:lnTo>
                <a:close/>
                <a:moveTo>
                  <a:pt x="8122" y="3735"/>
                </a:moveTo>
                <a:lnTo>
                  <a:pt x="8122" y="4170"/>
                </a:lnTo>
                <a:lnTo>
                  <a:pt x="8633" y="4170"/>
                </a:lnTo>
                <a:lnTo>
                  <a:pt x="8633" y="3735"/>
                </a:lnTo>
                <a:lnTo>
                  <a:pt x="8122" y="3735"/>
                </a:lnTo>
                <a:close/>
                <a:moveTo>
                  <a:pt x="7581" y="3735"/>
                </a:moveTo>
                <a:lnTo>
                  <a:pt x="7581" y="4170"/>
                </a:lnTo>
                <a:lnTo>
                  <a:pt x="8091" y="4170"/>
                </a:lnTo>
                <a:lnTo>
                  <a:pt x="8091" y="3735"/>
                </a:lnTo>
                <a:lnTo>
                  <a:pt x="7581" y="3735"/>
                </a:lnTo>
                <a:close/>
                <a:moveTo>
                  <a:pt x="7039" y="3735"/>
                </a:moveTo>
                <a:lnTo>
                  <a:pt x="7039" y="4170"/>
                </a:lnTo>
                <a:lnTo>
                  <a:pt x="7550" y="4170"/>
                </a:lnTo>
                <a:lnTo>
                  <a:pt x="7550" y="3735"/>
                </a:lnTo>
                <a:lnTo>
                  <a:pt x="7039" y="3735"/>
                </a:lnTo>
                <a:close/>
                <a:moveTo>
                  <a:pt x="6497" y="3735"/>
                </a:moveTo>
                <a:lnTo>
                  <a:pt x="6497" y="4170"/>
                </a:lnTo>
                <a:lnTo>
                  <a:pt x="7008" y="4170"/>
                </a:lnTo>
                <a:lnTo>
                  <a:pt x="7008" y="3735"/>
                </a:lnTo>
                <a:lnTo>
                  <a:pt x="6497" y="3735"/>
                </a:lnTo>
                <a:close/>
                <a:moveTo>
                  <a:pt x="5955" y="3735"/>
                </a:moveTo>
                <a:lnTo>
                  <a:pt x="5955" y="4170"/>
                </a:lnTo>
                <a:lnTo>
                  <a:pt x="6466" y="4170"/>
                </a:lnTo>
                <a:lnTo>
                  <a:pt x="6466" y="3735"/>
                </a:lnTo>
                <a:lnTo>
                  <a:pt x="5955" y="3735"/>
                </a:lnTo>
                <a:close/>
                <a:moveTo>
                  <a:pt x="5414" y="3735"/>
                </a:moveTo>
                <a:lnTo>
                  <a:pt x="5414" y="4170"/>
                </a:lnTo>
                <a:lnTo>
                  <a:pt x="5925" y="4170"/>
                </a:lnTo>
                <a:lnTo>
                  <a:pt x="5925" y="3735"/>
                </a:lnTo>
                <a:lnTo>
                  <a:pt x="5414" y="3735"/>
                </a:lnTo>
                <a:close/>
                <a:moveTo>
                  <a:pt x="4872" y="3735"/>
                </a:moveTo>
                <a:lnTo>
                  <a:pt x="4872" y="4170"/>
                </a:lnTo>
                <a:lnTo>
                  <a:pt x="5383" y="4170"/>
                </a:lnTo>
                <a:lnTo>
                  <a:pt x="5383" y="3735"/>
                </a:lnTo>
                <a:lnTo>
                  <a:pt x="4872" y="3735"/>
                </a:lnTo>
                <a:close/>
                <a:moveTo>
                  <a:pt x="4330" y="3735"/>
                </a:moveTo>
                <a:lnTo>
                  <a:pt x="4330" y="4170"/>
                </a:lnTo>
                <a:lnTo>
                  <a:pt x="4841" y="4170"/>
                </a:lnTo>
                <a:lnTo>
                  <a:pt x="4841" y="3735"/>
                </a:lnTo>
                <a:lnTo>
                  <a:pt x="4330" y="3735"/>
                </a:lnTo>
                <a:close/>
                <a:moveTo>
                  <a:pt x="3789" y="3735"/>
                </a:moveTo>
                <a:lnTo>
                  <a:pt x="3789" y="4170"/>
                </a:lnTo>
                <a:lnTo>
                  <a:pt x="4300" y="4170"/>
                </a:lnTo>
                <a:lnTo>
                  <a:pt x="4300" y="3735"/>
                </a:lnTo>
                <a:lnTo>
                  <a:pt x="3789" y="3735"/>
                </a:lnTo>
                <a:close/>
                <a:moveTo>
                  <a:pt x="3247" y="3735"/>
                </a:moveTo>
                <a:lnTo>
                  <a:pt x="3247" y="4170"/>
                </a:lnTo>
                <a:lnTo>
                  <a:pt x="3758" y="4170"/>
                </a:lnTo>
                <a:lnTo>
                  <a:pt x="3758" y="3735"/>
                </a:lnTo>
                <a:lnTo>
                  <a:pt x="3247" y="3735"/>
                </a:lnTo>
                <a:close/>
                <a:moveTo>
                  <a:pt x="2705" y="3735"/>
                </a:moveTo>
                <a:lnTo>
                  <a:pt x="2705" y="4170"/>
                </a:lnTo>
                <a:lnTo>
                  <a:pt x="3216" y="4170"/>
                </a:lnTo>
                <a:lnTo>
                  <a:pt x="3216" y="3735"/>
                </a:lnTo>
                <a:lnTo>
                  <a:pt x="2705" y="3735"/>
                </a:lnTo>
                <a:close/>
                <a:moveTo>
                  <a:pt x="2164" y="3735"/>
                </a:moveTo>
                <a:lnTo>
                  <a:pt x="2164" y="4170"/>
                </a:lnTo>
                <a:lnTo>
                  <a:pt x="2675" y="4170"/>
                </a:lnTo>
                <a:lnTo>
                  <a:pt x="2675" y="3735"/>
                </a:lnTo>
                <a:lnTo>
                  <a:pt x="2164" y="3735"/>
                </a:lnTo>
                <a:close/>
                <a:moveTo>
                  <a:pt x="1622" y="3735"/>
                </a:moveTo>
                <a:lnTo>
                  <a:pt x="1622" y="4170"/>
                </a:lnTo>
                <a:lnTo>
                  <a:pt x="2133" y="4170"/>
                </a:lnTo>
                <a:lnTo>
                  <a:pt x="2133" y="3735"/>
                </a:lnTo>
                <a:lnTo>
                  <a:pt x="1622" y="3735"/>
                </a:lnTo>
                <a:close/>
                <a:moveTo>
                  <a:pt x="1080" y="3735"/>
                </a:moveTo>
                <a:lnTo>
                  <a:pt x="1080" y="4170"/>
                </a:lnTo>
                <a:lnTo>
                  <a:pt x="1591" y="4170"/>
                </a:lnTo>
                <a:lnTo>
                  <a:pt x="1591" y="3735"/>
                </a:lnTo>
                <a:lnTo>
                  <a:pt x="1080" y="3735"/>
                </a:lnTo>
                <a:close/>
                <a:moveTo>
                  <a:pt x="539" y="3735"/>
                </a:moveTo>
                <a:lnTo>
                  <a:pt x="539" y="4170"/>
                </a:lnTo>
                <a:lnTo>
                  <a:pt x="1049" y="4170"/>
                </a:lnTo>
                <a:lnTo>
                  <a:pt x="1049" y="3735"/>
                </a:lnTo>
                <a:lnTo>
                  <a:pt x="539" y="3735"/>
                </a:lnTo>
                <a:close/>
                <a:moveTo>
                  <a:pt x="31" y="3735"/>
                </a:moveTo>
                <a:lnTo>
                  <a:pt x="31" y="4170"/>
                </a:lnTo>
                <a:lnTo>
                  <a:pt x="508" y="4170"/>
                </a:lnTo>
                <a:lnTo>
                  <a:pt x="508" y="3735"/>
                </a:lnTo>
                <a:lnTo>
                  <a:pt x="31" y="3735"/>
                </a:lnTo>
                <a:close/>
                <a:moveTo>
                  <a:pt x="14622" y="3271"/>
                </a:moveTo>
                <a:lnTo>
                  <a:pt x="14622" y="3706"/>
                </a:lnTo>
                <a:lnTo>
                  <a:pt x="15133" y="3706"/>
                </a:lnTo>
                <a:lnTo>
                  <a:pt x="15133" y="3271"/>
                </a:lnTo>
                <a:lnTo>
                  <a:pt x="14622" y="3271"/>
                </a:lnTo>
                <a:close/>
                <a:moveTo>
                  <a:pt x="14081" y="3271"/>
                </a:moveTo>
                <a:lnTo>
                  <a:pt x="14081" y="3706"/>
                </a:lnTo>
                <a:lnTo>
                  <a:pt x="14592" y="3706"/>
                </a:lnTo>
                <a:lnTo>
                  <a:pt x="14592" y="3271"/>
                </a:lnTo>
                <a:lnTo>
                  <a:pt x="14081" y="3271"/>
                </a:lnTo>
                <a:close/>
                <a:moveTo>
                  <a:pt x="13539" y="3271"/>
                </a:moveTo>
                <a:lnTo>
                  <a:pt x="13539" y="3706"/>
                </a:lnTo>
                <a:lnTo>
                  <a:pt x="14050" y="3706"/>
                </a:lnTo>
                <a:lnTo>
                  <a:pt x="14050" y="3271"/>
                </a:lnTo>
                <a:lnTo>
                  <a:pt x="13539" y="3271"/>
                </a:lnTo>
                <a:close/>
                <a:moveTo>
                  <a:pt x="12997" y="3271"/>
                </a:moveTo>
                <a:lnTo>
                  <a:pt x="12997" y="3706"/>
                </a:lnTo>
                <a:lnTo>
                  <a:pt x="13508" y="3706"/>
                </a:lnTo>
                <a:lnTo>
                  <a:pt x="13508" y="3271"/>
                </a:lnTo>
                <a:lnTo>
                  <a:pt x="12997" y="3271"/>
                </a:lnTo>
                <a:close/>
                <a:moveTo>
                  <a:pt x="12456" y="3271"/>
                </a:moveTo>
                <a:lnTo>
                  <a:pt x="12456" y="3706"/>
                </a:lnTo>
                <a:lnTo>
                  <a:pt x="12967" y="3706"/>
                </a:lnTo>
                <a:lnTo>
                  <a:pt x="12967" y="3271"/>
                </a:lnTo>
                <a:lnTo>
                  <a:pt x="12456" y="3271"/>
                </a:lnTo>
                <a:close/>
                <a:moveTo>
                  <a:pt x="11914" y="3271"/>
                </a:moveTo>
                <a:lnTo>
                  <a:pt x="11914" y="3706"/>
                </a:lnTo>
                <a:lnTo>
                  <a:pt x="12425" y="3706"/>
                </a:lnTo>
                <a:lnTo>
                  <a:pt x="12425" y="3271"/>
                </a:lnTo>
                <a:lnTo>
                  <a:pt x="11914" y="3271"/>
                </a:lnTo>
                <a:close/>
                <a:moveTo>
                  <a:pt x="11372" y="3271"/>
                </a:moveTo>
                <a:lnTo>
                  <a:pt x="11372" y="3706"/>
                </a:lnTo>
                <a:lnTo>
                  <a:pt x="11883" y="3706"/>
                </a:lnTo>
                <a:lnTo>
                  <a:pt x="11883" y="3271"/>
                </a:lnTo>
                <a:lnTo>
                  <a:pt x="11372" y="3271"/>
                </a:lnTo>
                <a:close/>
                <a:moveTo>
                  <a:pt x="10831" y="3271"/>
                </a:moveTo>
                <a:lnTo>
                  <a:pt x="10831" y="3706"/>
                </a:lnTo>
                <a:lnTo>
                  <a:pt x="11341" y="3706"/>
                </a:lnTo>
                <a:lnTo>
                  <a:pt x="11341" y="3271"/>
                </a:lnTo>
                <a:lnTo>
                  <a:pt x="10831" y="3271"/>
                </a:lnTo>
                <a:close/>
                <a:moveTo>
                  <a:pt x="10289" y="3271"/>
                </a:moveTo>
                <a:lnTo>
                  <a:pt x="10289" y="3706"/>
                </a:lnTo>
                <a:lnTo>
                  <a:pt x="10800" y="3706"/>
                </a:lnTo>
                <a:lnTo>
                  <a:pt x="10800" y="3271"/>
                </a:lnTo>
                <a:lnTo>
                  <a:pt x="10289" y="3271"/>
                </a:lnTo>
                <a:close/>
                <a:moveTo>
                  <a:pt x="9747" y="3271"/>
                </a:moveTo>
                <a:lnTo>
                  <a:pt x="9747" y="3706"/>
                </a:lnTo>
                <a:lnTo>
                  <a:pt x="10258" y="3706"/>
                </a:lnTo>
                <a:lnTo>
                  <a:pt x="10258" y="3271"/>
                </a:lnTo>
                <a:lnTo>
                  <a:pt x="9747" y="3271"/>
                </a:lnTo>
                <a:close/>
                <a:moveTo>
                  <a:pt x="9206" y="3271"/>
                </a:moveTo>
                <a:lnTo>
                  <a:pt x="9206" y="3706"/>
                </a:lnTo>
                <a:lnTo>
                  <a:pt x="9716" y="3706"/>
                </a:lnTo>
                <a:lnTo>
                  <a:pt x="9716" y="3271"/>
                </a:lnTo>
                <a:lnTo>
                  <a:pt x="9206" y="3271"/>
                </a:lnTo>
                <a:close/>
                <a:moveTo>
                  <a:pt x="8664" y="3271"/>
                </a:moveTo>
                <a:lnTo>
                  <a:pt x="8664" y="3706"/>
                </a:lnTo>
                <a:lnTo>
                  <a:pt x="9175" y="3706"/>
                </a:lnTo>
                <a:lnTo>
                  <a:pt x="9175" y="3271"/>
                </a:lnTo>
                <a:lnTo>
                  <a:pt x="8664" y="3271"/>
                </a:lnTo>
                <a:close/>
                <a:moveTo>
                  <a:pt x="8122" y="3271"/>
                </a:moveTo>
                <a:lnTo>
                  <a:pt x="8122" y="3706"/>
                </a:lnTo>
                <a:lnTo>
                  <a:pt x="8633" y="3706"/>
                </a:lnTo>
                <a:lnTo>
                  <a:pt x="8633" y="3271"/>
                </a:lnTo>
                <a:lnTo>
                  <a:pt x="8122" y="3271"/>
                </a:lnTo>
                <a:close/>
                <a:moveTo>
                  <a:pt x="7581" y="3271"/>
                </a:moveTo>
                <a:lnTo>
                  <a:pt x="7581" y="3706"/>
                </a:lnTo>
                <a:lnTo>
                  <a:pt x="8091" y="3706"/>
                </a:lnTo>
                <a:lnTo>
                  <a:pt x="8091" y="3271"/>
                </a:lnTo>
                <a:lnTo>
                  <a:pt x="7581" y="3271"/>
                </a:lnTo>
                <a:close/>
                <a:moveTo>
                  <a:pt x="7039" y="3271"/>
                </a:moveTo>
                <a:lnTo>
                  <a:pt x="7039" y="3706"/>
                </a:lnTo>
                <a:lnTo>
                  <a:pt x="7550" y="3706"/>
                </a:lnTo>
                <a:lnTo>
                  <a:pt x="7550" y="3271"/>
                </a:lnTo>
                <a:lnTo>
                  <a:pt x="7039" y="3271"/>
                </a:lnTo>
                <a:close/>
                <a:moveTo>
                  <a:pt x="6497" y="3271"/>
                </a:moveTo>
                <a:lnTo>
                  <a:pt x="6497" y="3706"/>
                </a:lnTo>
                <a:lnTo>
                  <a:pt x="7008" y="3706"/>
                </a:lnTo>
                <a:lnTo>
                  <a:pt x="7008" y="3271"/>
                </a:lnTo>
                <a:lnTo>
                  <a:pt x="6497" y="3271"/>
                </a:lnTo>
                <a:close/>
                <a:moveTo>
                  <a:pt x="5955" y="3271"/>
                </a:moveTo>
                <a:lnTo>
                  <a:pt x="5955" y="3706"/>
                </a:lnTo>
                <a:lnTo>
                  <a:pt x="6466" y="3706"/>
                </a:lnTo>
                <a:lnTo>
                  <a:pt x="6466" y="3271"/>
                </a:lnTo>
                <a:lnTo>
                  <a:pt x="5955" y="3271"/>
                </a:lnTo>
                <a:close/>
                <a:moveTo>
                  <a:pt x="5414" y="3271"/>
                </a:moveTo>
                <a:lnTo>
                  <a:pt x="5414" y="3706"/>
                </a:lnTo>
                <a:lnTo>
                  <a:pt x="5925" y="3706"/>
                </a:lnTo>
                <a:lnTo>
                  <a:pt x="5925" y="3271"/>
                </a:lnTo>
                <a:lnTo>
                  <a:pt x="5414" y="3271"/>
                </a:lnTo>
                <a:close/>
                <a:moveTo>
                  <a:pt x="4872" y="3271"/>
                </a:moveTo>
                <a:lnTo>
                  <a:pt x="4872" y="3706"/>
                </a:lnTo>
                <a:lnTo>
                  <a:pt x="5383" y="3706"/>
                </a:lnTo>
                <a:lnTo>
                  <a:pt x="5383" y="3271"/>
                </a:lnTo>
                <a:lnTo>
                  <a:pt x="4872" y="3271"/>
                </a:lnTo>
                <a:close/>
                <a:moveTo>
                  <a:pt x="4330" y="3271"/>
                </a:moveTo>
                <a:lnTo>
                  <a:pt x="4330" y="3706"/>
                </a:lnTo>
                <a:lnTo>
                  <a:pt x="4841" y="3706"/>
                </a:lnTo>
                <a:lnTo>
                  <a:pt x="4841" y="3271"/>
                </a:lnTo>
                <a:lnTo>
                  <a:pt x="4330" y="3271"/>
                </a:lnTo>
                <a:close/>
                <a:moveTo>
                  <a:pt x="3789" y="3271"/>
                </a:moveTo>
                <a:lnTo>
                  <a:pt x="3789" y="3706"/>
                </a:lnTo>
                <a:lnTo>
                  <a:pt x="4300" y="3706"/>
                </a:lnTo>
                <a:lnTo>
                  <a:pt x="4300" y="3271"/>
                </a:lnTo>
                <a:lnTo>
                  <a:pt x="3789" y="3271"/>
                </a:lnTo>
                <a:close/>
                <a:moveTo>
                  <a:pt x="3247" y="3271"/>
                </a:moveTo>
                <a:lnTo>
                  <a:pt x="3247" y="3706"/>
                </a:lnTo>
                <a:lnTo>
                  <a:pt x="3758" y="3706"/>
                </a:lnTo>
                <a:lnTo>
                  <a:pt x="3758" y="3271"/>
                </a:lnTo>
                <a:lnTo>
                  <a:pt x="3247" y="3271"/>
                </a:lnTo>
                <a:close/>
                <a:moveTo>
                  <a:pt x="2705" y="3271"/>
                </a:moveTo>
                <a:lnTo>
                  <a:pt x="2705" y="3706"/>
                </a:lnTo>
                <a:lnTo>
                  <a:pt x="3216" y="3706"/>
                </a:lnTo>
                <a:lnTo>
                  <a:pt x="3216" y="3271"/>
                </a:lnTo>
                <a:lnTo>
                  <a:pt x="2705" y="3271"/>
                </a:lnTo>
                <a:close/>
                <a:moveTo>
                  <a:pt x="2164" y="3271"/>
                </a:moveTo>
                <a:lnTo>
                  <a:pt x="2164" y="3706"/>
                </a:lnTo>
                <a:lnTo>
                  <a:pt x="2675" y="3706"/>
                </a:lnTo>
                <a:lnTo>
                  <a:pt x="2675" y="3271"/>
                </a:lnTo>
                <a:lnTo>
                  <a:pt x="2164" y="3271"/>
                </a:lnTo>
                <a:close/>
                <a:moveTo>
                  <a:pt x="1622" y="3271"/>
                </a:moveTo>
                <a:lnTo>
                  <a:pt x="1622" y="3706"/>
                </a:lnTo>
                <a:lnTo>
                  <a:pt x="2133" y="3706"/>
                </a:lnTo>
                <a:lnTo>
                  <a:pt x="2133" y="3271"/>
                </a:lnTo>
                <a:lnTo>
                  <a:pt x="1622" y="3271"/>
                </a:lnTo>
                <a:close/>
                <a:moveTo>
                  <a:pt x="1080" y="3271"/>
                </a:moveTo>
                <a:lnTo>
                  <a:pt x="1080" y="3706"/>
                </a:lnTo>
                <a:lnTo>
                  <a:pt x="1591" y="3706"/>
                </a:lnTo>
                <a:lnTo>
                  <a:pt x="1591" y="3271"/>
                </a:lnTo>
                <a:lnTo>
                  <a:pt x="1080" y="3271"/>
                </a:lnTo>
                <a:close/>
                <a:moveTo>
                  <a:pt x="539" y="3271"/>
                </a:moveTo>
                <a:lnTo>
                  <a:pt x="539" y="3706"/>
                </a:lnTo>
                <a:lnTo>
                  <a:pt x="1049" y="3706"/>
                </a:lnTo>
                <a:lnTo>
                  <a:pt x="1049" y="3271"/>
                </a:lnTo>
                <a:lnTo>
                  <a:pt x="539" y="3271"/>
                </a:lnTo>
                <a:close/>
                <a:moveTo>
                  <a:pt x="31" y="3271"/>
                </a:moveTo>
                <a:lnTo>
                  <a:pt x="31" y="3706"/>
                </a:lnTo>
                <a:lnTo>
                  <a:pt x="508" y="3706"/>
                </a:lnTo>
                <a:lnTo>
                  <a:pt x="508" y="3271"/>
                </a:lnTo>
                <a:lnTo>
                  <a:pt x="31" y="3271"/>
                </a:lnTo>
                <a:close/>
                <a:moveTo>
                  <a:pt x="14622" y="2807"/>
                </a:moveTo>
                <a:lnTo>
                  <a:pt x="14622" y="3243"/>
                </a:lnTo>
                <a:lnTo>
                  <a:pt x="15133" y="3243"/>
                </a:lnTo>
                <a:lnTo>
                  <a:pt x="15133" y="2807"/>
                </a:lnTo>
                <a:lnTo>
                  <a:pt x="14622" y="2807"/>
                </a:lnTo>
                <a:close/>
                <a:moveTo>
                  <a:pt x="14081" y="2807"/>
                </a:moveTo>
                <a:lnTo>
                  <a:pt x="14081" y="3243"/>
                </a:lnTo>
                <a:lnTo>
                  <a:pt x="14592" y="3243"/>
                </a:lnTo>
                <a:lnTo>
                  <a:pt x="14592" y="2807"/>
                </a:lnTo>
                <a:lnTo>
                  <a:pt x="14081" y="2807"/>
                </a:lnTo>
                <a:close/>
                <a:moveTo>
                  <a:pt x="13539" y="2807"/>
                </a:moveTo>
                <a:lnTo>
                  <a:pt x="13539" y="3243"/>
                </a:lnTo>
                <a:lnTo>
                  <a:pt x="14050" y="3243"/>
                </a:lnTo>
                <a:lnTo>
                  <a:pt x="14050" y="2807"/>
                </a:lnTo>
                <a:lnTo>
                  <a:pt x="13539" y="2807"/>
                </a:lnTo>
                <a:close/>
                <a:moveTo>
                  <a:pt x="12997" y="2807"/>
                </a:moveTo>
                <a:lnTo>
                  <a:pt x="12997" y="3243"/>
                </a:lnTo>
                <a:lnTo>
                  <a:pt x="13508" y="3243"/>
                </a:lnTo>
                <a:lnTo>
                  <a:pt x="13508" y="2807"/>
                </a:lnTo>
                <a:lnTo>
                  <a:pt x="12997" y="2807"/>
                </a:lnTo>
                <a:close/>
                <a:moveTo>
                  <a:pt x="12456" y="2807"/>
                </a:moveTo>
                <a:lnTo>
                  <a:pt x="12456" y="3243"/>
                </a:lnTo>
                <a:lnTo>
                  <a:pt x="12967" y="3243"/>
                </a:lnTo>
                <a:lnTo>
                  <a:pt x="12967" y="2807"/>
                </a:lnTo>
                <a:lnTo>
                  <a:pt x="12456" y="2807"/>
                </a:lnTo>
                <a:close/>
                <a:moveTo>
                  <a:pt x="11914" y="2807"/>
                </a:moveTo>
                <a:lnTo>
                  <a:pt x="11914" y="3243"/>
                </a:lnTo>
                <a:lnTo>
                  <a:pt x="12425" y="3243"/>
                </a:lnTo>
                <a:lnTo>
                  <a:pt x="12425" y="2807"/>
                </a:lnTo>
                <a:lnTo>
                  <a:pt x="11914" y="2807"/>
                </a:lnTo>
                <a:close/>
                <a:moveTo>
                  <a:pt x="11372" y="2807"/>
                </a:moveTo>
                <a:lnTo>
                  <a:pt x="11372" y="3243"/>
                </a:lnTo>
                <a:lnTo>
                  <a:pt x="11883" y="3243"/>
                </a:lnTo>
                <a:lnTo>
                  <a:pt x="11883" y="2807"/>
                </a:lnTo>
                <a:lnTo>
                  <a:pt x="11372" y="2807"/>
                </a:lnTo>
                <a:close/>
                <a:moveTo>
                  <a:pt x="10831" y="2807"/>
                </a:moveTo>
                <a:lnTo>
                  <a:pt x="10831" y="3243"/>
                </a:lnTo>
                <a:lnTo>
                  <a:pt x="11341" y="3243"/>
                </a:lnTo>
                <a:lnTo>
                  <a:pt x="11341" y="2807"/>
                </a:lnTo>
                <a:lnTo>
                  <a:pt x="10831" y="2807"/>
                </a:lnTo>
                <a:close/>
                <a:moveTo>
                  <a:pt x="10289" y="2807"/>
                </a:moveTo>
                <a:lnTo>
                  <a:pt x="10289" y="3243"/>
                </a:lnTo>
                <a:lnTo>
                  <a:pt x="10800" y="3243"/>
                </a:lnTo>
                <a:lnTo>
                  <a:pt x="10800" y="2807"/>
                </a:lnTo>
                <a:lnTo>
                  <a:pt x="10289" y="2807"/>
                </a:lnTo>
                <a:close/>
                <a:moveTo>
                  <a:pt x="9747" y="2807"/>
                </a:moveTo>
                <a:lnTo>
                  <a:pt x="9747" y="3243"/>
                </a:lnTo>
                <a:lnTo>
                  <a:pt x="10258" y="3243"/>
                </a:lnTo>
                <a:lnTo>
                  <a:pt x="10258" y="2807"/>
                </a:lnTo>
                <a:lnTo>
                  <a:pt x="9747" y="2807"/>
                </a:lnTo>
                <a:close/>
                <a:moveTo>
                  <a:pt x="9206" y="2807"/>
                </a:moveTo>
                <a:lnTo>
                  <a:pt x="9206" y="3243"/>
                </a:lnTo>
                <a:lnTo>
                  <a:pt x="9716" y="3243"/>
                </a:lnTo>
                <a:lnTo>
                  <a:pt x="9716" y="2807"/>
                </a:lnTo>
                <a:lnTo>
                  <a:pt x="9206" y="2807"/>
                </a:lnTo>
                <a:close/>
                <a:moveTo>
                  <a:pt x="8664" y="2807"/>
                </a:moveTo>
                <a:lnTo>
                  <a:pt x="8664" y="3243"/>
                </a:lnTo>
                <a:lnTo>
                  <a:pt x="9175" y="3243"/>
                </a:lnTo>
                <a:lnTo>
                  <a:pt x="9175" y="2807"/>
                </a:lnTo>
                <a:lnTo>
                  <a:pt x="8664" y="2807"/>
                </a:lnTo>
                <a:close/>
                <a:moveTo>
                  <a:pt x="8122" y="2807"/>
                </a:moveTo>
                <a:lnTo>
                  <a:pt x="8122" y="3243"/>
                </a:lnTo>
                <a:lnTo>
                  <a:pt x="8633" y="3243"/>
                </a:lnTo>
                <a:lnTo>
                  <a:pt x="8633" y="2807"/>
                </a:lnTo>
                <a:lnTo>
                  <a:pt x="8122" y="2807"/>
                </a:lnTo>
                <a:close/>
                <a:moveTo>
                  <a:pt x="7581" y="2807"/>
                </a:moveTo>
                <a:lnTo>
                  <a:pt x="7581" y="3243"/>
                </a:lnTo>
                <a:lnTo>
                  <a:pt x="8091" y="3243"/>
                </a:lnTo>
                <a:lnTo>
                  <a:pt x="8091" y="2807"/>
                </a:lnTo>
                <a:lnTo>
                  <a:pt x="7581" y="2807"/>
                </a:lnTo>
                <a:close/>
                <a:moveTo>
                  <a:pt x="7039" y="2807"/>
                </a:moveTo>
                <a:lnTo>
                  <a:pt x="7039" y="3243"/>
                </a:lnTo>
                <a:lnTo>
                  <a:pt x="7550" y="3243"/>
                </a:lnTo>
                <a:lnTo>
                  <a:pt x="7550" y="2807"/>
                </a:lnTo>
                <a:lnTo>
                  <a:pt x="7039" y="2807"/>
                </a:lnTo>
                <a:close/>
                <a:moveTo>
                  <a:pt x="6497" y="2807"/>
                </a:moveTo>
                <a:lnTo>
                  <a:pt x="6497" y="3243"/>
                </a:lnTo>
                <a:lnTo>
                  <a:pt x="7008" y="3243"/>
                </a:lnTo>
                <a:lnTo>
                  <a:pt x="7008" y="2807"/>
                </a:lnTo>
                <a:lnTo>
                  <a:pt x="6497" y="2807"/>
                </a:lnTo>
                <a:close/>
                <a:moveTo>
                  <a:pt x="5955" y="2807"/>
                </a:moveTo>
                <a:lnTo>
                  <a:pt x="5955" y="3243"/>
                </a:lnTo>
                <a:lnTo>
                  <a:pt x="6466" y="3243"/>
                </a:lnTo>
                <a:lnTo>
                  <a:pt x="6466" y="2807"/>
                </a:lnTo>
                <a:lnTo>
                  <a:pt x="5955" y="2807"/>
                </a:lnTo>
                <a:close/>
                <a:moveTo>
                  <a:pt x="5414" y="2807"/>
                </a:moveTo>
                <a:lnTo>
                  <a:pt x="5414" y="3243"/>
                </a:lnTo>
                <a:lnTo>
                  <a:pt x="5925" y="3243"/>
                </a:lnTo>
                <a:lnTo>
                  <a:pt x="5925" y="2807"/>
                </a:lnTo>
                <a:lnTo>
                  <a:pt x="5414" y="2807"/>
                </a:lnTo>
                <a:close/>
                <a:moveTo>
                  <a:pt x="4872" y="2807"/>
                </a:moveTo>
                <a:lnTo>
                  <a:pt x="4872" y="3243"/>
                </a:lnTo>
                <a:lnTo>
                  <a:pt x="5383" y="3243"/>
                </a:lnTo>
                <a:lnTo>
                  <a:pt x="5383" y="2807"/>
                </a:lnTo>
                <a:lnTo>
                  <a:pt x="4872" y="2807"/>
                </a:lnTo>
                <a:close/>
                <a:moveTo>
                  <a:pt x="4330" y="2807"/>
                </a:moveTo>
                <a:lnTo>
                  <a:pt x="4330" y="3243"/>
                </a:lnTo>
                <a:lnTo>
                  <a:pt x="4841" y="3243"/>
                </a:lnTo>
                <a:lnTo>
                  <a:pt x="4841" y="2807"/>
                </a:lnTo>
                <a:lnTo>
                  <a:pt x="4330" y="2807"/>
                </a:lnTo>
                <a:close/>
                <a:moveTo>
                  <a:pt x="3789" y="2807"/>
                </a:moveTo>
                <a:lnTo>
                  <a:pt x="3789" y="3243"/>
                </a:lnTo>
                <a:lnTo>
                  <a:pt x="4300" y="3243"/>
                </a:lnTo>
                <a:lnTo>
                  <a:pt x="4300" y="2807"/>
                </a:lnTo>
                <a:lnTo>
                  <a:pt x="3789" y="2807"/>
                </a:lnTo>
                <a:close/>
                <a:moveTo>
                  <a:pt x="3247" y="2807"/>
                </a:moveTo>
                <a:lnTo>
                  <a:pt x="3247" y="3243"/>
                </a:lnTo>
                <a:lnTo>
                  <a:pt x="3758" y="3243"/>
                </a:lnTo>
                <a:lnTo>
                  <a:pt x="3758" y="2807"/>
                </a:lnTo>
                <a:lnTo>
                  <a:pt x="3247" y="2807"/>
                </a:lnTo>
                <a:close/>
                <a:moveTo>
                  <a:pt x="2705" y="2807"/>
                </a:moveTo>
                <a:lnTo>
                  <a:pt x="2705" y="3243"/>
                </a:lnTo>
                <a:lnTo>
                  <a:pt x="3216" y="3243"/>
                </a:lnTo>
                <a:lnTo>
                  <a:pt x="3216" y="2807"/>
                </a:lnTo>
                <a:lnTo>
                  <a:pt x="2705" y="2807"/>
                </a:lnTo>
                <a:close/>
                <a:moveTo>
                  <a:pt x="2164" y="2807"/>
                </a:moveTo>
                <a:lnTo>
                  <a:pt x="2164" y="3243"/>
                </a:lnTo>
                <a:lnTo>
                  <a:pt x="2675" y="3243"/>
                </a:lnTo>
                <a:lnTo>
                  <a:pt x="2675" y="2807"/>
                </a:lnTo>
                <a:lnTo>
                  <a:pt x="2164" y="2807"/>
                </a:lnTo>
                <a:close/>
                <a:moveTo>
                  <a:pt x="1622" y="2807"/>
                </a:moveTo>
                <a:lnTo>
                  <a:pt x="1622" y="3243"/>
                </a:lnTo>
                <a:lnTo>
                  <a:pt x="2133" y="3243"/>
                </a:lnTo>
                <a:lnTo>
                  <a:pt x="2133" y="2807"/>
                </a:lnTo>
                <a:lnTo>
                  <a:pt x="1622" y="2807"/>
                </a:lnTo>
                <a:close/>
                <a:moveTo>
                  <a:pt x="1080" y="2807"/>
                </a:moveTo>
                <a:lnTo>
                  <a:pt x="1080" y="3243"/>
                </a:lnTo>
                <a:lnTo>
                  <a:pt x="1591" y="3243"/>
                </a:lnTo>
                <a:lnTo>
                  <a:pt x="1591" y="2807"/>
                </a:lnTo>
                <a:lnTo>
                  <a:pt x="1080" y="2807"/>
                </a:lnTo>
                <a:close/>
                <a:moveTo>
                  <a:pt x="539" y="2807"/>
                </a:moveTo>
                <a:lnTo>
                  <a:pt x="539" y="3243"/>
                </a:lnTo>
                <a:lnTo>
                  <a:pt x="1049" y="3243"/>
                </a:lnTo>
                <a:lnTo>
                  <a:pt x="1049" y="2807"/>
                </a:lnTo>
                <a:lnTo>
                  <a:pt x="539" y="2807"/>
                </a:lnTo>
                <a:close/>
                <a:moveTo>
                  <a:pt x="31" y="2807"/>
                </a:moveTo>
                <a:lnTo>
                  <a:pt x="31" y="3243"/>
                </a:lnTo>
                <a:lnTo>
                  <a:pt x="508" y="3243"/>
                </a:lnTo>
                <a:lnTo>
                  <a:pt x="508" y="2807"/>
                </a:lnTo>
                <a:lnTo>
                  <a:pt x="31" y="2807"/>
                </a:lnTo>
                <a:close/>
                <a:moveTo>
                  <a:pt x="14622" y="2343"/>
                </a:moveTo>
                <a:lnTo>
                  <a:pt x="14622" y="2779"/>
                </a:lnTo>
                <a:lnTo>
                  <a:pt x="15133" y="2779"/>
                </a:lnTo>
                <a:lnTo>
                  <a:pt x="15133" y="2343"/>
                </a:lnTo>
                <a:lnTo>
                  <a:pt x="14622" y="2343"/>
                </a:lnTo>
                <a:close/>
                <a:moveTo>
                  <a:pt x="14081" y="2343"/>
                </a:moveTo>
                <a:lnTo>
                  <a:pt x="14081" y="2779"/>
                </a:lnTo>
                <a:lnTo>
                  <a:pt x="14592" y="2779"/>
                </a:lnTo>
                <a:lnTo>
                  <a:pt x="14592" y="2343"/>
                </a:lnTo>
                <a:lnTo>
                  <a:pt x="14081" y="2343"/>
                </a:lnTo>
                <a:close/>
                <a:moveTo>
                  <a:pt x="13539" y="2343"/>
                </a:moveTo>
                <a:lnTo>
                  <a:pt x="13539" y="2779"/>
                </a:lnTo>
                <a:lnTo>
                  <a:pt x="14050" y="2779"/>
                </a:lnTo>
                <a:lnTo>
                  <a:pt x="14050" y="2343"/>
                </a:lnTo>
                <a:lnTo>
                  <a:pt x="13539" y="2343"/>
                </a:lnTo>
                <a:close/>
                <a:moveTo>
                  <a:pt x="12997" y="2343"/>
                </a:moveTo>
                <a:lnTo>
                  <a:pt x="12997" y="2779"/>
                </a:lnTo>
                <a:lnTo>
                  <a:pt x="13508" y="2779"/>
                </a:lnTo>
                <a:lnTo>
                  <a:pt x="13508" y="2343"/>
                </a:lnTo>
                <a:lnTo>
                  <a:pt x="12997" y="2343"/>
                </a:lnTo>
                <a:close/>
                <a:moveTo>
                  <a:pt x="12456" y="2343"/>
                </a:moveTo>
                <a:lnTo>
                  <a:pt x="12456" y="2779"/>
                </a:lnTo>
                <a:lnTo>
                  <a:pt x="12967" y="2779"/>
                </a:lnTo>
                <a:lnTo>
                  <a:pt x="12967" y="2343"/>
                </a:lnTo>
                <a:lnTo>
                  <a:pt x="12456" y="2343"/>
                </a:lnTo>
                <a:close/>
                <a:moveTo>
                  <a:pt x="11914" y="2343"/>
                </a:moveTo>
                <a:lnTo>
                  <a:pt x="11914" y="2779"/>
                </a:lnTo>
                <a:lnTo>
                  <a:pt x="12425" y="2779"/>
                </a:lnTo>
                <a:lnTo>
                  <a:pt x="12425" y="2343"/>
                </a:lnTo>
                <a:lnTo>
                  <a:pt x="11914" y="2343"/>
                </a:lnTo>
                <a:close/>
                <a:moveTo>
                  <a:pt x="11372" y="2343"/>
                </a:moveTo>
                <a:lnTo>
                  <a:pt x="11372" y="2779"/>
                </a:lnTo>
                <a:lnTo>
                  <a:pt x="11883" y="2779"/>
                </a:lnTo>
                <a:lnTo>
                  <a:pt x="11883" y="2343"/>
                </a:lnTo>
                <a:lnTo>
                  <a:pt x="11372" y="2343"/>
                </a:lnTo>
                <a:close/>
                <a:moveTo>
                  <a:pt x="10831" y="2343"/>
                </a:moveTo>
                <a:lnTo>
                  <a:pt x="10831" y="2779"/>
                </a:lnTo>
                <a:lnTo>
                  <a:pt x="11341" y="2779"/>
                </a:lnTo>
                <a:lnTo>
                  <a:pt x="11341" y="2343"/>
                </a:lnTo>
                <a:lnTo>
                  <a:pt x="10831" y="2343"/>
                </a:lnTo>
                <a:close/>
                <a:moveTo>
                  <a:pt x="10289" y="2343"/>
                </a:moveTo>
                <a:lnTo>
                  <a:pt x="10289" y="2779"/>
                </a:lnTo>
                <a:lnTo>
                  <a:pt x="10800" y="2779"/>
                </a:lnTo>
                <a:lnTo>
                  <a:pt x="10800" y="2343"/>
                </a:lnTo>
                <a:lnTo>
                  <a:pt x="10289" y="2343"/>
                </a:lnTo>
                <a:close/>
                <a:moveTo>
                  <a:pt x="9747" y="2343"/>
                </a:moveTo>
                <a:lnTo>
                  <a:pt x="9747" y="2779"/>
                </a:lnTo>
                <a:lnTo>
                  <a:pt x="10258" y="2779"/>
                </a:lnTo>
                <a:lnTo>
                  <a:pt x="10258" y="2343"/>
                </a:lnTo>
                <a:lnTo>
                  <a:pt x="9747" y="2343"/>
                </a:lnTo>
                <a:close/>
                <a:moveTo>
                  <a:pt x="9206" y="2343"/>
                </a:moveTo>
                <a:lnTo>
                  <a:pt x="9206" y="2779"/>
                </a:lnTo>
                <a:lnTo>
                  <a:pt x="9716" y="2779"/>
                </a:lnTo>
                <a:lnTo>
                  <a:pt x="9716" y="2343"/>
                </a:lnTo>
                <a:lnTo>
                  <a:pt x="9206" y="2343"/>
                </a:lnTo>
                <a:close/>
                <a:moveTo>
                  <a:pt x="8664" y="2343"/>
                </a:moveTo>
                <a:lnTo>
                  <a:pt x="8664" y="2779"/>
                </a:lnTo>
                <a:lnTo>
                  <a:pt x="9175" y="2779"/>
                </a:lnTo>
                <a:lnTo>
                  <a:pt x="9175" y="2343"/>
                </a:lnTo>
                <a:lnTo>
                  <a:pt x="8664" y="2343"/>
                </a:lnTo>
                <a:close/>
                <a:moveTo>
                  <a:pt x="8122" y="2343"/>
                </a:moveTo>
                <a:lnTo>
                  <a:pt x="8122" y="2779"/>
                </a:lnTo>
                <a:lnTo>
                  <a:pt x="8633" y="2779"/>
                </a:lnTo>
                <a:lnTo>
                  <a:pt x="8633" y="2343"/>
                </a:lnTo>
                <a:lnTo>
                  <a:pt x="8122" y="2343"/>
                </a:lnTo>
                <a:close/>
                <a:moveTo>
                  <a:pt x="7581" y="2343"/>
                </a:moveTo>
                <a:lnTo>
                  <a:pt x="7581" y="2779"/>
                </a:lnTo>
                <a:lnTo>
                  <a:pt x="8091" y="2779"/>
                </a:lnTo>
                <a:lnTo>
                  <a:pt x="8091" y="2343"/>
                </a:lnTo>
                <a:lnTo>
                  <a:pt x="7581" y="2343"/>
                </a:lnTo>
                <a:close/>
                <a:moveTo>
                  <a:pt x="7039" y="2343"/>
                </a:moveTo>
                <a:lnTo>
                  <a:pt x="7039" y="2779"/>
                </a:lnTo>
                <a:lnTo>
                  <a:pt x="7550" y="2779"/>
                </a:lnTo>
                <a:lnTo>
                  <a:pt x="7550" y="2343"/>
                </a:lnTo>
                <a:lnTo>
                  <a:pt x="7039" y="2343"/>
                </a:lnTo>
                <a:close/>
                <a:moveTo>
                  <a:pt x="6497" y="2343"/>
                </a:moveTo>
                <a:lnTo>
                  <a:pt x="6497" y="2779"/>
                </a:lnTo>
                <a:lnTo>
                  <a:pt x="7008" y="2779"/>
                </a:lnTo>
                <a:lnTo>
                  <a:pt x="7008" y="2343"/>
                </a:lnTo>
                <a:lnTo>
                  <a:pt x="6497" y="2343"/>
                </a:lnTo>
                <a:close/>
                <a:moveTo>
                  <a:pt x="5955" y="2343"/>
                </a:moveTo>
                <a:lnTo>
                  <a:pt x="5955" y="2779"/>
                </a:lnTo>
                <a:lnTo>
                  <a:pt x="6466" y="2779"/>
                </a:lnTo>
                <a:lnTo>
                  <a:pt x="6466" y="2343"/>
                </a:lnTo>
                <a:lnTo>
                  <a:pt x="5955" y="2343"/>
                </a:lnTo>
                <a:close/>
                <a:moveTo>
                  <a:pt x="5414" y="2343"/>
                </a:moveTo>
                <a:lnTo>
                  <a:pt x="5414" y="2779"/>
                </a:lnTo>
                <a:lnTo>
                  <a:pt x="5925" y="2779"/>
                </a:lnTo>
                <a:lnTo>
                  <a:pt x="5925" y="2343"/>
                </a:lnTo>
                <a:lnTo>
                  <a:pt x="5414" y="2343"/>
                </a:lnTo>
                <a:close/>
                <a:moveTo>
                  <a:pt x="4872" y="2343"/>
                </a:moveTo>
                <a:lnTo>
                  <a:pt x="4872" y="2779"/>
                </a:lnTo>
                <a:lnTo>
                  <a:pt x="5383" y="2779"/>
                </a:lnTo>
                <a:lnTo>
                  <a:pt x="5383" y="2343"/>
                </a:lnTo>
                <a:lnTo>
                  <a:pt x="4872" y="2343"/>
                </a:lnTo>
                <a:close/>
                <a:moveTo>
                  <a:pt x="4330" y="2343"/>
                </a:moveTo>
                <a:lnTo>
                  <a:pt x="4330" y="2779"/>
                </a:lnTo>
                <a:lnTo>
                  <a:pt x="4841" y="2779"/>
                </a:lnTo>
                <a:lnTo>
                  <a:pt x="4841" y="2343"/>
                </a:lnTo>
                <a:lnTo>
                  <a:pt x="4330" y="2343"/>
                </a:lnTo>
                <a:close/>
                <a:moveTo>
                  <a:pt x="3789" y="2343"/>
                </a:moveTo>
                <a:lnTo>
                  <a:pt x="3789" y="2779"/>
                </a:lnTo>
                <a:lnTo>
                  <a:pt x="4300" y="2779"/>
                </a:lnTo>
                <a:lnTo>
                  <a:pt x="4300" y="2343"/>
                </a:lnTo>
                <a:lnTo>
                  <a:pt x="3789" y="2343"/>
                </a:lnTo>
                <a:close/>
                <a:moveTo>
                  <a:pt x="3247" y="2343"/>
                </a:moveTo>
                <a:lnTo>
                  <a:pt x="3247" y="2779"/>
                </a:lnTo>
                <a:lnTo>
                  <a:pt x="3758" y="2779"/>
                </a:lnTo>
                <a:lnTo>
                  <a:pt x="3758" y="2343"/>
                </a:lnTo>
                <a:lnTo>
                  <a:pt x="3247" y="2343"/>
                </a:lnTo>
                <a:close/>
                <a:moveTo>
                  <a:pt x="2705" y="2343"/>
                </a:moveTo>
                <a:lnTo>
                  <a:pt x="2705" y="2779"/>
                </a:lnTo>
                <a:lnTo>
                  <a:pt x="3216" y="2779"/>
                </a:lnTo>
                <a:lnTo>
                  <a:pt x="3216" y="2343"/>
                </a:lnTo>
                <a:lnTo>
                  <a:pt x="2705" y="2343"/>
                </a:lnTo>
                <a:close/>
                <a:moveTo>
                  <a:pt x="2164" y="2343"/>
                </a:moveTo>
                <a:lnTo>
                  <a:pt x="2164" y="2779"/>
                </a:lnTo>
                <a:lnTo>
                  <a:pt x="2675" y="2779"/>
                </a:lnTo>
                <a:lnTo>
                  <a:pt x="2675" y="2343"/>
                </a:lnTo>
                <a:lnTo>
                  <a:pt x="2164" y="2343"/>
                </a:lnTo>
                <a:close/>
                <a:moveTo>
                  <a:pt x="1622" y="2343"/>
                </a:moveTo>
                <a:lnTo>
                  <a:pt x="1622" y="2779"/>
                </a:lnTo>
                <a:lnTo>
                  <a:pt x="2133" y="2779"/>
                </a:lnTo>
                <a:lnTo>
                  <a:pt x="2133" y="2343"/>
                </a:lnTo>
                <a:lnTo>
                  <a:pt x="1622" y="2343"/>
                </a:lnTo>
                <a:close/>
                <a:moveTo>
                  <a:pt x="1080" y="2343"/>
                </a:moveTo>
                <a:lnTo>
                  <a:pt x="1080" y="2779"/>
                </a:lnTo>
                <a:lnTo>
                  <a:pt x="1591" y="2779"/>
                </a:lnTo>
                <a:lnTo>
                  <a:pt x="1591" y="2343"/>
                </a:lnTo>
                <a:lnTo>
                  <a:pt x="1080" y="2343"/>
                </a:lnTo>
                <a:close/>
                <a:moveTo>
                  <a:pt x="539" y="2343"/>
                </a:moveTo>
                <a:lnTo>
                  <a:pt x="539" y="2779"/>
                </a:lnTo>
                <a:lnTo>
                  <a:pt x="1049" y="2779"/>
                </a:lnTo>
                <a:lnTo>
                  <a:pt x="1049" y="2343"/>
                </a:lnTo>
                <a:lnTo>
                  <a:pt x="539" y="2343"/>
                </a:lnTo>
                <a:close/>
                <a:moveTo>
                  <a:pt x="31" y="2343"/>
                </a:moveTo>
                <a:lnTo>
                  <a:pt x="31" y="2779"/>
                </a:lnTo>
                <a:lnTo>
                  <a:pt x="508" y="2779"/>
                </a:lnTo>
                <a:lnTo>
                  <a:pt x="508" y="2343"/>
                </a:lnTo>
                <a:lnTo>
                  <a:pt x="31" y="2343"/>
                </a:lnTo>
                <a:close/>
                <a:moveTo>
                  <a:pt x="14622" y="1879"/>
                </a:moveTo>
                <a:lnTo>
                  <a:pt x="14622" y="2315"/>
                </a:lnTo>
                <a:lnTo>
                  <a:pt x="15133" y="2315"/>
                </a:lnTo>
                <a:lnTo>
                  <a:pt x="15133" y="1879"/>
                </a:lnTo>
                <a:lnTo>
                  <a:pt x="14622" y="1879"/>
                </a:lnTo>
                <a:close/>
                <a:moveTo>
                  <a:pt x="14081" y="1879"/>
                </a:moveTo>
                <a:lnTo>
                  <a:pt x="14081" y="2315"/>
                </a:lnTo>
                <a:lnTo>
                  <a:pt x="14592" y="2315"/>
                </a:lnTo>
                <a:lnTo>
                  <a:pt x="14592" y="1879"/>
                </a:lnTo>
                <a:lnTo>
                  <a:pt x="14081" y="1879"/>
                </a:lnTo>
                <a:close/>
                <a:moveTo>
                  <a:pt x="13539" y="1879"/>
                </a:moveTo>
                <a:lnTo>
                  <a:pt x="13539" y="2315"/>
                </a:lnTo>
                <a:lnTo>
                  <a:pt x="14050" y="2315"/>
                </a:lnTo>
                <a:lnTo>
                  <a:pt x="14050" y="1879"/>
                </a:lnTo>
                <a:lnTo>
                  <a:pt x="13539" y="1879"/>
                </a:lnTo>
                <a:close/>
                <a:moveTo>
                  <a:pt x="12997" y="1879"/>
                </a:moveTo>
                <a:lnTo>
                  <a:pt x="12997" y="2315"/>
                </a:lnTo>
                <a:lnTo>
                  <a:pt x="13508" y="2315"/>
                </a:lnTo>
                <a:lnTo>
                  <a:pt x="13508" y="1879"/>
                </a:lnTo>
                <a:lnTo>
                  <a:pt x="12997" y="1879"/>
                </a:lnTo>
                <a:close/>
                <a:moveTo>
                  <a:pt x="12456" y="1879"/>
                </a:moveTo>
                <a:lnTo>
                  <a:pt x="12456" y="2315"/>
                </a:lnTo>
                <a:lnTo>
                  <a:pt x="12967" y="2315"/>
                </a:lnTo>
                <a:lnTo>
                  <a:pt x="12967" y="1879"/>
                </a:lnTo>
                <a:lnTo>
                  <a:pt x="12456" y="1879"/>
                </a:lnTo>
                <a:close/>
                <a:moveTo>
                  <a:pt x="11914" y="1879"/>
                </a:moveTo>
                <a:lnTo>
                  <a:pt x="11914" y="2315"/>
                </a:lnTo>
                <a:lnTo>
                  <a:pt x="12425" y="2315"/>
                </a:lnTo>
                <a:lnTo>
                  <a:pt x="12425" y="1879"/>
                </a:lnTo>
                <a:lnTo>
                  <a:pt x="11914" y="1879"/>
                </a:lnTo>
                <a:close/>
                <a:moveTo>
                  <a:pt x="11372" y="1879"/>
                </a:moveTo>
                <a:lnTo>
                  <a:pt x="11372" y="2315"/>
                </a:lnTo>
                <a:lnTo>
                  <a:pt x="11883" y="2315"/>
                </a:lnTo>
                <a:lnTo>
                  <a:pt x="11883" y="1879"/>
                </a:lnTo>
                <a:lnTo>
                  <a:pt x="11372" y="1879"/>
                </a:lnTo>
                <a:close/>
                <a:moveTo>
                  <a:pt x="10831" y="1879"/>
                </a:moveTo>
                <a:lnTo>
                  <a:pt x="10831" y="2315"/>
                </a:lnTo>
                <a:lnTo>
                  <a:pt x="11341" y="2315"/>
                </a:lnTo>
                <a:lnTo>
                  <a:pt x="11341" y="1879"/>
                </a:lnTo>
                <a:lnTo>
                  <a:pt x="10831" y="1879"/>
                </a:lnTo>
                <a:close/>
                <a:moveTo>
                  <a:pt x="10289" y="1879"/>
                </a:moveTo>
                <a:lnTo>
                  <a:pt x="10289" y="2315"/>
                </a:lnTo>
                <a:lnTo>
                  <a:pt x="10800" y="2315"/>
                </a:lnTo>
                <a:lnTo>
                  <a:pt x="10800" y="1879"/>
                </a:lnTo>
                <a:lnTo>
                  <a:pt x="10289" y="1879"/>
                </a:lnTo>
                <a:close/>
                <a:moveTo>
                  <a:pt x="9747" y="1879"/>
                </a:moveTo>
                <a:lnTo>
                  <a:pt x="9747" y="2315"/>
                </a:lnTo>
                <a:lnTo>
                  <a:pt x="10258" y="2315"/>
                </a:lnTo>
                <a:lnTo>
                  <a:pt x="10258" y="1879"/>
                </a:lnTo>
                <a:lnTo>
                  <a:pt x="9747" y="1879"/>
                </a:lnTo>
                <a:close/>
                <a:moveTo>
                  <a:pt x="9206" y="1879"/>
                </a:moveTo>
                <a:lnTo>
                  <a:pt x="9206" y="2315"/>
                </a:lnTo>
                <a:lnTo>
                  <a:pt x="9716" y="2315"/>
                </a:lnTo>
                <a:lnTo>
                  <a:pt x="9716" y="1879"/>
                </a:lnTo>
                <a:lnTo>
                  <a:pt x="9206" y="1879"/>
                </a:lnTo>
                <a:close/>
                <a:moveTo>
                  <a:pt x="8664" y="1879"/>
                </a:moveTo>
                <a:lnTo>
                  <a:pt x="8664" y="2315"/>
                </a:lnTo>
                <a:lnTo>
                  <a:pt x="9175" y="2315"/>
                </a:lnTo>
                <a:lnTo>
                  <a:pt x="9175" y="1879"/>
                </a:lnTo>
                <a:lnTo>
                  <a:pt x="8664" y="1879"/>
                </a:lnTo>
                <a:close/>
                <a:moveTo>
                  <a:pt x="8122" y="1879"/>
                </a:moveTo>
                <a:lnTo>
                  <a:pt x="8122" y="2315"/>
                </a:lnTo>
                <a:lnTo>
                  <a:pt x="8633" y="2315"/>
                </a:lnTo>
                <a:lnTo>
                  <a:pt x="8633" y="1879"/>
                </a:lnTo>
                <a:lnTo>
                  <a:pt x="8122" y="1879"/>
                </a:lnTo>
                <a:close/>
                <a:moveTo>
                  <a:pt x="7581" y="1879"/>
                </a:moveTo>
                <a:lnTo>
                  <a:pt x="7581" y="2315"/>
                </a:lnTo>
                <a:lnTo>
                  <a:pt x="8091" y="2315"/>
                </a:lnTo>
                <a:lnTo>
                  <a:pt x="8091" y="1879"/>
                </a:lnTo>
                <a:lnTo>
                  <a:pt x="7581" y="1879"/>
                </a:lnTo>
                <a:close/>
                <a:moveTo>
                  <a:pt x="7039" y="1879"/>
                </a:moveTo>
                <a:lnTo>
                  <a:pt x="7039" y="2315"/>
                </a:lnTo>
                <a:lnTo>
                  <a:pt x="7550" y="2315"/>
                </a:lnTo>
                <a:lnTo>
                  <a:pt x="7550" y="1879"/>
                </a:lnTo>
                <a:lnTo>
                  <a:pt x="7039" y="1879"/>
                </a:lnTo>
                <a:close/>
                <a:moveTo>
                  <a:pt x="6497" y="1879"/>
                </a:moveTo>
                <a:lnTo>
                  <a:pt x="6497" y="2315"/>
                </a:lnTo>
                <a:lnTo>
                  <a:pt x="7008" y="2315"/>
                </a:lnTo>
                <a:lnTo>
                  <a:pt x="7008" y="1879"/>
                </a:lnTo>
                <a:lnTo>
                  <a:pt x="6497" y="1879"/>
                </a:lnTo>
                <a:close/>
                <a:moveTo>
                  <a:pt x="5955" y="1879"/>
                </a:moveTo>
                <a:lnTo>
                  <a:pt x="5955" y="2315"/>
                </a:lnTo>
                <a:lnTo>
                  <a:pt x="6466" y="2315"/>
                </a:lnTo>
                <a:lnTo>
                  <a:pt x="6466" y="1879"/>
                </a:lnTo>
                <a:lnTo>
                  <a:pt x="5955" y="1879"/>
                </a:lnTo>
                <a:close/>
                <a:moveTo>
                  <a:pt x="5414" y="1879"/>
                </a:moveTo>
                <a:lnTo>
                  <a:pt x="5414" y="2315"/>
                </a:lnTo>
                <a:lnTo>
                  <a:pt x="5925" y="2315"/>
                </a:lnTo>
                <a:lnTo>
                  <a:pt x="5925" y="1879"/>
                </a:lnTo>
                <a:lnTo>
                  <a:pt x="5414" y="1879"/>
                </a:lnTo>
                <a:close/>
                <a:moveTo>
                  <a:pt x="4872" y="1879"/>
                </a:moveTo>
                <a:lnTo>
                  <a:pt x="4872" y="2315"/>
                </a:lnTo>
                <a:lnTo>
                  <a:pt x="5383" y="2315"/>
                </a:lnTo>
                <a:lnTo>
                  <a:pt x="5383" y="1879"/>
                </a:lnTo>
                <a:lnTo>
                  <a:pt x="4872" y="1879"/>
                </a:lnTo>
                <a:close/>
                <a:moveTo>
                  <a:pt x="4330" y="1879"/>
                </a:moveTo>
                <a:lnTo>
                  <a:pt x="4330" y="2315"/>
                </a:lnTo>
                <a:lnTo>
                  <a:pt x="4841" y="2315"/>
                </a:lnTo>
                <a:lnTo>
                  <a:pt x="4841" y="1879"/>
                </a:lnTo>
                <a:lnTo>
                  <a:pt x="4330" y="1879"/>
                </a:lnTo>
                <a:close/>
                <a:moveTo>
                  <a:pt x="3789" y="1879"/>
                </a:moveTo>
                <a:lnTo>
                  <a:pt x="3789" y="2315"/>
                </a:lnTo>
                <a:lnTo>
                  <a:pt x="4300" y="2315"/>
                </a:lnTo>
                <a:lnTo>
                  <a:pt x="4300" y="1879"/>
                </a:lnTo>
                <a:lnTo>
                  <a:pt x="3789" y="1879"/>
                </a:lnTo>
                <a:close/>
                <a:moveTo>
                  <a:pt x="3247" y="1879"/>
                </a:moveTo>
                <a:lnTo>
                  <a:pt x="3247" y="2315"/>
                </a:lnTo>
                <a:lnTo>
                  <a:pt x="3758" y="2315"/>
                </a:lnTo>
                <a:lnTo>
                  <a:pt x="3758" y="1879"/>
                </a:lnTo>
                <a:lnTo>
                  <a:pt x="3247" y="1879"/>
                </a:lnTo>
                <a:close/>
                <a:moveTo>
                  <a:pt x="2705" y="1879"/>
                </a:moveTo>
                <a:lnTo>
                  <a:pt x="2705" y="2315"/>
                </a:lnTo>
                <a:lnTo>
                  <a:pt x="3216" y="2315"/>
                </a:lnTo>
                <a:lnTo>
                  <a:pt x="3216" y="1879"/>
                </a:lnTo>
                <a:lnTo>
                  <a:pt x="2705" y="1879"/>
                </a:lnTo>
                <a:close/>
                <a:moveTo>
                  <a:pt x="2164" y="1879"/>
                </a:moveTo>
                <a:lnTo>
                  <a:pt x="2164" y="2315"/>
                </a:lnTo>
                <a:lnTo>
                  <a:pt x="2675" y="2315"/>
                </a:lnTo>
                <a:lnTo>
                  <a:pt x="2675" y="1879"/>
                </a:lnTo>
                <a:lnTo>
                  <a:pt x="2164" y="1879"/>
                </a:lnTo>
                <a:close/>
                <a:moveTo>
                  <a:pt x="1622" y="1879"/>
                </a:moveTo>
                <a:lnTo>
                  <a:pt x="1622" y="2315"/>
                </a:lnTo>
                <a:lnTo>
                  <a:pt x="2133" y="2315"/>
                </a:lnTo>
                <a:lnTo>
                  <a:pt x="2133" y="1879"/>
                </a:lnTo>
                <a:lnTo>
                  <a:pt x="1622" y="1879"/>
                </a:lnTo>
                <a:close/>
                <a:moveTo>
                  <a:pt x="1080" y="1879"/>
                </a:moveTo>
                <a:lnTo>
                  <a:pt x="1080" y="2315"/>
                </a:lnTo>
                <a:lnTo>
                  <a:pt x="1591" y="2315"/>
                </a:lnTo>
                <a:lnTo>
                  <a:pt x="1591" y="1879"/>
                </a:lnTo>
                <a:lnTo>
                  <a:pt x="1080" y="1879"/>
                </a:lnTo>
                <a:close/>
                <a:moveTo>
                  <a:pt x="539" y="1879"/>
                </a:moveTo>
                <a:lnTo>
                  <a:pt x="539" y="2315"/>
                </a:lnTo>
                <a:lnTo>
                  <a:pt x="1049" y="2315"/>
                </a:lnTo>
                <a:lnTo>
                  <a:pt x="1049" y="1879"/>
                </a:lnTo>
                <a:lnTo>
                  <a:pt x="539" y="1879"/>
                </a:lnTo>
                <a:close/>
                <a:moveTo>
                  <a:pt x="31" y="1879"/>
                </a:moveTo>
                <a:lnTo>
                  <a:pt x="31" y="2315"/>
                </a:lnTo>
                <a:lnTo>
                  <a:pt x="508" y="2315"/>
                </a:lnTo>
                <a:lnTo>
                  <a:pt x="508" y="1879"/>
                </a:lnTo>
                <a:lnTo>
                  <a:pt x="31" y="1879"/>
                </a:lnTo>
                <a:close/>
                <a:moveTo>
                  <a:pt x="14622" y="1416"/>
                </a:moveTo>
                <a:lnTo>
                  <a:pt x="14622" y="1851"/>
                </a:lnTo>
                <a:lnTo>
                  <a:pt x="15133" y="1851"/>
                </a:lnTo>
                <a:lnTo>
                  <a:pt x="15133" y="1416"/>
                </a:lnTo>
                <a:lnTo>
                  <a:pt x="14622" y="1416"/>
                </a:lnTo>
                <a:close/>
                <a:moveTo>
                  <a:pt x="14081" y="1416"/>
                </a:moveTo>
                <a:lnTo>
                  <a:pt x="14081" y="1851"/>
                </a:lnTo>
                <a:lnTo>
                  <a:pt x="14592" y="1851"/>
                </a:lnTo>
                <a:lnTo>
                  <a:pt x="14592" y="1416"/>
                </a:lnTo>
                <a:lnTo>
                  <a:pt x="14081" y="1416"/>
                </a:lnTo>
                <a:close/>
                <a:moveTo>
                  <a:pt x="13539" y="1416"/>
                </a:moveTo>
                <a:lnTo>
                  <a:pt x="13539" y="1851"/>
                </a:lnTo>
                <a:lnTo>
                  <a:pt x="14050" y="1851"/>
                </a:lnTo>
                <a:lnTo>
                  <a:pt x="14050" y="1416"/>
                </a:lnTo>
                <a:lnTo>
                  <a:pt x="13539" y="1416"/>
                </a:lnTo>
                <a:close/>
                <a:moveTo>
                  <a:pt x="12997" y="1416"/>
                </a:moveTo>
                <a:lnTo>
                  <a:pt x="12997" y="1851"/>
                </a:lnTo>
                <a:lnTo>
                  <a:pt x="13508" y="1851"/>
                </a:lnTo>
                <a:lnTo>
                  <a:pt x="13508" y="1416"/>
                </a:lnTo>
                <a:lnTo>
                  <a:pt x="12997" y="1416"/>
                </a:lnTo>
                <a:close/>
                <a:moveTo>
                  <a:pt x="12456" y="1416"/>
                </a:moveTo>
                <a:lnTo>
                  <a:pt x="12456" y="1851"/>
                </a:lnTo>
                <a:lnTo>
                  <a:pt x="12967" y="1851"/>
                </a:lnTo>
                <a:lnTo>
                  <a:pt x="12967" y="1416"/>
                </a:lnTo>
                <a:lnTo>
                  <a:pt x="12456" y="1416"/>
                </a:lnTo>
                <a:close/>
                <a:moveTo>
                  <a:pt x="11914" y="1416"/>
                </a:moveTo>
                <a:lnTo>
                  <a:pt x="11914" y="1851"/>
                </a:lnTo>
                <a:lnTo>
                  <a:pt x="12425" y="1851"/>
                </a:lnTo>
                <a:lnTo>
                  <a:pt x="12425" y="1416"/>
                </a:lnTo>
                <a:lnTo>
                  <a:pt x="11914" y="1416"/>
                </a:lnTo>
                <a:close/>
                <a:moveTo>
                  <a:pt x="11372" y="1416"/>
                </a:moveTo>
                <a:lnTo>
                  <a:pt x="11372" y="1851"/>
                </a:lnTo>
                <a:lnTo>
                  <a:pt x="11883" y="1851"/>
                </a:lnTo>
                <a:lnTo>
                  <a:pt x="11883" y="1416"/>
                </a:lnTo>
                <a:lnTo>
                  <a:pt x="11372" y="1416"/>
                </a:lnTo>
                <a:close/>
                <a:moveTo>
                  <a:pt x="10831" y="1416"/>
                </a:moveTo>
                <a:lnTo>
                  <a:pt x="10831" y="1851"/>
                </a:lnTo>
                <a:lnTo>
                  <a:pt x="11341" y="1851"/>
                </a:lnTo>
                <a:lnTo>
                  <a:pt x="11341" y="1416"/>
                </a:lnTo>
                <a:lnTo>
                  <a:pt x="10831" y="1416"/>
                </a:lnTo>
                <a:close/>
                <a:moveTo>
                  <a:pt x="10289" y="1416"/>
                </a:moveTo>
                <a:lnTo>
                  <a:pt x="10289" y="1851"/>
                </a:lnTo>
                <a:lnTo>
                  <a:pt x="10800" y="1851"/>
                </a:lnTo>
                <a:lnTo>
                  <a:pt x="10800" y="1416"/>
                </a:lnTo>
                <a:lnTo>
                  <a:pt x="10289" y="1416"/>
                </a:lnTo>
                <a:close/>
                <a:moveTo>
                  <a:pt x="9747" y="1416"/>
                </a:moveTo>
                <a:lnTo>
                  <a:pt x="9747" y="1851"/>
                </a:lnTo>
                <a:lnTo>
                  <a:pt x="10258" y="1851"/>
                </a:lnTo>
                <a:lnTo>
                  <a:pt x="10258" y="1416"/>
                </a:lnTo>
                <a:lnTo>
                  <a:pt x="9747" y="1416"/>
                </a:lnTo>
                <a:close/>
                <a:moveTo>
                  <a:pt x="9206" y="1416"/>
                </a:moveTo>
                <a:lnTo>
                  <a:pt x="9206" y="1851"/>
                </a:lnTo>
                <a:lnTo>
                  <a:pt x="9716" y="1851"/>
                </a:lnTo>
                <a:lnTo>
                  <a:pt x="9716" y="1416"/>
                </a:lnTo>
                <a:lnTo>
                  <a:pt x="9206" y="1416"/>
                </a:lnTo>
                <a:close/>
                <a:moveTo>
                  <a:pt x="8664" y="1416"/>
                </a:moveTo>
                <a:lnTo>
                  <a:pt x="8664" y="1851"/>
                </a:lnTo>
                <a:lnTo>
                  <a:pt x="9175" y="1851"/>
                </a:lnTo>
                <a:lnTo>
                  <a:pt x="9175" y="1416"/>
                </a:lnTo>
                <a:lnTo>
                  <a:pt x="8664" y="1416"/>
                </a:lnTo>
                <a:close/>
                <a:moveTo>
                  <a:pt x="8122" y="1416"/>
                </a:moveTo>
                <a:lnTo>
                  <a:pt x="8122" y="1851"/>
                </a:lnTo>
                <a:lnTo>
                  <a:pt x="8633" y="1851"/>
                </a:lnTo>
                <a:lnTo>
                  <a:pt x="8633" y="1416"/>
                </a:lnTo>
                <a:lnTo>
                  <a:pt x="8122" y="1416"/>
                </a:lnTo>
                <a:close/>
                <a:moveTo>
                  <a:pt x="7581" y="1416"/>
                </a:moveTo>
                <a:lnTo>
                  <a:pt x="7581" y="1851"/>
                </a:lnTo>
                <a:lnTo>
                  <a:pt x="8091" y="1851"/>
                </a:lnTo>
                <a:lnTo>
                  <a:pt x="8091" y="1416"/>
                </a:lnTo>
                <a:lnTo>
                  <a:pt x="7581" y="1416"/>
                </a:lnTo>
                <a:close/>
                <a:moveTo>
                  <a:pt x="7039" y="1416"/>
                </a:moveTo>
                <a:lnTo>
                  <a:pt x="7039" y="1851"/>
                </a:lnTo>
                <a:lnTo>
                  <a:pt x="7550" y="1851"/>
                </a:lnTo>
                <a:lnTo>
                  <a:pt x="7550" y="1416"/>
                </a:lnTo>
                <a:lnTo>
                  <a:pt x="7039" y="1416"/>
                </a:lnTo>
                <a:close/>
                <a:moveTo>
                  <a:pt x="6497" y="1416"/>
                </a:moveTo>
                <a:lnTo>
                  <a:pt x="6497" y="1851"/>
                </a:lnTo>
                <a:lnTo>
                  <a:pt x="7008" y="1851"/>
                </a:lnTo>
                <a:lnTo>
                  <a:pt x="7008" y="1416"/>
                </a:lnTo>
                <a:lnTo>
                  <a:pt x="6497" y="1416"/>
                </a:lnTo>
                <a:close/>
                <a:moveTo>
                  <a:pt x="5955" y="1416"/>
                </a:moveTo>
                <a:lnTo>
                  <a:pt x="5955" y="1851"/>
                </a:lnTo>
                <a:lnTo>
                  <a:pt x="6466" y="1851"/>
                </a:lnTo>
                <a:lnTo>
                  <a:pt x="6466" y="1416"/>
                </a:lnTo>
                <a:lnTo>
                  <a:pt x="5955" y="1416"/>
                </a:lnTo>
                <a:close/>
                <a:moveTo>
                  <a:pt x="5414" y="1416"/>
                </a:moveTo>
                <a:lnTo>
                  <a:pt x="5414" y="1851"/>
                </a:lnTo>
                <a:lnTo>
                  <a:pt x="5925" y="1851"/>
                </a:lnTo>
                <a:lnTo>
                  <a:pt x="5925" y="1416"/>
                </a:lnTo>
                <a:lnTo>
                  <a:pt x="5414" y="1416"/>
                </a:lnTo>
                <a:close/>
                <a:moveTo>
                  <a:pt x="4872" y="1416"/>
                </a:moveTo>
                <a:lnTo>
                  <a:pt x="4872" y="1851"/>
                </a:lnTo>
                <a:lnTo>
                  <a:pt x="5383" y="1851"/>
                </a:lnTo>
                <a:lnTo>
                  <a:pt x="5383" y="1416"/>
                </a:lnTo>
                <a:lnTo>
                  <a:pt x="4872" y="1416"/>
                </a:lnTo>
                <a:close/>
                <a:moveTo>
                  <a:pt x="4330" y="1416"/>
                </a:moveTo>
                <a:lnTo>
                  <a:pt x="4330" y="1851"/>
                </a:lnTo>
                <a:lnTo>
                  <a:pt x="4841" y="1851"/>
                </a:lnTo>
                <a:lnTo>
                  <a:pt x="4841" y="1416"/>
                </a:lnTo>
                <a:lnTo>
                  <a:pt x="4330" y="1416"/>
                </a:lnTo>
                <a:close/>
                <a:moveTo>
                  <a:pt x="3789" y="1416"/>
                </a:moveTo>
                <a:lnTo>
                  <a:pt x="3789" y="1851"/>
                </a:lnTo>
                <a:lnTo>
                  <a:pt x="4300" y="1851"/>
                </a:lnTo>
                <a:lnTo>
                  <a:pt x="4300" y="1416"/>
                </a:lnTo>
                <a:lnTo>
                  <a:pt x="3789" y="1416"/>
                </a:lnTo>
                <a:close/>
                <a:moveTo>
                  <a:pt x="3247" y="1416"/>
                </a:moveTo>
                <a:lnTo>
                  <a:pt x="3247" y="1851"/>
                </a:lnTo>
                <a:lnTo>
                  <a:pt x="3758" y="1851"/>
                </a:lnTo>
                <a:lnTo>
                  <a:pt x="3758" y="1416"/>
                </a:lnTo>
                <a:lnTo>
                  <a:pt x="3247" y="1416"/>
                </a:lnTo>
                <a:close/>
                <a:moveTo>
                  <a:pt x="2705" y="1416"/>
                </a:moveTo>
                <a:lnTo>
                  <a:pt x="2705" y="1851"/>
                </a:lnTo>
                <a:lnTo>
                  <a:pt x="3216" y="1851"/>
                </a:lnTo>
                <a:lnTo>
                  <a:pt x="3216" y="1416"/>
                </a:lnTo>
                <a:lnTo>
                  <a:pt x="2705" y="1416"/>
                </a:lnTo>
                <a:close/>
                <a:moveTo>
                  <a:pt x="2164" y="1416"/>
                </a:moveTo>
                <a:lnTo>
                  <a:pt x="2164" y="1851"/>
                </a:lnTo>
                <a:lnTo>
                  <a:pt x="2675" y="1851"/>
                </a:lnTo>
                <a:lnTo>
                  <a:pt x="2675" y="1416"/>
                </a:lnTo>
                <a:lnTo>
                  <a:pt x="2164" y="1416"/>
                </a:lnTo>
                <a:close/>
                <a:moveTo>
                  <a:pt x="1622" y="1416"/>
                </a:moveTo>
                <a:lnTo>
                  <a:pt x="1622" y="1851"/>
                </a:lnTo>
                <a:lnTo>
                  <a:pt x="2133" y="1851"/>
                </a:lnTo>
                <a:lnTo>
                  <a:pt x="2133" y="1416"/>
                </a:lnTo>
                <a:lnTo>
                  <a:pt x="1622" y="1416"/>
                </a:lnTo>
                <a:close/>
                <a:moveTo>
                  <a:pt x="1080" y="1416"/>
                </a:moveTo>
                <a:lnTo>
                  <a:pt x="1080" y="1851"/>
                </a:lnTo>
                <a:lnTo>
                  <a:pt x="1591" y="1851"/>
                </a:lnTo>
                <a:lnTo>
                  <a:pt x="1591" y="1416"/>
                </a:lnTo>
                <a:lnTo>
                  <a:pt x="1080" y="1416"/>
                </a:lnTo>
                <a:close/>
                <a:moveTo>
                  <a:pt x="539" y="1416"/>
                </a:moveTo>
                <a:lnTo>
                  <a:pt x="539" y="1851"/>
                </a:lnTo>
                <a:lnTo>
                  <a:pt x="1049" y="1851"/>
                </a:lnTo>
                <a:lnTo>
                  <a:pt x="1049" y="1416"/>
                </a:lnTo>
                <a:lnTo>
                  <a:pt x="539" y="1416"/>
                </a:lnTo>
                <a:close/>
                <a:moveTo>
                  <a:pt x="31" y="1416"/>
                </a:moveTo>
                <a:lnTo>
                  <a:pt x="31" y="1851"/>
                </a:lnTo>
                <a:lnTo>
                  <a:pt x="508" y="1851"/>
                </a:lnTo>
                <a:lnTo>
                  <a:pt x="508" y="1416"/>
                </a:lnTo>
                <a:lnTo>
                  <a:pt x="31" y="1416"/>
                </a:lnTo>
                <a:close/>
                <a:moveTo>
                  <a:pt x="14622" y="952"/>
                </a:moveTo>
                <a:lnTo>
                  <a:pt x="14622" y="1387"/>
                </a:lnTo>
                <a:lnTo>
                  <a:pt x="15133" y="1387"/>
                </a:lnTo>
                <a:lnTo>
                  <a:pt x="15133" y="952"/>
                </a:lnTo>
                <a:lnTo>
                  <a:pt x="14622" y="952"/>
                </a:lnTo>
                <a:close/>
                <a:moveTo>
                  <a:pt x="14081" y="952"/>
                </a:moveTo>
                <a:lnTo>
                  <a:pt x="14081" y="1387"/>
                </a:lnTo>
                <a:lnTo>
                  <a:pt x="14592" y="1387"/>
                </a:lnTo>
                <a:lnTo>
                  <a:pt x="14592" y="952"/>
                </a:lnTo>
                <a:lnTo>
                  <a:pt x="14081" y="952"/>
                </a:lnTo>
                <a:close/>
                <a:moveTo>
                  <a:pt x="13539" y="952"/>
                </a:moveTo>
                <a:lnTo>
                  <a:pt x="13539" y="1387"/>
                </a:lnTo>
                <a:lnTo>
                  <a:pt x="14050" y="1387"/>
                </a:lnTo>
                <a:lnTo>
                  <a:pt x="14050" y="952"/>
                </a:lnTo>
                <a:lnTo>
                  <a:pt x="13539" y="952"/>
                </a:lnTo>
                <a:close/>
                <a:moveTo>
                  <a:pt x="12997" y="952"/>
                </a:moveTo>
                <a:lnTo>
                  <a:pt x="12997" y="1387"/>
                </a:lnTo>
                <a:lnTo>
                  <a:pt x="13508" y="1387"/>
                </a:lnTo>
                <a:lnTo>
                  <a:pt x="13508" y="952"/>
                </a:lnTo>
                <a:lnTo>
                  <a:pt x="12997" y="952"/>
                </a:lnTo>
                <a:close/>
                <a:moveTo>
                  <a:pt x="12456" y="952"/>
                </a:moveTo>
                <a:lnTo>
                  <a:pt x="12456" y="1387"/>
                </a:lnTo>
                <a:lnTo>
                  <a:pt x="12967" y="1387"/>
                </a:lnTo>
                <a:lnTo>
                  <a:pt x="12967" y="952"/>
                </a:lnTo>
                <a:lnTo>
                  <a:pt x="12456" y="952"/>
                </a:lnTo>
                <a:close/>
                <a:moveTo>
                  <a:pt x="11914" y="952"/>
                </a:moveTo>
                <a:lnTo>
                  <a:pt x="11914" y="1387"/>
                </a:lnTo>
                <a:lnTo>
                  <a:pt x="12425" y="1387"/>
                </a:lnTo>
                <a:lnTo>
                  <a:pt x="12425" y="952"/>
                </a:lnTo>
                <a:lnTo>
                  <a:pt x="11914" y="952"/>
                </a:lnTo>
                <a:close/>
                <a:moveTo>
                  <a:pt x="11372" y="952"/>
                </a:moveTo>
                <a:lnTo>
                  <a:pt x="11372" y="1387"/>
                </a:lnTo>
                <a:lnTo>
                  <a:pt x="11883" y="1387"/>
                </a:lnTo>
                <a:lnTo>
                  <a:pt x="11883" y="952"/>
                </a:lnTo>
                <a:lnTo>
                  <a:pt x="11372" y="952"/>
                </a:lnTo>
                <a:close/>
                <a:moveTo>
                  <a:pt x="10831" y="952"/>
                </a:moveTo>
                <a:lnTo>
                  <a:pt x="10831" y="1387"/>
                </a:lnTo>
                <a:lnTo>
                  <a:pt x="11341" y="1387"/>
                </a:lnTo>
                <a:lnTo>
                  <a:pt x="11341" y="952"/>
                </a:lnTo>
                <a:lnTo>
                  <a:pt x="10831" y="952"/>
                </a:lnTo>
                <a:close/>
                <a:moveTo>
                  <a:pt x="10289" y="952"/>
                </a:moveTo>
                <a:lnTo>
                  <a:pt x="10289" y="1387"/>
                </a:lnTo>
                <a:lnTo>
                  <a:pt x="10800" y="1387"/>
                </a:lnTo>
                <a:lnTo>
                  <a:pt x="10800" y="952"/>
                </a:lnTo>
                <a:lnTo>
                  <a:pt x="10289" y="952"/>
                </a:lnTo>
                <a:close/>
                <a:moveTo>
                  <a:pt x="9747" y="952"/>
                </a:moveTo>
                <a:lnTo>
                  <a:pt x="9747" y="1387"/>
                </a:lnTo>
                <a:lnTo>
                  <a:pt x="10258" y="1387"/>
                </a:lnTo>
                <a:lnTo>
                  <a:pt x="10258" y="952"/>
                </a:lnTo>
                <a:lnTo>
                  <a:pt x="9747" y="952"/>
                </a:lnTo>
                <a:close/>
                <a:moveTo>
                  <a:pt x="9206" y="952"/>
                </a:moveTo>
                <a:lnTo>
                  <a:pt x="9206" y="1387"/>
                </a:lnTo>
                <a:lnTo>
                  <a:pt x="9716" y="1387"/>
                </a:lnTo>
                <a:lnTo>
                  <a:pt x="9716" y="952"/>
                </a:lnTo>
                <a:lnTo>
                  <a:pt x="9206" y="952"/>
                </a:lnTo>
                <a:close/>
                <a:moveTo>
                  <a:pt x="8664" y="952"/>
                </a:moveTo>
                <a:lnTo>
                  <a:pt x="8664" y="1387"/>
                </a:lnTo>
                <a:lnTo>
                  <a:pt x="9175" y="1387"/>
                </a:lnTo>
                <a:lnTo>
                  <a:pt x="9175" y="952"/>
                </a:lnTo>
                <a:lnTo>
                  <a:pt x="8664" y="952"/>
                </a:lnTo>
                <a:close/>
                <a:moveTo>
                  <a:pt x="8122" y="952"/>
                </a:moveTo>
                <a:lnTo>
                  <a:pt x="8122" y="1387"/>
                </a:lnTo>
                <a:lnTo>
                  <a:pt x="8633" y="1387"/>
                </a:lnTo>
                <a:lnTo>
                  <a:pt x="8633" y="952"/>
                </a:lnTo>
                <a:lnTo>
                  <a:pt x="8122" y="952"/>
                </a:lnTo>
                <a:close/>
                <a:moveTo>
                  <a:pt x="7581" y="952"/>
                </a:moveTo>
                <a:lnTo>
                  <a:pt x="7581" y="1387"/>
                </a:lnTo>
                <a:lnTo>
                  <a:pt x="8091" y="1387"/>
                </a:lnTo>
                <a:lnTo>
                  <a:pt x="8091" y="952"/>
                </a:lnTo>
                <a:lnTo>
                  <a:pt x="7581" y="952"/>
                </a:lnTo>
                <a:close/>
                <a:moveTo>
                  <a:pt x="7039" y="952"/>
                </a:moveTo>
                <a:lnTo>
                  <a:pt x="7039" y="1387"/>
                </a:lnTo>
                <a:lnTo>
                  <a:pt x="7550" y="1387"/>
                </a:lnTo>
                <a:lnTo>
                  <a:pt x="7550" y="952"/>
                </a:lnTo>
                <a:lnTo>
                  <a:pt x="7039" y="952"/>
                </a:lnTo>
                <a:close/>
                <a:moveTo>
                  <a:pt x="6497" y="952"/>
                </a:moveTo>
                <a:lnTo>
                  <a:pt x="6497" y="1387"/>
                </a:lnTo>
                <a:lnTo>
                  <a:pt x="7008" y="1387"/>
                </a:lnTo>
                <a:lnTo>
                  <a:pt x="7008" y="952"/>
                </a:lnTo>
                <a:lnTo>
                  <a:pt x="6497" y="952"/>
                </a:lnTo>
                <a:close/>
                <a:moveTo>
                  <a:pt x="5955" y="952"/>
                </a:moveTo>
                <a:lnTo>
                  <a:pt x="5955" y="1387"/>
                </a:lnTo>
                <a:lnTo>
                  <a:pt x="6466" y="1387"/>
                </a:lnTo>
                <a:lnTo>
                  <a:pt x="6466" y="952"/>
                </a:lnTo>
                <a:lnTo>
                  <a:pt x="5955" y="952"/>
                </a:lnTo>
                <a:close/>
                <a:moveTo>
                  <a:pt x="5414" y="952"/>
                </a:moveTo>
                <a:lnTo>
                  <a:pt x="5414" y="1387"/>
                </a:lnTo>
                <a:lnTo>
                  <a:pt x="5925" y="1387"/>
                </a:lnTo>
                <a:lnTo>
                  <a:pt x="5925" y="952"/>
                </a:lnTo>
                <a:lnTo>
                  <a:pt x="5414" y="952"/>
                </a:lnTo>
                <a:close/>
                <a:moveTo>
                  <a:pt x="4872" y="952"/>
                </a:moveTo>
                <a:lnTo>
                  <a:pt x="4872" y="1387"/>
                </a:lnTo>
                <a:lnTo>
                  <a:pt x="5383" y="1387"/>
                </a:lnTo>
                <a:lnTo>
                  <a:pt x="5383" y="952"/>
                </a:lnTo>
                <a:lnTo>
                  <a:pt x="4872" y="952"/>
                </a:lnTo>
                <a:close/>
                <a:moveTo>
                  <a:pt x="4330" y="952"/>
                </a:moveTo>
                <a:lnTo>
                  <a:pt x="4330" y="1387"/>
                </a:lnTo>
                <a:lnTo>
                  <a:pt x="4841" y="1387"/>
                </a:lnTo>
                <a:lnTo>
                  <a:pt x="4841" y="952"/>
                </a:lnTo>
                <a:lnTo>
                  <a:pt x="4330" y="952"/>
                </a:lnTo>
                <a:close/>
                <a:moveTo>
                  <a:pt x="3789" y="952"/>
                </a:moveTo>
                <a:lnTo>
                  <a:pt x="3789" y="1387"/>
                </a:lnTo>
                <a:lnTo>
                  <a:pt x="4300" y="1387"/>
                </a:lnTo>
                <a:lnTo>
                  <a:pt x="4300" y="952"/>
                </a:lnTo>
                <a:lnTo>
                  <a:pt x="3789" y="952"/>
                </a:lnTo>
                <a:close/>
                <a:moveTo>
                  <a:pt x="3247" y="952"/>
                </a:moveTo>
                <a:lnTo>
                  <a:pt x="3247" y="1387"/>
                </a:lnTo>
                <a:lnTo>
                  <a:pt x="3758" y="1387"/>
                </a:lnTo>
                <a:lnTo>
                  <a:pt x="3758" y="952"/>
                </a:lnTo>
                <a:lnTo>
                  <a:pt x="3247" y="952"/>
                </a:lnTo>
                <a:close/>
                <a:moveTo>
                  <a:pt x="2705" y="952"/>
                </a:moveTo>
                <a:lnTo>
                  <a:pt x="2705" y="1387"/>
                </a:lnTo>
                <a:lnTo>
                  <a:pt x="3216" y="1387"/>
                </a:lnTo>
                <a:lnTo>
                  <a:pt x="3216" y="952"/>
                </a:lnTo>
                <a:lnTo>
                  <a:pt x="2705" y="952"/>
                </a:lnTo>
                <a:close/>
                <a:moveTo>
                  <a:pt x="2164" y="952"/>
                </a:moveTo>
                <a:lnTo>
                  <a:pt x="2164" y="1387"/>
                </a:lnTo>
                <a:lnTo>
                  <a:pt x="2675" y="1387"/>
                </a:lnTo>
                <a:lnTo>
                  <a:pt x="2675" y="952"/>
                </a:lnTo>
                <a:lnTo>
                  <a:pt x="2164" y="952"/>
                </a:lnTo>
                <a:close/>
                <a:moveTo>
                  <a:pt x="1622" y="952"/>
                </a:moveTo>
                <a:lnTo>
                  <a:pt x="1622" y="1387"/>
                </a:lnTo>
                <a:lnTo>
                  <a:pt x="2133" y="1387"/>
                </a:lnTo>
                <a:lnTo>
                  <a:pt x="2133" y="952"/>
                </a:lnTo>
                <a:lnTo>
                  <a:pt x="1622" y="952"/>
                </a:lnTo>
                <a:close/>
                <a:moveTo>
                  <a:pt x="1080" y="952"/>
                </a:moveTo>
                <a:lnTo>
                  <a:pt x="1080" y="1387"/>
                </a:lnTo>
                <a:lnTo>
                  <a:pt x="1591" y="1387"/>
                </a:lnTo>
                <a:lnTo>
                  <a:pt x="1591" y="952"/>
                </a:lnTo>
                <a:lnTo>
                  <a:pt x="1080" y="952"/>
                </a:lnTo>
                <a:close/>
                <a:moveTo>
                  <a:pt x="539" y="952"/>
                </a:moveTo>
                <a:lnTo>
                  <a:pt x="539" y="1387"/>
                </a:lnTo>
                <a:lnTo>
                  <a:pt x="1049" y="1387"/>
                </a:lnTo>
                <a:lnTo>
                  <a:pt x="1049" y="952"/>
                </a:lnTo>
                <a:lnTo>
                  <a:pt x="539" y="952"/>
                </a:lnTo>
                <a:close/>
                <a:moveTo>
                  <a:pt x="31" y="952"/>
                </a:moveTo>
                <a:lnTo>
                  <a:pt x="31" y="1387"/>
                </a:lnTo>
                <a:lnTo>
                  <a:pt x="508" y="1387"/>
                </a:lnTo>
                <a:lnTo>
                  <a:pt x="508" y="952"/>
                </a:lnTo>
                <a:lnTo>
                  <a:pt x="31" y="952"/>
                </a:lnTo>
                <a:close/>
                <a:moveTo>
                  <a:pt x="14622" y="488"/>
                </a:moveTo>
                <a:lnTo>
                  <a:pt x="14622" y="923"/>
                </a:lnTo>
                <a:lnTo>
                  <a:pt x="15133" y="923"/>
                </a:lnTo>
                <a:lnTo>
                  <a:pt x="15133" y="488"/>
                </a:lnTo>
                <a:lnTo>
                  <a:pt x="14622" y="488"/>
                </a:lnTo>
                <a:close/>
                <a:moveTo>
                  <a:pt x="14081" y="488"/>
                </a:moveTo>
                <a:lnTo>
                  <a:pt x="14081" y="923"/>
                </a:lnTo>
                <a:lnTo>
                  <a:pt x="14592" y="923"/>
                </a:lnTo>
                <a:lnTo>
                  <a:pt x="14592" y="488"/>
                </a:lnTo>
                <a:lnTo>
                  <a:pt x="14081" y="488"/>
                </a:lnTo>
                <a:close/>
                <a:moveTo>
                  <a:pt x="13539" y="488"/>
                </a:moveTo>
                <a:lnTo>
                  <a:pt x="13539" y="923"/>
                </a:lnTo>
                <a:lnTo>
                  <a:pt x="14050" y="923"/>
                </a:lnTo>
                <a:lnTo>
                  <a:pt x="14050" y="488"/>
                </a:lnTo>
                <a:lnTo>
                  <a:pt x="13539" y="488"/>
                </a:lnTo>
                <a:close/>
                <a:moveTo>
                  <a:pt x="12997" y="488"/>
                </a:moveTo>
                <a:lnTo>
                  <a:pt x="12997" y="923"/>
                </a:lnTo>
                <a:lnTo>
                  <a:pt x="13508" y="923"/>
                </a:lnTo>
                <a:lnTo>
                  <a:pt x="13508" y="488"/>
                </a:lnTo>
                <a:lnTo>
                  <a:pt x="12997" y="488"/>
                </a:lnTo>
                <a:close/>
                <a:moveTo>
                  <a:pt x="12456" y="488"/>
                </a:moveTo>
                <a:lnTo>
                  <a:pt x="12456" y="923"/>
                </a:lnTo>
                <a:lnTo>
                  <a:pt x="12967" y="923"/>
                </a:lnTo>
                <a:lnTo>
                  <a:pt x="12967" y="488"/>
                </a:lnTo>
                <a:lnTo>
                  <a:pt x="12456" y="488"/>
                </a:lnTo>
                <a:close/>
                <a:moveTo>
                  <a:pt x="11914" y="488"/>
                </a:moveTo>
                <a:lnTo>
                  <a:pt x="11914" y="923"/>
                </a:lnTo>
                <a:lnTo>
                  <a:pt x="12425" y="923"/>
                </a:lnTo>
                <a:lnTo>
                  <a:pt x="12425" y="488"/>
                </a:lnTo>
                <a:lnTo>
                  <a:pt x="11914" y="488"/>
                </a:lnTo>
                <a:close/>
                <a:moveTo>
                  <a:pt x="11372" y="488"/>
                </a:moveTo>
                <a:lnTo>
                  <a:pt x="11372" y="923"/>
                </a:lnTo>
                <a:lnTo>
                  <a:pt x="11883" y="923"/>
                </a:lnTo>
                <a:lnTo>
                  <a:pt x="11883" y="488"/>
                </a:lnTo>
                <a:lnTo>
                  <a:pt x="11372" y="488"/>
                </a:lnTo>
                <a:close/>
                <a:moveTo>
                  <a:pt x="10831" y="488"/>
                </a:moveTo>
                <a:lnTo>
                  <a:pt x="10831" y="923"/>
                </a:lnTo>
                <a:lnTo>
                  <a:pt x="11341" y="923"/>
                </a:lnTo>
                <a:lnTo>
                  <a:pt x="11341" y="488"/>
                </a:lnTo>
                <a:lnTo>
                  <a:pt x="10831" y="488"/>
                </a:lnTo>
                <a:close/>
                <a:moveTo>
                  <a:pt x="10289" y="488"/>
                </a:moveTo>
                <a:lnTo>
                  <a:pt x="10289" y="923"/>
                </a:lnTo>
                <a:lnTo>
                  <a:pt x="10800" y="923"/>
                </a:lnTo>
                <a:lnTo>
                  <a:pt x="10800" y="488"/>
                </a:lnTo>
                <a:lnTo>
                  <a:pt x="10289" y="488"/>
                </a:lnTo>
                <a:close/>
                <a:moveTo>
                  <a:pt x="9747" y="488"/>
                </a:moveTo>
                <a:lnTo>
                  <a:pt x="9747" y="923"/>
                </a:lnTo>
                <a:lnTo>
                  <a:pt x="10258" y="923"/>
                </a:lnTo>
                <a:lnTo>
                  <a:pt x="10258" y="488"/>
                </a:lnTo>
                <a:lnTo>
                  <a:pt x="9747" y="488"/>
                </a:lnTo>
                <a:close/>
                <a:moveTo>
                  <a:pt x="9206" y="488"/>
                </a:moveTo>
                <a:lnTo>
                  <a:pt x="9206" y="923"/>
                </a:lnTo>
                <a:lnTo>
                  <a:pt x="9716" y="923"/>
                </a:lnTo>
                <a:lnTo>
                  <a:pt x="9716" y="488"/>
                </a:lnTo>
                <a:lnTo>
                  <a:pt x="9206" y="488"/>
                </a:lnTo>
                <a:close/>
                <a:moveTo>
                  <a:pt x="8664" y="488"/>
                </a:moveTo>
                <a:lnTo>
                  <a:pt x="8664" y="923"/>
                </a:lnTo>
                <a:lnTo>
                  <a:pt x="9175" y="923"/>
                </a:lnTo>
                <a:lnTo>
                  <a:pt x="9175" y="488"/>
                </a:lnTo>
                <a:lnTo>
                  <a:pt x="8664" y="488"/>
                </a:lnTo>
                <a:close/>
                <a:moveTo>
                  <a:pt x="8122" y="488"/>
                </a:moveTo>
                <a:lnTo>
                  <a:pt x="8122" y="923"/>
                </a:lnTo>
                <a:lnTo>
                  <a:pt x="8633" y="923"/>
                </a:lnTo>
                <a:lnTo>
                  <a:pt x="8633" y="488"/>
                </a:lnTo>
                <a:lnTo>
                  <a:pt x="8122" y="488"/>
                </a:lnTo>
                <a:close/>
                <a:moveTo>
                  <a:pt x="7581" y="488"/>
                </a:moveTo>
                <a:lnTo>
                  <a:pt x="7581" y="923"/>
                </a:lnTo>
                <a:lnTo>
                  <a:pt x="8091" y="923"/>
                </a:lnTo>
                <a:lnTo>
                  <a:pt x="8091" y="488"/>
                </a:lnTo>
                <a:lnTo>
                  <a:pt x="7581" y="488"/>
                </a:lnTo>
                <a:close/>
                <a:moveTo>
                  <a:pt x="7039" y="488"/>
                </a:moveTo>
                <a:lnTo>
                  <a:pt x="7039" y="923"/>
                </a:lnTo>
                <a:lnTo>
                  <a:pt x="7550" y="923"/>
                </a:lnTo>
                <a:lnTo>
                  <a:pt x="7550" y="488"/>
                </a:lnTo>
                <a:lnTo>
                  <a:pt x="7039" y="488"/>
                </a:lnTo>
                <a:close/>
                <a:moveTo>
                  <a:pt x="6497" y="488"/>
                </a:moveTo>
                <a:lnTo>
                  <a:pt x="6497" y="923"/>
                </a:lnTo>
                <a:lnTo>
                  <a:pt x="7008" y="923"/>
                </a:lnTo>
                <a:lnTo>
                  <a:pt x="7008" y="488"/>
                </a:lnTo>
                <a:lnTo>
                  <a:pt x="6497" y="488"/>
                </a:lnTo>
                <a:close/>
                <a:moveTo>
                  <a:pt x="5955" y="488"/>
                </a:moveTo>
                <a:lnTo>
                  <a:pt x="5955" y="923"/>
                </a:lnTo>
                <a:lnTo>
                  <a:pt x="6466" y="923"/>
                </a:lnTo>
                <a:lnTo>
                  <a:pt x="6466" y="488"/>
                </a:lnTo>
                <a:lnTo>
                  <a:pt x="5955" y="488"/>
                </a:lnTo>
                <a:close/>
                <a:moveTo>
                  <a:pt x="5414" y="488"/>
                </a:moveTo>
                <a:lnTo>
                  <a:pt x="5414" y="923"/>
                </a:lnTo>
                <a:lnTo>
                  <a:pt x="5925" y="923"/>
                </a:lnTo>
                <a:lnTo>
                  <a:pt x="5925" y="488"/>
                </a:lnTo>
                <a:lnTo>
                  <a:pt x="5414" y="488"/>
                </a:lnTo>
                <a:close/>
                <a:moveTo>
                  <a:pt x="4872" y="488"/>
                </a:moveTo>
                <a:lnTo>
                  <a:pt x="4872" y="923"/>
                </a:lnTo>
                <a:lnTo>
                  <a:pt x="5383" y="923"/>
                </a:lnTo>
                <a:lnTo>
                  <a:pt x="5383" y="488"/>
                </a:lnTo>
                <a:lnTo>
                  <a:pt x="4872" y="488"/>
                </a:lnTo>
                <a:close/>
                <a:moveTo>
                  <a:pt x="4330" y="488"/>
                </a:moveTo>
                <a:lnTo>
                  <a:pt x="4330" y="923"/>
                </a:lnTo>
                <a:lnTo>
                  <a:pt x="4841" y="923"/>
                </a:lnTo>
                <a:lnTo>
                  <a:pt x="4841" y="488"/>
                </a:lnTo>
                <a:lnTo>
                  <a:pt x="4330" y="488"/>
                </a:lnTo>
                <a:close/>
                <a:moveTo>
                  <a:pt x="3789" y="488"/>
                </a:moveTo>
                <a:lnTo>
                  <a:pt x="3789" y="923"/>
                </a:lnTo>
                <a:lnTo>
                  <a:pt x="4300" y="923"/>
                </a:lnTo>
                <a:lnTo>
                  <a:pt x="4300" y="488"/>
                </a:lnTo>
                <a:lnTo>
                  <a:pt x="3789" y="488"/>
                </a:lnTo>
                <a:close/>
                <a:moveTo>
                  <a:pt x="3247" y="488"/>
                </a:moveTo>
                <a:lnTo>
                  <a:pt x="3247" y="923"/>
                </a:lnTo>
                <a:lnTo>
                  <a:pt x="3758" y="923"/>
                </a:lnTo>
                <a:lnTo>
                  <a:pt x="3758" y="488"/>
                </a:lnTo>
                <a:lnTo>
                  <a:pt x="3247" y="488"/>
                </a:lnTo>
                <a:close/>
                <a:moveTo>
                  <a:pt x="2705" y="488"/>
                </a:moveTo>
                <a:lnTo>
                  <a:pt x="2705" y="923"/>
                </a:lnTo>
                <a:lnTo>
                  <a:pt x="3216" y="923"/>
                </a:lnTo>
                <a:lnTo>
                  <a:pt x="3216" y="488"/>
                </a:lnTo>
                <a:lnTo>
                  <a:pt x="2705" y="488"/>
                </a:lnTo>
                <a:close/>
                <a:moveTo>
                  <a:pt x="2164" y="488"/>
                </a:moveTo>
                <a:lnTo>
                  <a:pt x="2164" y="923"/>
                </a:lnTo>
                <a:lnTo>
                  <a:pt x="2675" y="923"/>
                </a:lnTo>
                <a:lnTo>
                  <a:pt x="2675" y="488"/>
                </a:lnTo>
                <a:lnTo>
                  <a:pt x="2164" y="488"/>
                </a:lnTo>
                <a:close/>
                <a:moveTo>
                  <a:pt x="1622" y="488"/>
                </a:moveTo>
                <a:lnTo>
                  <a:pt x="1622" y="923"/>
                </a:lnTo>
                <a:lnTo>
                  <a:pt x="2133" y="923"/>
                </a:lnTo>
                <a:lnTo>
                  <a:pt x="2133" y="488"/>
                </a:lnTo>
                <a:lnTo>
                  <a:pt x="1622" y="488"/>
                </a:lnTo>
                <a:close/>
                <a:moveTo>
                  <a:pt x="1080" y="488"/>
                </a:moveTo>
                <a:lnTo>
                  <a:pt x="1080" y="923"/>
                </a:lnTo>
                <a:lnTo>
                  <a:pt x="1591" y="923"/>
                </a:lnTo>
                <a:lnTo>
                  <a:pt x="1591" y="488"/>
                </a:lnTo>
                <a:lnTo>
                  <a:pt x="1080" y="488"/>
                </a:lnTo>
                <a:close/>
                <a:moveTo>
                  <a:pt x="539" y="488"/>
                </a:moveTo>
                <a:lnTo>
                  <a:pt x="539" y="923"/>
                </a:lnTo>
                <a:lnTo>
                  <a:pt x="1049" y="923"/>
                </a:lnTo>
                <a:lnTo>
                  <a:pt x="1049" y="488"/>
                </a:lnTo>
                <a:lnTo>
                  <a:pt x="539" y="488"/>
                </a:lnTo>
                <a:close/>
                <a:moveTo>
                  <a:pt x="31" y="488"/>
                </a:moveTo>
                <a:lnTo>
                  <a:pt x="31" y="923"/>
                </a:lnTo>
                <a:lnTo>
                  <a:pt x="508" y="923"/>
                </a:lnTo>
                <a:lnTo>
                  <a:pt x="508" y="488"/>
                </a:lnTo>
                <a:lnTo>
                  <a:pt x="31" y="488"/>
                </a:lnTo>
                <a:close/>
                <a:moveTo>
                  <a:pt x="0" y="0"/>
                </a:moveTo>
                <a:lnTo>
                  <a:pt x="31" y="0"/>
                </a:lnTo>
                <a:lnTo>
                  <a:pt x="31" y="460"/>
                </a:lnTo>
                <a:lnTo>
                  <a:pt x="508" y="460"/>
                </a:lnTo>
                <a:lnTo>
                  <a:pt x="508" y="0"/>
                </a:lnTo>
                <a:lnTo>
                  <a:pt x="539" y="0"/>
                </a:lnTo>
                <a:lnTo>
                  <a:pt x="539" y="460"/>
                </a:lnTo>
                <a:lnTo>
                  <a:pt x="1049" y="460"/>
                </a:lnTo>
                <a:lnTo>
                  <a:pt x="1049" y="0"/>
                </a:lnTo>
                <a:lnTo>
                  <a:pt x="1080" y="0"/>
                </a:lnTo>
                <a:lnTo>
                  <a:pt x="1080" y="460"/>
                </a:lnTo>
                <a:lnTo>
                  <a:pt x="1591" y="460"/>
                </a:lnTo>
                <a:lnTo>
                  <a:pt x="1591" y="0"/>
                </a:lnTo>
                <a:lnTo>
                  <a:pt x="1622" y="0"/>
                </a:lnTo>
                <a:lnTo>
                  <a:pt x="1622" y="460"/>
                </a:lnTo>
                <a:lnTo>
                  <a:pt x="2133" y="460"/>
                </a:lnTo>
                <a:lnTo>
                  <a:pt x="2133" y="0"/>
                </a:lnTo>
                <a:lnTo>
                  <a:pt x="2164" y="0"/>
                </a:lnTo>
                <a:lnTo>
                  <a:pt x="2164" y="460"/>
                </a:lnTo>
                <a:lnTo>
                  <a:pt x="2675" y="460"/>
                </a:lnTo>
                <a:lnTo>
                  <a:pt x="2675" y="0"/>
                </a:lnTo>
                <a:lnTo>
                  <a:pt x="2705" y="0"/>
                </a:lnTo>
                <a:lnTo>
                  <a:pt x="2705" y="460"/>
                </a:lnTo>
                <a:lnTo>
                  <a:pt x="3216" y="460"/>
                </a:lnTo>
                <a:lnTo>
                  <a:pt x="3216" y="0"/>
                </a:lnTo>
                <a:lnTo>
                  <a:pt x="3247" y="0"/>
                </a:lnTo>
                <a:lnTo>
                  <a:pt x="3247" y="460"/>
                </a:lnTo>
                <a:lnTo>
                  <a:pt x="3758" y="460"/>
                </a:lnTo>
                <a:lnTo>
                  <a:pt x="3758" y="0"/>
                </a:lnTo>
                <a:lnTo>
                  <a:pt x="3789" y="0"/>
                </a:lnTo>
                <a:lnTo>
                  <a:pt x="3789" y="460"/>
                </a:lnTo>
                <a:lnTo>
                  <a:pt x="4300" y="460"/>
                </a:lnTo>
                <a:lnTo>
                  <a:pt x="4300" y="0"/>
                </a:lnTo>
                <a:lnTo>
                  <a:pt x="4330" y="0"/>
                </a:lnTo>
                <a:lnTo>
                  <a:pt x="4330" y="460"/>
                </a:lnTo>
                <a:lnTo>
                  <a:pt x="4841" y="460"/>
                </a:lnTo>
                <a:lnTo>
                  <a:pt x="4841" y="0"/>
                </a:lnTo>
                <a:lnTo>
                  <a:pt x="4872" y="0"/>
                </a:lnTo>
                <a:lnTo>
                  <a:pt x="4872" y="460"/>
                </a:lnTo>
                <a:lnTo>
                  <a:pt x="5383" y="460"/>
                </a:lnTo>
                <a:lnTo>
                  <a:pt x="5383" y="0"/>
                </a:lnTo>
                <a:lnTo>
                  <a:pt x="5414" y="0"/>
                </a:lnTo>
                <a:lnTo>
                  <a:pt x="5414" y="460"/>
                </a:lnTo>
                <a:lnTo>
                  <a:pt x="5925" y="460"/>
                </a:lnTo>
                <a:lnTo>
                  <a:pt x="5925" y="0"/>
                </a:lnTo>
                <a:lnTo>
                  <a:pt x="5955" y="0"/>
                </a:lnTo>
                <a:lnTo>
                  <a:pt x="5955" y="460"/>
                </a:lnTo>
                <a:lnTo>
                  <a:pt x="6466" y="460"/>
                </a:lnTo>
                <a:lnTo>
                  <a:pt x="6466" y="0"/>
                </a:lnTo>
                <a:lnTo>
                  <a:pt x="6497" y="0"/>
                </a:lnTo>
                <a:lnTo>
                  <a:pt x="6497" y="460"/>
                </a:lnTo>
                <a:lnTo>
                  <a:pt x="7008" y="460"/>
                </a:lnTo>
                <a:lnTo>
                  <a:pt x="7008" y="0"/>
                </a:lnTo>
                <a:lnTo>
                  <a:pt x="7039" y="0"/>
                </a:lnTo>
                <a:lnTo>
                  <a:pt x="7039" y="460"/>
                </a:lnTo>
                <a:lnTo>
                  <a:pt x="7550" y="460"/>
                </a:lnTo>
                <a:lnTo>
                  <a:pt x="7550" y="0"/>
                </a:lnTo>
                <a:lnTo>
                  <a:pt x="7581" y="0"/>
                </a:lnTo>
                <a:lnTo>
                  <a:pt x="7581" y="460"/>
                </a:lnTo>
                <a:lnTo>
                  <a:pt x="8091" y="460"/>
                </a:lnTo>
                <a:lnTo>
                  <a:pt x="8091" y="0"/>
                </a:lnTo>
                <a:lnTo>
                  <a:pt x="8122" y="0"/>
                </a:lnTo>
                <a:lnTo>
                  <a:pt x="8122" y="460"/>
                </a:lnTo>
                <a:lnTo>
                  <a:pt x="8633" y="460"/>
                </a:lnTo>
                <a:lnTo>
                  <a:pt x="8633" y="0"/>
                </a:lnTo>
                <a:lnTo>
                  <a:pt x="8664" y="0"/>
                </a:lnTo>
                <a:lnTo>
                  <a:pt x="8664" y="460"/>
                </a:lnTo>
                <a:lnTo>
                  <a:pt x="9175" y="460"/>
                </a:lnTo>
                <a:lnTo>
                  <a:pt x="9175" y="0"/>
                </a:lnTo>
                <a:lnTo>
                  <a:pt x="9206" y="0"/>
                </a:lnTo>
                <a:lnTo>
                  <a:pt x="9206" y="460"/>
                </a:lnTo>
                <a:lnTo>
                  <a:pt x="9716" y="460"/>
                </a:lnTo>
                <a:lnTo>
                  <a:pt x="9716" y="0"/>
                </a:lnTo>
                <a:lnTo>
                  <a:pt x="9747" y="0"/>
                </a:lnTo>
                <a:lnTo>
                  <a:pt x="9747" y="460"/>
                </a:lnTo>
                <a:lnTo>
                  <a:pt x="10258" y="460"/>
                </a:lnTo>
                <a:lnTo>
                  <a:pt x="10258" y="0"/>
                </a:lnTo>
                <a:lnTo>
                  <a:pt x="10289" y="0"/>
                </a:lnTo>
                <a:lnTo>
                  <a:pt x="10289" y="460"/>
                </a:lnTo>
                <a:lnTo>
                  <a:pt x="10800" y="460"/>
                </a:lnTo>
                <a:lnTo>
                  <a:pt x="10800" y="0"/>
                </a:lnTo>
                <a:lnTo>
                  <a:pt x="10831" y="0"/>
                </a:lnTo>
                <a:lnTo>
                  <a:pt x="10831" y="460"/>
                </a:lnTo>
                <a:lnTo>
                  <a:pt x="11341" y="460"/>
                </a:lnTo>
                <a:lnTo>
                  <a:pt x="11341" y="0"/>
                </a:lnTo>
                <a:lnTo>
                  <a:pt x="11372" y="0"/>
                </a:lnTo>
                <a:lnTo>
                  <a:pt x="11372" y="460"/>
                </a:lnTo>
                <a:lnTo>
                  <a:pt x="11883" y="460"/>
                </a:lnTo>
                <a:lnTo>
                  <a:pt x="11883" y="0"/>
                </a:lnTo>
                <a:lnTo>
                  <a:pt x="11914" y="0"/>
                </a:lnTo>
                <a:lnTo>
                  <a:pt x="11914" y="460"/>
                </a:lnTo>
                <a:lnTo>
                  <a:pt x="12425" y="460"/>
                </a:lnTo>
                <a:lnTo>
                  <a:pt x="12425" y="0"/>
                </a:lnTo>
                <a:lnTo>
                  <a:pt x="12456" y="0"/>
                </a:lnTo>
                <a:lnTo>
                  <a:pt x="12456" y="460"/>
                </a:lnTo>
                <a:lnTo>
                  <a:pt x="12967" y="460"/>
                </a:lnTo>
                <a:lnTo>
                  <a:pt x="12967" y="0"/>
                </a:lnTo>
                <a:lnTo>
                  <a:pt x="12997" y="0"/>
                </a:lnTo>
                <a:lnTo>
                  <a:pt x="12997" y="460"/>
                </a:lnTo>
                <a:lnTo>
                  <a:pt x="13508" y="460"/>
                </a:lnTo>
                <a:lnTo>
                  <a:pt x="13508" y="0"/>
                </a:lnTo>
                <a:lnTo>
                  <a:pt x="13539" y="0"/>
                </a:lnTo>
                <a:lnTo>
                  <a:pt x="13539" y="460"/>
                </a:lnTo>
                <a:lnTo>
                  <a:pt x="14050" y="460"/>
                </a:lnTo>
                <a:lnTo>
                  <a:pt x="14050" y="0"/>
                </a:lnTo>
                <a:lnTo>
                  <a:pt x="14081" y="0"/>
                </a:lnTo>
                <a:lnTo>
                  <a:pt x="14081" y="460"/>
                </a:lnTo>
                <a:lnTo>
                  <a:pt x="14592" y="460"/>
                </a:lnTo>
                <a:lnTo>
                  <a:pt x="14592" y="0"/>
                </a:lnTo>
                <a:lnTo>
                  <a:pt x="14622" y="0"/>
                </a:lnTo>
                <a:lnTo>
                  <a:pt x="14622" y="460"/>
                </a:lnTo>
                <a:lnTo>
                  <a:pt x="15133" y="460"/>
                </a:lnTo>
                <a:lnTo>
                  <a:pt x="15133" y="0"/>
                </a:lnTo>
                <a:lnTo>
                  <a:pt x="15164" y="0"/>
                </a:lnTo>
                <a:lnTo>
                  <a:pt x="15164" y="5228"/>
                </a:lnTo>
                <a:lnTo>
                  <a:pt x="15133" y="5257"/>
                </a:lnTo>
                <a:lnTo>
                  <a:pt x="15133" y="5126"/>
                </a:lnTo>
                <a:lnTo>
                  <a:pt x="14622" y="5126"/>
                </a:lnTo>
                <a:lnTo>
                  <a:pt x="14622" y="5562"/>
                </a:lnTo>
                <a:lnTo>
                  <a:pt x="14810" y="5562"/>
                </a:lnTo>
                <a:lnTo>
                  <a:pt x="14780" y="5590"/>
                </a:lnTo>
                <a:lnTo>
                  <a:pt x="14622" y="5590"/>
                </a:lnTo>
                <a:lnTo>
                  <a:pt x="14622" y="5739"/>
                </a:lnTo>
                <a:lnTo>
                  <a:pt x="14592" y="5768"/>
                </a:lnTo>
                <a:lnTo>
                  <a:pt x="14592" y="5590"/>
                </a:lnTo>
                <a:lnTo>
                  <a:pt x="14081" y="5590"/>
                </a:lnTo>
                <a:lnTo>
                  <a:pt x="14081" y="6026"/>
                </a:lnTo>
                <a:lnTo>
                  <a:pt x="14319" y="6026"/>
                </a:lnTo>
                <a:lnTo>
                  <a:pt x="14289" y="6054"/>
                </a:lnTo>
                <a:lnTo>
                  <a:pt x="14081" y="6054"/>
                </a:lnTo>
                <a:lnTo>
                  <a:pt x="14081" y="6251"/>
                </a:lnTo>
                <a:lnTo>
                  <a:pt x="14050" y="6280"/>
                </a:lnTo>
                <a:lnTo>
                  <a:pt x="14050" y="6054"/>
                </a:lnTo>
                <a:lnTo>
                  <a:pt x="13539" y="6054"/>
                </a:lnTo>
                <a:lnTo>
                  <a:pt x="13539" y="6460"/>
                </a:lnTo>
                <a:lnTo>
                  <a:pt x="13508" y="6460"/>
                </a:lnTo>
                <a:lnTo>
                  <a:pt x="13508" y="6054"/>
                </a:lnTo>
                <a:lnTo>
                  <a:pt x="12997" y="6054"/>
                </a:lnTo>
                <a:lnTo>
                  <a:pt x="12997" y="6460"/>
                </a:lnTo>
                <a:lnTo>
                  <a:pt x="12967" y="6460"/>
                </a:lnTo>
                <a:lnTo>
                  <a:pt x="12967" y="6054"/>
                </a:lnTo>
                <a:lnTo>
                  <a:pt x="12456" y="6054"/>
                </a:lnTo>
                <a:lnTo>
                  <a:pt x="12456" y="6460"/>
                </a:lnTo>
                <a:lnTo>
                  <a:pt x="12425" y="6460"/>
                </a:lnTo>
                <a:lnTo>
                  <a:pt x="12425" y="6054"/>
                </a:lnTo>
                <a:lnTo>
                  <a:pt x="11914" y="6054"/>
                </a:lnTo>
                <a:lnTo>
                  <a:pt x="11914" y="6460"/>
                </a:lnTo>
                <a:lnTo>
                  <a:pt x="11883" y="6460"/>
                </a:lnTo>
                <a:lnTo>
                  <a:pt x="11883" y="6054"/>
                </a:lnTo>
                <a:lnTo>
                  <a:pt x="11372" y="6054"/>
                </a:lnTo>
                <a:lnTo>
                  <a:pt x="11372" y="6460"/>
                </a:lnTo>
                <a:lnTo>
                  <a:pt x="11341" y="6460"/>
                </a:lnTo>
                <a:lnTo>
                  <a:pt x="11341" y="6054"/>
                </a:lnTo>
                <a:lnTo>
                  <a:pt x="10831" y="6054"/>
                </a:lnTo>
                <a:lnTo>
                  <a:pt x="10831" y="6460"/>
                </a:lnTo>
                <a:lnTo>
                  <a:pt x="10800" y="6460"/>
                </a:lnTo>
                <a:lnTo>
                  <a:pt x="10800" y="6054"/>
                </a:lnTo>
                <a:lnTo>
                  <a:pt x="10289" y="6054"/>
                </a:lnTo>
                <a:lnTo>
                  <a:pt x="10289" y="6460"/>
                </a:lnTo>
                <a:lnTo>
                  <a:pt x="10258" y="6460"/>
                </a:lnTo>
                <a:lnTo>
                  <a:pt x="10258" y="6054"/>
                </a:lnTo>
                <a:lnTo>
                  <a:pt x="9747" y="6054"/>
                </a:lnTo>
                <a:lnTo>
                  <a:pt x="9747" y="6460"/>
                </a:lnTo>
                <a:lnTo>
                  <a:pt x="9716" y="6460"/>
                </a:lnTo>
                <a:lnTo>
                  <a:pt x="9716" y="6054"/>
                </a:lnTo>
                <a:lnTo>
                  <a:pt x="9206" y="6054"/>
                </a:lnTo>
                <a:lnTo>
                  <a:pt x="9206" y="6460"/>
                </a:lnTo>
                <a:lnTo>
                  <a:pt x="9175" y="6460"/>
                </a:lnTo>
                <a:lnTo>
                  <a:pt x="9175" y="6054"/>
                </a:lnTo>
                <a:lnTo>
                  <a:pt x="8664" y="6054"/>
                </a:lnTo>
                <a:lnTo>
                  <a:pt x="8664" y="6460"/>
                </a:lnTo>
                <a:lnTo>
                  <a:pt x="8633" y="6460"/>
                </a:lnTo>
                <a:lnTo>
                  <a:pt x="8633" y="6054"/>
                </a:lnTo>
                <a:lnTo>
                  <a:pt x="8122" y="6054"/>
                </a:lnTo>
                <a:lnTo>
                  <a:pt x="8122" y="6460"/>
                </a:lnTo>
                <a:lnTo>
                  <a:pt x="8091" y="6460"/>
                </a:lnTo>
                <a:lnTo>
                  <a:pt x="8091" y="6054"/>
                </a:lnTo>
                <a:lnTo>
                  <a:pt x="7581" y="6054"/>
                </a:lnTo>
                <a:lnTo>
                  <a:pt x="7581" y="6460"/>
                </a:lnTo>
                <a:lnTo>
                  <a:pt x="7550" y="6460"/>
                </a:lnTo>
                <a:lnTo>
                  <a:pt x="7550" y="6054"/>
                </a:lnTo>
                <a:lnTo>
                  <a:pt x="7039" y="6054"/>
                </a:lnTo>
                <a:lnTo>
                  <a:pt x="7039" y="6460"/>
                </a:lnTo>
                <a:lnTo>
                  <a:pt x="7008" y="6460"/>
                </a:lnTo>
                <a:lnTo>
                  <a:pt x="7008" y="6054"/>
                </a:lnTo>
                <a:lnTo>
                  <a:pt x="6497" y="6054"/>
                </a:lnTo>
                <a:lnTo>
                  <a:pt x="6497" y="6460"/>
                </a:lnTo>
                <a:lnTo>
                  <a:pt x="6466" y="6460"/>
                </a:lnTo>
                <a:lnTo>
                  <a:pt x="6466" y="6054"/>
                </a:lnTo>
                <a:lnTo>
                  <a:pt x="5955" y="6054"/>
                </a:lnTo>
                <a:lnTo>
                  <a:pt x="5955" y="6460"/>
                </a:lnTo>
                <a:lnTo>
                  <a:pt x="5925" y="6460"/>
                </a:lnTo>
                <a:lnTo>
                  <a:pt x="5925" y="6054"/>
                </a:lnTo>
                <a:lnTo>
                  <a:pt x="5414" y="6054"/>
                </a:lnTo>
                <a:lnTo>
                  <a:pt x="5414" y="6460"/>
                </a:lnTo>
                <a:lnTo>
                  <a:pt x="5383" y="6460"/>
                </a:lnTo>
                <a:lnTo>
                  <a:pt x="5383" y="6054"/>
                </a:lnTo>
                <a:lnTo>
                  <a:pt x="4872" y="6054"/>
                </a:lnTo>
                <a:lnTo>
                  <a:pt x="4872" y="6460"/>
                </a:lnTo>
                <a:lnTo>
                  <a:pt x="4841" y="6460"/>
                </a:lnTo>
                <a:lnTo>
                  <a:pt x="4841" y="6054"/>
                </a:lnTo>
                <a:lnTo>
                  <a:pt x="4330" y="6054"/>
                </a:lnTo>
                <a:lnTo>
                  <a:pt x="4330" y="6460"/>
                </a:lnTo>
                <a:lnTo>
                  <a:pt x="4300" y="6460"/>
                </a:lnTo>
                <a:lnTo>
                  <a:pt x="4300" y="6054"/>
                </a:lnTo>
                <a:lnTo>
                  <a:pt x="3789" y="6054"/>
                </a:lnTo>
                <a:lnTo>
                  <a:pt x="3789" y="6460"/>
                </a:lnTo>
                <a:lnTo>
                  <a:pt x="3758" y="6460"/>
                </a:lnTo>
                <a:lnTo>
                  <a:pt x="3758" y="6054"/>
                </a:lnTo>
                <a:lnTo>
                  <a:pt x="3247" y="6054"/>
                </a:lnTo>
                <a:lnTo>
                  <a:pt x="3247" y="6460"/>
                </a:lnTo>
                <a:lnTo>
                  <a:pt x="3216" y="6460"/>
                </a:lnTo>
                <a:lnTo>
                  <a:pt x="3216" y="6054"/>
                </a:lnTo>
                <a:lnTo>
                  <a:pt x="2705" y="6054"/>
                </a:lnTo>
                <a:lnTo>
                  <a:pt x="2705" y="6460"/>
                </a:lnTo>
                <a:lnTo>
                  <a:pt x="2675" y="6460"/>
                </a:lnTo>
                <a:lnTo>
                  <a:pt x="2675" y="6054"/>
                </a:lnTo>
                <a:lnTo>
                  <a:pt x="2164" y="6054"/>
                </a:lnTo>
                <a:lnTo>
                  <a:pt x="2164" y="6460"/>
                </a:lnTo>
                <a:lnTo>
                  <a:pt x="2133" y="6460"/>
                </a:lnTo>
                <a:lnTo>
                  <a:pt x="2133" y="6054"/>
                </a:lnTo>
                <a:lnTo>
                  <a:pt x="1622" y="6054"/>
                </a:lnTo>
                <a:lnTo>
                  <a:pt x="1622" y="6460"/>
                </a:lnTo>
                <a:lnTo>
                  <a:pt x="1591" y="6460"/>
                </a:lnTo>
                <a:lnTo>
                  <a:pt x="1591" y="6054"/>
                </a:lnTo>
                <a:lnTo>
                  <a:pt x="1080" y="6054"/>
                </a:lnTo>
                <a:lnTo>
                  <a:pt x="1080" y="6460"/>
                </a:lnTo>
                <a:lnTo>
                  <a:pt x="1049" y="6460"/>
                </a:lnTo>
                <a:lnTo>
                  <a:pt x="1049" y="6054"/>
                </a:lnTo>
                <a:lnTo>
                  <a:pt x="539" y="6054"/>
                </a:lnTo>
                <a:lnTo>
                  <a:pt x="539" y="6460"/>
                </a:lnTo>
                <a:lnTo>
                  <a:pt x="508" y="6460"/>
                </a:lnTo>
                <a:lnTo>
                  <a:pt x="508" y="6054"/>
                </a:lnTo>
                <a:lnTo>
                  <a:pt x="31" y="6054"/>
                </a:lnTo>
                <a:lnTo>
                  <a:pt x="31" y="6460"/>
                </a:lnTo>
                <a:lnTo>
                  <a:pt x="0" y="64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360" name="任意多边形: 形状 359"/>
          <p:cNvSpPr/>
          <p:nvPr>
            <p:custDataLst>
              <p:tags r:id="rId4"/>
            </p:custDataLst>
          </p:nvPr>
        </p:nvSpPr>
        <p:spPr>
          <a:xfrm>
            <a:off x="10784840" y="5510530"/>
            <a:ext cx="800100" cy="800100"/>
          </a:xfrm>
          <a:custGeom>
            <a:avLst/>
            <a:gdLst>
              <a:gd name="connsiteX0" fmla="*/ 0 w 800100"/>
              <a:gd name="connsiteY0" fmla="*/ 0 h 800100"/>
              <a:gd name="connsiteX1" fmla="*/ 800100 w 800100"/>
              <a:gd name="connsiteY1" fmla="*/ 0 h 800100"/>
              <a:gd name="connsiteX2" fmla="*/ 0 w 800100"/>
              <a:gd name="connsiteY2" fmla="*/ 800100 h 800100"/>
              <a:gd name="connsiteX3" fmla="*/ 0 w 800100"/>
              <a:gd name="connsiteY3" fmla="*/ 0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800100">
                <a:moveTo>
                  <a:pt x="0" y="0"/>
                </a:moveTo>
                <a:lnTo>
                  <a:pt x="800100" y="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: 形状 356"/>
          <p:cNvSpPr/>
          <p:nvPr>
            <p:custDataLst>
              <p:tags r:id="rId5"/>
            </p:custDataLst>
          </p:nvPr>
        </p:nvSpPr>
        <p:spPr>
          <a:xfrm>
            <a:off x="676910" y="1811655"/>
            <a:ext cx="10904220" cy="4461510"/>
          </a:xfrm>
          <a:custGeom>
            <a:avLst/>
            <a:gdLst>
              <a:gd name="connsiteX0" fmla="*/ 0 w 10904220"/>
              <a:gd name="connsiteY0" fmla="*/ 0 h 4461510"/>
              <a:gd name="connsiteX1" fmla="*/ 10904220 w 10904220"/>
              <a:gd name="connsiteY1" fmla="*/ 0 h 4461510"/>
              <a:gd name="connsiteX2" fmla="*/ 10904220 w 10904220"/>
              <a:gd name="connsiteY2" fmla="*/ 3681772 h 4461510"/>
              <a:gd name="connsiteX3" fmla="*/ 10124482 w 10904220"/>
              <a:gd name="connsiteY3" fmla="*/ 4461510 h 4461510"/>
              <a:gd name="connsiteX4" fmla="*/ 0 w 10904220"/>
              <a:gd name="connsiteY4" fmla="*/ 4461510 h 4461510"/>
              <a:gd name="connsiteX5" fmla="*/ 0 w 10904220"/>
              <a:gd name="connsiteY5" fmla="*/ 0 h 446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04220" h="4461510">
                <a:moveTo>
                  <a:pt x="0" y="0"/>
                </a:moveTo>
                <a:lnTo>
                  <a:pt x="10904220" y="0"/>
                </a:lnTo>
                <a:lnTo>
                  <a:pt x="10904220" y="3681772"/>
                </a:lnTo>
                <a:lnTo>
                  <a:pt x="10124482" y="4461510"/>
                </a:lnTo>
                <a:lnTo>
                  <a:pt x="0" y="446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76200" dist="38100" dir="2700000" algn="tl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rIns="720000" rtlCol="0" anchor="ctr"/>
          <a:lstStyle/>
          <a:p>
            <a:pPr indent="0" fontAlgn="auto">
              <a:lnSpc>
                <a:spcPct val="13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rgbClr val="262626"/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22" name="矩形: 圆角 21"/>
          <p:cNvSpPr/>
          <p:nvPr>
            <p:custDataLst>
              <p:tags r:id="rId6"/>
            </p:custDataLst>
          </p:nvPr>
        </p:nvSpPr>
        <p:spPr>
          <a:xfrm>
            <a:off x="672465" y="1718310"/>
            <a:ext cx="10904855" cy="443230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>
            <p:custDataLst>
              <p:tags r:id="rId7"/>
            </p:custDataLst>
          </p:nvPr>
        </p:nvSpPr>
        <p:spPr>
          <a:xfrm flipH="1">
            <a:off x="1030922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弧形 2"/>
          <p:cNvSpPr/>
          <p:nvPr>
            <p:custDataLst>
              <p:tags r:id="rId8"/>
            </p:custDataLst>
          </p:nvPr>
        </p:nvSpPr>
        <p:spPr>
          <a:xfrm flipH="1">
            <a:off x="1025779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9"/>
            </p:custDataLst>
          </p:nvPr>
        </p:nvSpPr>
        <p:spPr>
          <a:xfrm flipH="1">
            <a:off x="970661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弧形 4"/>
          <p:cNvSpPr/>
          <p:nvPr>
            <p:custDataLst>
              <p:tags r:id="rId10"/>
            </p:custDataLst>
          </p:nvPr>
        </p:nvSpPr>
        <p:spPr>
          <a:xfrm flipH="1">
            <a:off x="9655175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11"/>
            </p:custDataLst>
          </p:nvPr>
        </p:nvSpPr>
        <p:spPr>
          <a:xfrm flipH="1">
            <a:off x="91039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弧形 6"/>
          <p:cNvSpPr/>
          <p:nvPr>
            <p:custDataLst>
              <p:tags r:id="rId12"/>
            </p:custDataLst>
          </p:nvPr>
        </p:nvSpPr>
        <p:spPr>
          <a:xfrm flipH="1">
            <a:off x="9052560" y="1581150"/>
            <a:ext cx="179705" cy="248285"/>
          </a:xfrm>
          <a:prstGeom prst="arc">
            <a:avLst>
              <a:gd name="adj1" fmla="val 4337702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>
            <p:custDataLst>
              <p:tags r:id="rId13"/>
            </p:custDataLst>
          </p:nvPr>
        </p:nvSpPr>
        <p:spPr>
          <a:xfrm>
            <a:off x="159956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弧形 9"/>
          <p:cNvSpPr/>
          <p:nvPr>
            <p:custDataLst>
              <p:tags r:id="rId14"/>
            </p:custDataLst>
          </p:nvPr>
        </p:nvSpPr>
        <p:spPr>
          <a:xfrm>
            <a:off x="157607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>
            <p:custDataLst>
              <p:tags r:id="rId15"/>
            </p:custDataLst>
          </p:nvPr>
        </p:nvSpPr>
        <p:spPr>
          <a:xfrm>
            <a:off x="2202180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弧形 18"/>
          <p:cNvSpPr/>
          <p:nvPr>
            <p:custDataLst>
              <p:tags r:id="rId16"/>
            </p:custDataLst>
          </p:nvPr>
        </p:nvSpPr>
        <p:spPr>
          <a:xfrm>
            <a:off x="2179320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7"/>
            </p:custDataLst>
          </p:nvPr>
        </p:nvSpPr>
        <p:spPr>
          <a:xfrm>
            <a:off x="2804795" y="1776730"/>
            <a:ext cx="107950" cy="107950"/>
          </a:xfrm>
          <a:prstGeom prst="ellipse">
            <a:avLst/>
          </a:prstGeom>
          <a:noFill/>
          <a:ln w="1587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弧形 20"/>
          <p:cNvSpPr/>
          <p:nvPr>
            <p:custDataLst>
              <p:tags r:id="rId18"/>
            </p:custDataLst>
          </p:nvPr>
        </p:nvSpPr>
        <p:spPr>
          <a:xfrm>
            <a:off x="2780665" y="1581150"/>
            <a:ext cx="179705" cy="248285"/>
          </a:xfrm>
          <a:prstGeom prst="arc">
            <a:avLst>
              <a:gd name="adj1" fmla="val 4272007"/>
              <a:gd name="adj2" fmla="val 0"/>
            </a:avLst>
          </a:prstGeom>
          <a:noFill/>
          <a:ln w="44450"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1384935" y="2330450"/>
            <a:ext cx="9409430" cy="3779520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/>
          <a:p>
            <a:pPr marL="457200" lvl="1" indent="457200" algn="just" fontAlgn="auto">
              <a:lnSpc>
                <a:spcPct val="150000"/>
              </a:lnSpc>
            </a:pPr>
            <a:r>
              <a:rPr lang="zh-CN" altLang="en-US"/>
              <a:t>总书记的重要讲话如同定盘星，为新时代民营经济发展航程把舵定航。“不能变，也不会变”的庄严承诺，是持续优化发展环境的政治保障；“健康发展、高质量发展”的明确要求，是企业自身奋斗的目标，也是政府和社会共同努力的方向。通过不断优化营商环境“生态圈”、打通要素赋能“高速路”、激发创新主体“源动力”、筑牢法治护航“稳定器”，必将极大释放民营经济的活力和创造力。广大民营企业和企业家积极响应“胸怀报国志、一心谋发展、守法善经营、先富促共富”的号召，必将在中国式现代化的壮阔征程中创造无愧于时代的辉煌业绩。一个制度更有保障、环境更加优化、企业更具活力、创新更为踊跃的民营经济发展新格局正在形成，必将为中国经济巨轮劈波斩浪提供源源不断的强劲动能</a:t>
            </a:r>
            <a:endParaRPr lang="zh-CN" altLang="en-US"/>
          </a:p>
        </p:txBody>
      </p:sp>
    </p:spTree>
    <p:custDataLst>
      <p:tags r:id="rId2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 dirty="0"/>
              <a:t>谢谢</a:t>
            </a:r>
            <a:endParaRPr lang="en-US" altLang="zh-CN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汇报人: </a:t>
            </a:r>
            <a:r>
              <a:rPr lang="zh-CN" altLang="en-US"/>
              <a:t>童逸轩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"/>
</p:tagLst>
</file>

<file path=ppt/tags/tag7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9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3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8"/>
</p:tagLst>
</file>

<file path=ppt/tags/tag10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4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4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4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4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4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4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4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4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6"/>
</p:tagLst>
</file>

<file path=ppt/tags/tag11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8"/>
</p:tagLst>
</file>

<file path=ppt/tags/tag11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4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4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2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2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2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12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"/>
</p:tagLst>
</file>

<file path=ppt/tags/tag15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"/>
</p:tagLst>
</file>

<file path=ppt/tags/tag16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596"/>
</p:tagLst>
</file>

<file path=ppt/tags/tag18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596"/>
</p:tagLst>
</file>

<file path=ppt/tags/tag18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96"/>
  <p:tag name="KSO_WM_TEMPLATE_CATEGORY" val="custom"/>
  <p:tag name="KSO_WM_TEMPLATE_MASTER_TYPE" val="0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文档标题"/>
  <p:tag name="KSO_WM_UNIT_TEXT_TYPE" val="1"/>
</p:tagLst>
</file>

<file path=ppt/tags/tag18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59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WPS,A CLICK TO UNLIMITED POSSIBLITIES"/>
  <p:tag name="KSO_WM_UNIT_TEXT_TYPE" val="1"/>
</p:tagLst>
</file>

<file path=ppt/tags/tag18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9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18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596"/>
  <p:tag name="KSO_WM_TEMPLATE_CATEGORY" val="custom"/>
  <p:tag name="KSO_WM_SLIDE_INDEX" val="1"/>
  <p:tag name="KSO_WM_SLIDE_ID" val="custom20238596_1"/>
  <p:tag name="KSO_WM_TEMPLATE_MASTER_TYPE" val="0"/>
  <p:tag name="KSO_WM_SLIDE_LAYOUT" val="a_b_f"/>
  <p:tag name="KSO_WM_SLIDE_LAYOUT_CNT" val="1_1_1"/>
</p:tagLst>
</file>

<file path=ppt/tags/tag1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8596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USESOURCEFORMAT_APPLY" val="0"/>
</p:tagLst>
</file>

<file path=ppt/tags/tag191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2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UNIT_SUBTYPE" val="a"/>
  <p:tag name="KSO_WM_UNIT_PRESET_TEXT" val="单击添加&#10;目录项标题"/>
  <p:tag name="KSO_WM_UNIT_TEXT_TYPE" val="1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4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UNIT_SUBTYPE" val="a"/>
  <p:tag name="KSO_WM_UNIT_PRESET_TEXT" val="单击添加&#10;目录项标题"/>
  <p:tag name="KSO_WM_UNIT_TEXT_TYPE" val="1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5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6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UNIT_SUBTYPE" val="a"/>
  <p:tag name="KSO_WM_UNIT_PRESET_TEXT" val="单击添加&#10;目录项标题"/>
  <p:tag name="KSO_WM_UNIT_TEXT_TYPE" val="1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7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8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UNIT_SUBTYPE" val="a"/>
  <p:tag name="KSO_WM_UNIT_PRESET_TEXT" val="单击添加&#10;目录项标题"/>
  <p:tag name="KSO_WM_UNIT_TEXT_TYPE" val="1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199.xml><?xml version="1.0" encoding="utf-8"?>
<p:tagLst xmlns:p="http://schemas.openxmlformats.org/presentationml/2006/main">
  <p:tag name="KSO_WM_UNIT_TYPE" val="l_h_i"/>
  <p:tag name="KSO_WM_UNIT_SUBTYPE" val="d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i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0.xml><?xml version="1.0" encoding="utf-8"?>
<p:tagLst xmlns:p="http://schemas.openxmlformats.org/presentationml/2006/main">
  <p:tag name="KSO_WM_UNIT_TYPE" val="l_h_f"/>
  <p:tag name="KSO_WM_UNIT_INDEX" val="1_5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8596_5*l_h_f*1_5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8596"/>
  <p:tag name="KSO_WM_TEMPLATE_CATEGORY" val="custom"/>
  <p:tag name="KSO_WM_UNIT_SUBTYPE" val="a"/>
  <p:tag name="KSO_WM_UNIT_PRESET_TEXT" val="单击添加&#10;目录项标题"/>
  <p:tag name="KSO_WM_UNIT_TEXT_TYPE" val="1"/>
  <p:tag name="KSO_WM_DIAGRAM_MAX_ITEMCNT" val="6"/>
  <p:tag name="KSO_WM_DIAGRAM_MIN_ITEMCNT" val="2"/>
  <p:tag name="KSO_WM_DIAGRAM_VIRTUALLY_FRAME" val="{&quot;height&quot;:214.60000610351562,&quot;width&quot;:878.94580078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0"/>
</p:tagLst>
</file>

<file path=ppt/tags/tag201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5"/>
  <p:tag name="KSO_WM_DIAGRAM_GROUP_CODE" val="l1-1"/>
  <p:tag name="KSO_WM_BEAUTIFY_FLAG" val="#wm#"/>
  <p:tag name="KSO_WM_TEMPLATE_INDEX" val="20238596"/>
  <p:tag name="KSO_WM_TEMPLATE_CATEGORY" val="custom"/>
  <p:tag name="KSO_WM_SLIDE_INDEX" val="5"/>
  <p:tag name="KSO_WM_SLIDE_ID" val="custom20238596_5"/>
  <p:tag name="KSO_WM_TEMPLATE_MASTER_TYPE" val="0"/>
  <p:tag name="KSO_WM_SLIDE_LAYOUT" val="a_l"/>
  <p:tag name="KSO_WM_SLIDE_LAYOUT_CNT" val="1_1"/>
  <p:tag name="KSO_WM_SLIDE_DIAGTYPE" val="l"/>
</p:tagLst>
</file>

<file path=ppt/tags/tag2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章节标题"/>
  <p:tag name="KSO_WM_UNIT_TEXT_TYPE" val="1"/>
</p:tagLst>
</file>

<file path=ppt/tags/tag20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59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204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7"/>
  <p:tag name="KSO_WM_SLIDE_ID" val="custom20238596_7"/>
  <p:tag name="KSO_WM_TEMPLATE_MASTER_TYPE" val="0"/>
  <p:tag name="KSO_WM_SLIDE_LAYOUT" val="a_e"/>
  <p:tag name="KSO_WM_SLIDE_LAYOUT_CNT" val="1_1"/>
</p:tagLst>
</file>

<file path=ppt/tags/tag205.xml><?xml version="1.0" encoding="utf-8"?>
<p:tagLst xmlns:p="http://schemas.openxmlformats.org/presentationml/2006/main">
  <p:tag name="KSO_WM_UNIT_VALUE" val="1904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753_1*d*1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  <p:tag name="KSO_WM_UNIT_PICTURE_SUBTYPE" val="a"/>
  <p:tag name="MH_PIC_SOURCE_TYPE" val="generate_slide_ai*{&quot;ai_type&quot;:&quot;generate_ppt&quot;,&quot;id&quot;:&quot;&quot;}*auto_ai_ai_v2.1.1_ONLINE*1749303931598_5e4825_ce17c699d511-slide-4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753_1*i*1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FILL_FORE_SCHEMECOLOR_INDEX" val="14"/>
  <p:tag name="KSO_WM_UNIT_FILL_TYPE" val="1"/>
  <p:tag name="KSO_WM_UNIT_USESOURCEFORMAT_APPLY" val="1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753_1*i*2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USESOURCEFORMAT_APPLY" val="1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753_1*i*3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USESOURCEFORMAT_APPLY" val="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1753_1*i*4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1753_1*i*5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11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1753_1*f*1"/>
  <p:tag name="KSO_WM_TEMPLATE_CATEGORY" val="custom"/>
  <p:tag name="KSO_WM_TEMPLATE_INDEX" val="20231753"/>
  <p:tag name="KSO_WM_UNIT_LAYERLEVEL" val="1"/>
  <p:tag name="KSO_WM_TAG_VERSION" val="3.0"/>
  <p:tag name="KSO_WM_BEAUTIFY_FLAG" val="#wm#"/>
  <p:tag name="KSO_WM_UNIT_PRESET_TEXT" val="单击添加正文，文字是您思想的提炼，为了最终演示发布的良好效果，请言简意赅的阐述观点。根据需要可酌情增减文字，以便观者可以准确理解您所传达的信息。单击此处输入你的正文，文字是您思想的提炼，为了最终演示发布的良好效果，请尽量言简意赅的阐述观点。根据需要可酌情增减文字，以便观者理解您所传达的信息。单击添加正文，文字是您思想的提炼，为了最终演示发布的良好效果，请言简意赅的阐述观点。根据需要可酌情增减文字，以便观者可以准确理解您所传达的信息。"/>
  <p:tag name="KSO_WM_UNIT_TEXT_TYPE" val="1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753"/>
  <p:tag name="KSO_WM_UNIT_ID" val="custom20231753_1*a*1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21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960*540"/>
  <p:tag name="KSO_WM_SLIDE_POSITION" val="0*0"/>
  <p:tag name="KSO_WM_SLIDE_LAYOUT" val="a_d_f"/>
  <p:tag name="KSO_WM_SLIDE_LAYOUT_CNT" val="1_1_1"/>
  <p:tag name="KSO_WM_SPECIAL_SOURCE" val="bdnull"/>
  <p:tag name="KSO_WM_TEMPLATE_INDEX" val="20238596"/>
  <p:tag name="KSO_WM_TEMPLATE_SUBCATEGORY" val="0"/>
  <p:tag name="KSO_WM_SLIDE_INDEX" val="1"/>
  <p:tag name="KSO_WM_TAG_VERSION" val="3.0"/>
  <p:tag name="KSO_WM_SLIDE_ID" val="custom20231753_1"/>
  <p:tag name="KSO_WM_SLIDE_ITEM_CNT" val="0"/>
</p:tagLst>
</file>

<file path=ppt/tags/tag2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章节标题"/>
  <p:tag name="KSO_WM_UNIT_TEXT_TYPE" val="1"/>
</p:tagLst>
</file>

<file path=ppt/tags/tag21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59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21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7"/>
  <p:tag name="KSO_WM_SLIDE_ID" val="custom20238596_7"/>
  <p:tag name="KSO_WM_TEMPLATE_MASTER_TYPE" val="0"/>
  <p:tag name="KSO_WM_SLIDE_LAYOUT" val="a_e"/>
  <p:tag name="KSO_WM_SLIDE_LAYOUT_CNT" val="1_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8_1*i*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8_1*a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20234968_1*i*1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8_1*i*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8_1*i*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custom20234968_1*i*1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8_1*i*10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34968_1*i*1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34968_1*i*1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34968_1*i*1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custom20234968_1*i*1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custom20234968_1*i*1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8_1*i*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8_1*i*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8_1*i*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8_1*i*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8_1*i*8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8_1*i*9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8_1*f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VALUE" val="360"/>
  <p:tag name="KSO_WM_UNIT_TEXT_TYPE" val="1"/>
  <p:tag name="KSO_WM_UNIT_PRESET_TEXT" val="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单击添加文本具体内容，简明扼要地阐述您的观点。根据需要可酌情增减文字，以便观者准确地理解您传达的思想。"/>
</p:tagLst>
</file>

<file path=ppt/tags/tag236.xml><?xml version="1.0" encoding="utf-8"?>
<p:tagLst xmlns:p="http://schemas.openxmlformats.org/presentationml/2006/main">
  <p:tag name="KSO_WM_SLIDE_ID" val="custom20234968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860*468"/>
  <p:tag name="KSO_WM_SLIDE_POSITION" val="52*28"/>
  <p:tag name="KSO_WM_SLIDE_LAYOUT" val="a_f"/>
  <p:tag name="KSO_WM_SLIDE_LAYOUT_CNT" val="1_1"/>
  <p:tag name="KSO_WM_SPECIAL_SOURCE" val="bdnull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0968_2*a*1"/>
  <p:tag name="KSO_WM_TEMPLATE_CATEGORY" val="diagram"/>
  <p:tag name="KSO_WM_TEMPLATE_INDEX" val="20230968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5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i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i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i*1_4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LINE_FILL_TYPE" val="2"/>
  <p:tag name="KSO_WM_UNIT_USESOURCEFORMAT_APPLY" val="0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i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_BRIGHTNESS" val="-0.15"/>
  <p:tag name="KSO_WM_UNIT_SHADOW_SCHEMECOLOR_INDEX" val="14"/>
  <p:tag name="KSO_WM_UNIT_TEXT_FILL_FORE_SCHEMECOLOR_INDEX_BRIGHTNESS" val="0"/>
  <p:tag name="KSO_WM_UNIT_TEXT_FILL_FORE_SCHEMECOLOR_INDEX" val="2"/>
  <p:tag name="KSO_WM_UNIT_TEXT_FILL_TYPE" val="1"/>
  <p:tag name="KSO_WM_UNIT_FILL_TYPE" val="1"/>
  <p:tag name="KSO_WM_UNIT_FILL_FORE_SCHEMECOLOR_INDEX" val="13"/>
  <p:tag name="KSO_WM_UNIT_FILL_FORE_SCHEMECOLOR_INDEX_BRIGHTNESS" val="0.6"/>
  <p:tag name="KSO_WM_UNIT_LINE_FORE_SCHEMECOLOR_INDEX" val="13"/>
  <p:tag name="KSO_WM_UNIT_LINE_FILL_TYPE" val="2"/>
  <p:tag name="KSO_WM_UNIT_USESOURCEFORMAT_APPLY" val="0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d*1_4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34*675"/>
  <p:tag name="KSO_WM_DIAGRAM_GROUP_CODE" val="l1-1"/>
  <p:tag name="KSO_WM_UNIT_TYPE" val="l_h_d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63032277&quot;}*auto_gallery_ai_v2.1.1_ONLINE*1749297682254_921f56_eba54f28dabc-slide-8"/>
  <p:tag name="KSO_WM_UNIT_LINE_FILL_TYPE" val="2"/>
  <p:tag name="KSO_WM_UNIT_USESOURCEFORMAT_APPLY" val="0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d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34*675"/>
  <p:tag name="KSO_WM_DIAGRAM_GROUP_CODE" val="l1-1"/>
  <p:tag name="KSO_WM_UNIT_TYPE" val="l_h_d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489085554&quot;}*auto_gallery_ai_v2.1.1_ONLINE*1749297682254_921f56_eba54f28dabc-slide-8"/>
  <p:tag name="KSO_WM_UNIT_LINE_FILL_TYPE" val="2"/>
  <p:tag name="KSO_WM_UNIT_USESOURCEFORMAT_APPLY" val="0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d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34*675"/>
  <p:tag name="KSO_WM_DIAGRAM_GROUP_CODE" val="l1-1"/>
  <p:tag name="KSO_WM_UNIT_TYPE" val="l_h_d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1473118448&quot;}*auto_gallery_ai_v2.1.1_ONLINE*1749297682254_921f56_eba54f28dabc-slide-8"/>
  <p:tag name="KSO_WM_UNIT_LINE_FILL_TYPE" val="2"/>
  <p:tag name="KSO_WM_UNIT_USESOURCEFORMAT_APPLY" val="0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0968_3*l_h_d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UNIT_VALUE" val="533*675"/>
  <p:tag name="KSO_WM_DIAGRAM_GROUP_CODE" val="l1-1"/>
  <p:tag name="KSO_WM_UNIT_TYPE" val="l_h_d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5"/>
  <p:tag name="KSO_WM_UNIT_FILL_FORE_SCHEMECOLOR_INDEX_BRIGHTNESS" val="0"/>
  <p:tag name="KSO_WM_UNIT_LINE_FORE_SCHEMECOLOR_INDEX" val="13"/>
  <p:tag name="KSO_WM_UNIT_PICTURE_SUBTYPE" val="b"/>
  <p:tag name="MH_PIC_SOURCE_TYPE" val="generate_slide_ai*{&quot;ai_type&quot;:&quot;generate_ppt&quot;,&quot;id&quot;:&quot;VCG41N494147559&quot;}*auto_gallery_ai_v2.1.1_ONLINE*1749297682254_921f56_eba54f28dabc-slide-8"/>
  <p:tag name="KSO_WM_UNIT_LINE_FILL_TYPE" val="2"/>
  <p:tag name="KSO_WM_UNIT_USESOURCEFORMAT_APPLY" val="0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0968_3*l_h_a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68_3*l_h_f*1_1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0968_3*l_h_a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UNIT_USESOURCEFORMAT_APPLY" val="0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0968_3*l_h_a*1_4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添加标题"/>
  <p:tag name="KSO_WM_UNIT_TEXT_TYPE" val="1"/>
  <p:tag name="KSO_WM_UNIT_USESOURCEFORMAT_APPLY" val="0"/>
</p:tagLst>
</file>

<file path=ppt/tags/tag2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0968_3*l_h_f*1_4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输入你的项正文，文字是您思想的提炼，请尽量言简意赅的阐述观点。"/>
  <p:tag name="KSO_WM_UNIT_TEXT_TYPE" val="1"/>
  <p:tag name="KSO_WM_UNIT_TEXT_LAYER_COUNT" val="1"/>
  <p:tag name="KSO_WM_UNIT_USESOURCEFORMAT_APPLY" val="0"/>
</p:tagLst>
</file>

<file path=ppt/tags/tag25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68_3*l_h_f*1_2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TEXT_FILL_TYPE" val="1"/>
  <p:tag name="KSO_WM_UNIT_PRESET_TEXT" val="单击此处输入你的项正文，文字是您思想的提炼，请尽量言简意赅的阐述观点。"/>
  <p:tag name="KSO_WM_UNIT_TEXT_TYPE" val="1"/>
  <p:tag name="KSO_WM_UNIT_TEXT_LAYER_COUNT" val="1"/>
  <p:tag name="KSO_WM_UNIT_USESOURCEFORMAT_APPLY" val="0"/>
</p:tagLst>
</file>

<file path=ppt/tags/tag2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0968_3*l_h_a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_BRIGHTNESS" val="0"/>
  <p:tag name="KSO_WM_UNIT_PRESET_TEXT" val="添加标题"/>
  <p:tag name="KSO_WM_UNIT_TEXT_FILL_FORE_SCHEMECOLOR_INDEX" val="1"/>
  <p:tag name="KSO_WM_UNIT_TEXT_FILL_TYPE" val="1"/>
  <p:tag name="KSO_WM_UNIT_TEXT_TYPE" val="1"/>
  <p:tag name="KSO_WM_UNIT_USESOURCEFORMAT_APPLY" val="0"/>
</p:tagLst>
</file>

<file path=ppt/tags/tag25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68_3*l_h_f*1_3_1"/>
  <p:tag name="KSO_WM_TEMPLATE_CATEGORY" val="diagram"/>
  <p:tag name="KSO_WM_TEMPLATE_INDEX" val="2023096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6.2639465332031,&quot;width&quot;:850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文字是您思想的提炼，请尽量言简意赅的阐述观点。"/>
  <p:tag name="KSO_WM_UNIT_TEXT_FILL_FORE_SCHEMECOLOR_INDEX" val="1"/>
  <p:tag name="KSO_WM_UNIT_TEXT_FILL_TYPE" val="1"/>
  <p:tag name="KSO_WM_UNIT_TEXT_TYPE" val="1"/>
  <p:tag name="KSO_WM_UNIT_TEXT_LAYER_COUNT" val="1"/>
  <p:tag name="KSO_WM_UNIT_USESOURCEFORMAT_APPLY" val="0"/>
</p:tagLst>
</file>

<file path=ppt/tags/tag254.xml><?xml version="1.0" encoding="utf-8"?>
<p:tagLst xmlns:p="http://schemas.openxmlformats.org/presentationml/2006/main">
  <p:tag name="KSO_WM_SLIDE_ID" val="diagram20230968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6809"/>
  <p:tag name="KSO_WM_SLIDE_TYPE" val="text"/>
  <p:tag name="KSO_WM_SLIDE_SUBTYPE" val="diag"/>
  <p:tag name="KSO_WM_SLIDE_SIZE" val="850.4*365.625"/>
  <p:tag name="KSO_WM_SLIDE_POSITION" val="54.8*111.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章节标题"/>
  <p:tag name="KSO_WM_UNIT_TEXT_TYPE" val="1"/>
</p:tagLst>
</file>

<file path=ppt/tags/tag25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59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25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7"/>
  <p:tag name="KSO_WM_SLIDE_ID" val="custom20238596_7"/>
  <p:tag name="KSO_WM_TEMPLATE_MASTER_TYPE" val="0"/>
  <p:tag name="KSO_WM_SLIDE_LAYOUT" val="a_e"/>
  <p:tag name="KSO_WM_SLIDE_LAYOUT_CNT" val="1_1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2480_1*d*1"/>
  <p:tag name="KSO_WM_TEMPLATE_CATEGORY" val="custom"/>
  <p:tag name="KSO_WM_TEMPLATE_INDEX" val="20232480"/>
  <p:tag name="KSO_WM_UNIT_LAYERLEVEL" val="1"/>
  <p:tag name="KSO_WM_TAG_VERSION" val="3.0"/>
  <p:tag name="KSO_WM_BEAUTIFY_FLAG" val="#wm#"/>
  <p:tag name="KSO_WM_UNIT_VALUE" val="1139*3383"/>
  <p:tag name="KSO_WM_UNIT_PICTURE_SUBTYPE" val="a"/>
  <p:tag name="MH_PIC_SOURCE_TYPE" val="generate_slide_ai*{&quot;ai_type&quot;:&quot;generate_ppt&quot;,&quot;id&quot;:&quot;&quot;}*auto_ai_ai_v2.1.1_ONLINE*1749303931598_5e4825_ce17c699d511-slide-8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2480_1*i*1"/>
  <p:tag name="KSO_WM_TEMPLATE_CATEGORY" val="custom"/>
  <p:tag name="KSO_WM_TEMPLATE_INDEX" val="20232480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2480_1*i*2"/>
  <p:tag name="KSO_WM_TEMPLATE_CATEGORY" val="custom"/>
  <p:tag name="KSO_WM_TEMPLATE_INDEX" val="20232480"/>
  <p:tag name="KSO_WM_UNIT_LAYERLEVEL" val="1"/>
  <p:tag name="KSO_WM_TAG_VERSION" val="3.0"/>
  <p:tag name="KSO_WM_BEAUTIFY_FLAG" val="#wm#"/>
  <p:tag name="KSO_WM_DIAGRAM_VERSION" val="3"/>
  <p:tag name="KSO_WM_DIAGRAM_COLOR_TRICK" val="1"/>
  <p:tag name="KSO_WM_DIAGRAM_COLOR_TEXT_CAN_REMOVE" val="n"/>
</p:tagLst>
</file>

<file path=ppt/tags/tag261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c_f"/>
  <p:tag name="KSO_WM_UNIT_INDEX" val="1_1"/>
  <p:tag name="KSO_WM_UNIT_ID" val="custom20232480_1*c_f*1_1"/>
  <p:tag name="KSO_WM_TEMPLATE_CATEGORY" val="custom"/>
  <p:tag name="KSO_WM_TEMPLATE_INDEX" val="20232480"/>
  <p:tag name="KSO_WM_UNIT_LAYERLEVEL" val="1_1"/>
  <p:tag name="KSO_WM_TAG_VERSION" val="3.0"/>
  <p:tag name="KSO_WM_BEAUTIFY_FLAG" val="#wm#"/>
  <p:tag name="KSO_WM_UNIT_VALUE" val="76"/>
  <p:tag name="KSO_WM_UNIT_PRESET_TEXT" val="单击此处添加正文，文字是您思想的提炼，为了最终演示发布的良好效果，请言简的阐述观点。根据需要可酌情增减文字，以便观者准确理解您所传达的信息。"/>
  <p:tag name="KSO_WM_UNIT_LINE_FORE_SCHEMECOLOR_INDEX" val="-2"/>
  <p:tag name="KSO_WM_UNIT_TEXT_FILL_FORE_SCHEMECOLOR_INDEX" val="1"/>
  <p:tag name="KSO_WM_UNIT_TEXT_FILL_TYPE" val="1"/>
  <p:tag name="KSO_WM_UNIT_TEXT_TYPE" val="1"/>
</p:tagLst>
</file>

<file path=ppt/tags/tag2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2480_1*a*1"/>
  <p:tag name="KSO_WM_TEMPLATE_CATEGORY" val="custom"/>
  <p:tag name="KSO_WM_TEMPLATE_INDEX" val="20232480"/>
  <p:tag name="KSO_WM_UNIT_LAYERLEVEL" val="1"/>
  <p:tag name="KSO_WM_TAG_VERSION" val="3.0"/>
  <p:tag name="KSO_WM_BEAUTIFY_FLAG" val="#wm#"/>
  <p:tag name="KSO_WM_UNIT_VALUE" val="18"/>
  <p:tag name="KSO_WM_UNIT_PRESET_TEXT" val="单击添加&#13;页面的标题"/>
  <p:tag name="KSO_WM_UNIT_TEXT_TYPE" val="1"/>
</p:tagLst>
</file>

<file path=ppt/tags/tag2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2480_1*i*3"/>
  <p:tag name="KSO_WM_TEMPLATE_CATEGORY" val="custom"/>
  <p:tag name="KSO_WM_TEMPLATE_INDEX" val="20232480"/>
  <p:tag name="KSO_WM_UNIT_LAYERLEVEL" val="1"/>
  <p:tag name="KSO_WM_TAG_VERSION" val="3.0"/>
  <p:tag name="KSO_WM_UNIT_LINE_FORE_SCHEMECOLOR_INDEX" val="5"/>
  <p:tag name="KSO_WM_DIAGRAM_MAX_ITEMCNT" val="4"/>
  <p:tag name="KSO_WM_DIAGRAM_MIN_ITEMCNT" val="2"/>
  <p:tag name="KSO_WM_DIAGRAM_VIRTUALLY_FRAME" val="{&quot;height&quot;:360.75,&quot;left&quot;:48.299993896484374,&quot;top&quot;:132.1,&quot;width&quot;:408.200012207031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_BRIGHTNESS" val="0"/>
  <p:tag name="KSO_WM_UNIT_LINE_FILL_TYPE" val="2"/>
  <p:tag name="KSO_WM_UNIT_USESOURCEFORMAT_APPLY" val="1"/>
  <p:tag name="KSO_WM_BEAUTIFY_FLAG" val="#wm#"/>
</p:tagLst>
</file>

<file path=ppt/tags/tag264.xml><?xml version="1.0" encoding="utf-8"?>
<p:tagLst xmlns:p="http://schemas.openxmlformats.org/presentationml/2006/main">
  <p:tag name="KSO_WM_SLIDE_ID" val="custom20232480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349.1*137.6"/>
  <p:tag name="KSO_WM_SLIDE_POSITION" val="143.575*297.15"/>
  <p:tag name="KSO_WM_SLIDE_LAYOUT" val="a_d_c"/>
  <p:tag name="KSO_WM_SLIDE_LAYOUT_CNT" val="1_1_1"/>
  <p:tag name="KSO_WM_SPECIAL_SOURCE" val="bdnull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9_1*a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9_1*i*1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9_1*i*2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9_1*i*3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9_1*i*4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9_1*i*5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9_1*i*6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9_1*i*7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9_1*i*8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9_1*i*9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9_1*i*10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9_1*f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VALUE" val="432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</p:tagLst>
</file>

<file path=ppt/tags/tag277.xml><?xml version="1.0" encoding="utf-8"?>
<p:tagLst xmlns:p="http://schemas.openxmlformats.org/presentationml/2006/main">
  <p:tag name="KSO_WM_SLIDE_ID" val="custom2023496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864*458"/>
  <p:tag name="KSO_WM_SLIDE_POSITION" val="47*28"/>
  <p:tag name="KSO_WM_SLIDE_LAYOUT" val="a_f"/>
  <p:tag name="KSO_WM_SLIDE_LAYOUT_CNT" val="1_1"/>
  <p:tag name="KSO_WM_SPECIAL_SOURCE" val="bdnull"/>
</p:tagLst>
</file>

<file path=ppt/tags/tag2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9_1*a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9_1*i*1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9_1*i*2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9_1*i*3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9_1*i*4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9_1*i*5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9_1*i*6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9_1*i*7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9_1*i*8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9_1*i*9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9_1*i*10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9_1*f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VALUE" val="432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</p:tagLst>
</file>

<file path=ppt/tags/tag290.xml><?xml version="1.0" encoding="utf-8"?>
<p:tagLst xmlns:p="http://schemas.openxmlformats.org/presentationml/2006/main">
  <p:tag name="KSO_WM_SLIDE_ID" val="custom2023496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864*458"/>
  <p:tag name="KSO_WM_SLIDE_POSITION" val="47*28"/>
  <p:tag name="KSO_WM_SLIDE_LAYOUT" val="a_f"/>
  <p:tag name="KSO_WM_SLIDE_LAYOUT_CNT" val="1_1"/>
  <p:tag name="KSO_WM_SPECIAL_SOURCE" val="bdnull"/>
</p:tagLst>
</file>

<file path=ppt/tags/tag2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9_1*a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9_1*i*1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9_1*i*2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9_1*i*3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9_1*i*4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9_1*i*5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9_1*i*6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9_1*i*7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9_1*i*8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9_1*i*9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9_1*i*10"/>
  <p:tag name="KSO_WM_TEMPLATE_CATEGORY" val="custom"/>
  <p:tag name="KSO_WM_TEMPLATE_INDEX" val="20234969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9_1*f*1"/>
  <p:tag name="KSO_WM_TEMPLATE_CATEGORY" val="custom"/>
  <p:tag name="KSO_WM_TEMPLATE_INDEX" val="20234969"/>
  <p:tag name="KSO_WM_UNIT_LAYERLEVEL" val="1"/>
  <p:tag name="KSO_WM_TAG_VERSION" val="3.0"/>
  <p:tag name="KSO_WM_BEAUTIFY_FLAG" val="#wm#"/>
  <p:tag name="KSO_WM_UNIT_TEXT_TYPE" val="1"/>
  <p:tag name="KSO_WM_UNIT_VALUE" val="432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"/>
</p:tagLst>
</file>

<file path=ppt/tags/tag303.xml><?xml version="1.0" encoding="utf-8"?>
<p:tagLst xmlns:p="http://schemas.openxmlformats.org/presentationml/2006/main">
  <p:tag name="KSO_WM_SLIDE_ID" val="custom20234969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864*458"/>
  <p:tag name="KSO_WM_SLIDE_POSITION" val="47*28"/>
  <p:tag name="KSO_WM_SLIDE_LAYOUT" val="a_f"/>
  <p:tag name="KSO_WM_SLIDE_LAYOUT_CNT" val="1_1"/>
  <p:tag name="KSO_WM_SPECIAL_SOURCE" val="bdnull"/>
</p:tagLst>
</file>

<file path=ppt/tags/tag3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章节标题"/>
  <p:tag name="KSO_WM_UNIT_TEXT_TYPE" val="1"/>
</p:tagLst>
</file>

<file path=ppt/tags/tag30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59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306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7"/>
  <p:tag name="KSO_WM_SLIDE_ID" val="custom20238596_7"/>
  <p:tag name="KSO_WM_TEMPLATE_MASTER_TYPE" val="0"/>
  <p:tag name="KSO_WM_SLIDE_LAYOUT" val="a_e"/>
  <p:tag name="KSO_WM_SLIDE_LAYOUT_CNT" val="1_1"/>
</p:tagLst>
</file>

<file path=ppt/tags/tag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184_2*a*1"/>
  <p:tag name="KSO_WM_TEMPLATE_CATEGORY" val="diagram"/>
  <p:tag name="KSO_WM_TEMPLATE_INDEX" val="20233184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5"/>
  <p:tag name="KSO_WM_UNIT_TEXT_FILL_TYPE" val="1"/>
  <p:tag name="KSO_WM_UNIT_USESOURCEFORMAT_APPLY" val="0"/>
</p:tagLst>
</file>

<file path=ppt/tags/tag30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184_1*l_h_f*1_1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5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USESOURCEFORMAT_APPLY" val="0"/>
</p:tagLst>
</file>

<file path=ppt/tags/tag3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184_1*l_h_a*1_1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5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310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184_1*l_h_f*1_2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65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TEXT_LAYER_COUNT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内容观点。"/>
  <p:tag name="KSO_WM_UNIT_TEXT_FILL_FORE_SCHEMECOLOR_INDEX" val="1"/>
  <p:tag name="KSO_WM_UNIT_TEXT_FILL_TYPE" val="1"/>
  <p:tag name="KSO_WM_UNIT_USESOURCEFORMAT_APPLY" val="0"/>
</p:tagLst>
</file>

<file path=ppt/tags/tag3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184_1*l_h_a*1_2_1"/>
  <p:tag name="KSO_WM_TEMPLATE_CATEGORY" val="diagram"/>
  <p:tag name="KSO_WM_TEMPLATE_INDEX" val="20233184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5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此处添加项标题"/>
  <p:tag name="KSO_WM_UNIT_TEXT_FILL_FORE_SCHEMECOLOR_INDEX" val="1"/>
  <p:tag name="KSO_WM_UNIT_TEXT_FILL_TYPE" val="1"/>
  <p:tag name="KSO_WM_UNIT_USESOURCEFORMAT_APPLY" val="0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4_1*l_h_x*1_1_1"/>
  <p:tag name="KSO_WM_TEMPLATE_CATEGORY" val="diagram"/>
  <p:tag name="KSO_WM_TEMPLATE_INDEX" val="202331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90*90"/>
  <p:tag name="KSO_WM_UNIT_TYPE" val="l_h_x"/>
  <p:tag name="KSO_WM_UNIT_INDEX" val="1_1_1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184_1*l_h_x*1_2_1"/>
  <p:tag name="KSO_WM_TEMPLATE_CATEGORY" val="diagram"/>
  <p:tag name="KSO_WM_TEMPLATE_INDEX" val="20233184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90*90"/>
  <p:tag name="KSO_WM_UNIT_TYPE" val="l_h_x"/>
  <p:tag name="KSO_WM_UNIT_INDEX" val="1_2_1"/>
  <p:tag name="KSO_WM_DIAGRAM_MAX_ITEMCNT" val="6"/>
  <p:tag name="KSO_WM_DIAGRAM_MIN_ITEMCNT" val="2"/>
  <p:tag name="KSO_WM_DIAGRAM_VIRTUALLY_FRAME" val="{&quot;height&quot;:326.8,&quot;left&quot;:198.5456576514056,&quot;top&quot;:150.95,&quot;width&quot;:558.7586059570312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0"/>
</p:tagLst>
</file>

<file path=ppt/tags/tag314.xml><?xml version="1.0" encoding="utf-8"?>
<p:tagLst xmlns:p="http://schemas.openxmlformats.org/presentationml/2006/main">
  <p:tag name="KSO_WM_SLIDE_ID" val="diagram20233184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diag"/>
  <p:tag name="KSO_WM_SLIDE_SIZE" val="543.1*309.7"/>
  <p:tag name="KSO_WM_SLIDE_POSITION" val="206.35*163.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3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  <p:tag name="KSO_WM_UNIT_PRESET_TEXT" val="单击此处添加章节标题"/>
  <p:tag name="KSO_WM_UNIT_TEXT_TYPE" val="1"/>
</p:tagLst>
</file>

<file path=ppt/tags/tag316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8596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</p:tagLst>
</file>

<file path=ppt/tags/tag317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7"/>
  <p:tag name="KSO_WM_SLIDE_ID" val="custom20238596_7"/>
  <p:tag name="KSO_WM_TEMPLATE_MASTER_TYPE" val="0"/>
  <p:tag name="KSO_WM_SLIDE_LAYOUT" val="a_e"/>
  <p:tag name="KSO_WM_SLIDE_LAYOUT_CNT" val="1_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68_1*i*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968_1*a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custom20234968_1*i*1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968_1*i*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68_1*i*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custom20234968_1*i*1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custom20234968_1*i*10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custom20234968_1*i*11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custom20234968_1*i*12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custom20234968_1*i*1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custom20234968_1*i*1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custom20234968_1*i*15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968_1*i*3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968_1*i*4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custom20234968_1*i*6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custom20234968_1*i*7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custom20234968_1*i*8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custom20234968_1*i*9"/>
  <p:tag name="KSO_WM_TEMPLATE_CATEGORY" val="custom"/>
  <p:tag name="KSO_WM_TEMPLATE_INDEX" val="20234968"/>
  <p:tag name="KSO_WM_UNIT_LAYERLEVEL" val="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968_1*f*1"/>
  <p:tag name="KSO_WM_TEMPLATE_CATEGORY" val="custom"/>
  <p:tag name="KSO_WM_TEMPLATE_INDEX" val="20234968"/>
  <p:tag name="KSO_WM_UNIT_LAYERLEVEL" val="1"/>
  <p:tag name="KSO_WM_TAG_VERSION" val="3.0"/>
  <p:tag name="KSO_WM_BEAUTIFY_FLAG" val="#wm#"/>
  <p:tag name="KSO_WM_UNIT_VALUE" val="360"/>
  <p:tag name="KSO_WM_UNIT_TEXT_TYPE" val="1"/>
  <p:tag name="KSO_WM_UNIT_PRESET_TEXT" val="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根据需要可酌情增减文字，以便观者准确地理解您传达的思想。单击添加文本具体内容，简明扼要地阐述您的观点。单击添加文本具体内容，简明扼要地阐述您的观点。根据需要可酌情增减文字，以便观者准确地理解您传达的思想。"/>
</p:tagLst>
</file>

<file path=ppt/tags/tag337.xml><?xml version="1.0" encoding="utf-8"?>
<p:tagLst xmlns:p="http://schemas.openxmlformats.org/presentationml/2006/main">
  <p:tag name="KSO_WM_SLIDE_ID" val="custom20234968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596"/>
  <p:tag name="KSO_WM_SLIDE_TYPE" val="text"/>
  <p:tag name="KSO_WM_SLIDE_SUBTYPE" val="picTxt"/>
  <p:tag name="KSO_WM_SLIDE_SIZE" val="860*468"/>
  <p:tag name="KSO_WM_SLIDE_POSITION" val="52*28"/>
  <p:tag name="KSO_WM_SLIDE_LAYOUT" val="a_f"/>
  <p:tag name="KSO_WM_SLIDE_LAYOUT_CNT" val="1_1"/>
  <p:tag name="KSO_WM_SPECIAL_SOURCE" val="bdnull"/>
</p:tagLst>
</file>

<file path=ppt/tags/tag3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96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ISCONTENTSTITLE" val="0"/>
</p:tagLst>
</file>

<file path=ppt/tags/tag339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96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96"/>
  <p:tag name="KSO_WM_TEMPLATE_CATEGORY" val="custom"/>
  <p:tag name="KSO_WM_UNIT_VALUE" val="34"/>
</p:tagLst>
</file>

<file path=ppt/tags/tag340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596"/>
  <p:tag name="KSO_WM_TEMPLATE_CATEGORY" val="custom"/>
  <p:tag name="KSO_WM_SLIDE_INDEX" val="9"/>
  <p:tag name="KSO_WM_SLIDE_ID" val="custom20238596_9"/>
  <p:tag name="KSO_WM_TEMPLATE_MASTER_TYPE" val="0"/>
  <p:tag name="KSO_WM_SLIDE_LAYOUT" val="a_f"/>
  <p:tag name="KSO_WM_SLIDE_LAYOUT_CNT" val="1_1"/>
</p:tagLst>
</file>

<file path=ppt/tags/tag341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简约风三角框架职场办公">
  <a:themeElements>
    <a:clrScheme name="">
      <a:dk1>
        <a:srgbClr val="000000"/>
      </a:dk1>
      <a:lt1>
        <a:srgbClr val="FFFFFF"/>
      </a:lt1>
      <a:dk2>
        <a:srgbClr val="0C0C3A"/>
      </a:dk2>
      <a:lt2>
        <a:srgbClr val="F4F4FD"/>
      </a:lt2>
      <a:accent1>
        <a:srgbClr val="4949D9"/>
      </a:accent1>
      <a:accent2>
        <a:srgbClr val="0071D2"/>
      </a:accent2>
      <a:accent3>
        <a:srgbClr val="008CC9"/>
      </a:accent3>
      <a:accent4>
        <a:srgbClr val="00A0C1"/>
      </a:accent4>
      <a:accent5>
        <a:srgbClr val="00B1B9"/>
      </a:accent5>
      <a:accent6>
        <a:srgbClr val="30C0B4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1993</Words>
  <Application>WPS 演示</Application>
  <PresentationFormat>宽屏</PresentationFormat>
  <Paragraphs>109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MiSans Normal</vt:lpstr>
      <vt:lpstr>WPS</vt:lpstr>
      <vt:lpstr>2_简约风三角框架职场办公</vt:lpstr>
      <vt:lpstr>优化生态，激发活力 ​​</vt:lpstr>
      <vt:lpstr>目录</vt:lpstr>
      <vt:lpstr>引言</vt:lpstr>
      <vt:lpstr>引言</vt:lpstr>
      <vt:lpstr>“健康发展”的内涵解析与实践痛点</vt:lpstr>
      <vt:lpstr>“健康发展”的内涵解析与实践痛点</vt:lpstr>
      <vt:lpstr>实践中的挑战</vt:lpstr>
      <vt:lpstr>促进民营经济健康发展的关键实践路径</vt:lpstr>
      <vt:lpstr>优化环境稳预期 促民营发展</vt:lpstr>
      <vt:lpstr>优化营商环境，筑牢稳定基石</vt:lpstr>
      <vt:lpstr>强化要素赋能，激活内生发展动力</vt:lpstr>
      <vt:lpstr>激发创新活力，建设包容健康生态</vt:lpstr>
      <vt:lpstr>坚实法治保障，护航行稳致远</vt:lpstr>
      <vt:lpstr>​​四、坚实法治保障，护航行稳致远</vt:lpstr>
      <vt:lpstr>结语</vt:lpstr>
      <vt:lpstr>结语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Vivian</cp:lastModifiedBy>
  <cp:revision>159</cp:revision>
  <dcterms:created xsi:type="dcterms:W3CDTF">2019-06-19T02:08:00Z</dcterms:created>
  <dcterms:modified xsi:type="dcterms:W3CDTF">2025-06-08T04:05:21Z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78FADA6722CF432FA6F825401D16CE00_13</vt:lpwstr>
  </property>
</Properties>
</file>