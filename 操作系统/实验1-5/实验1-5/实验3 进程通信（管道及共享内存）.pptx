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1"/>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3" r:id="rId16"/>
    <p:sldId id="274" r:id="rId17"/>
    <p:sldId id="271" r:id="rId18"/>
    <p:sldId id="272" r:id="rId19"/>
    <p:sldId id="275" r:id="rId2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93" d="100"/>
          <a:sy n="93" d="100"/>
        </p:scale>
        <p:origin x="-36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01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1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1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1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lvl="0" algn="r" eaLnBrk="1" hangingPunct="1"/>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1"/>
            </a:gs>
            <a:gs pos="100000">
              <a:schemeClr val="bg1">
                <a:gamma/>
                <a:shade val="48627"/>
                <a:invGamma/>
              </a:schemeClr>
            </a:gs>
          </a:gsLst>
          <a:lin ang="2700000" scaled="1"/>
        </a:gradFill>
        <a:effectLst/>
      </p:bgPr>
    </p:bg>
    <p:spTree>
      <p:nvGrpSpPr>
        <p:cNvPr id="1" name=""/>
        <p:cNvGrpSpPr/>
        <p:nvPr/>
      </p:nvGrpSpPr>
      <p:grpSpPr>
        <a:xfrm>
          <a:off x="0" y="0"/>
          <a:ext cx="0" cy="0"/>
          <a:chOff x="0" y="0"/>
          <a:chExt cx="0" cy="0"/>
        </a:xfrm>
      </p:grpSpPr>
      <p:grpSp>
        <p:nvGrpSpPr>
          <p:cNvPr id="2050" name="Group 2"/>
          <p:cNvGrpSpPr/>
          <p:nvPr/>
        </p:nvGrpSpPr>
        <p:grpSpPr>
          <a:xfrm>
            <a:off x="-498475" y="1311275"/>
            <a:ext cx="10429875" cy="5908675"/>
            <a:chOff x="-313" y="824"/>
            <a:chExt cx="6570" cy="3722"/>
          </a:xfrm>
        </p:grpSpPr>
        <p:sp>
          <p:nvSpPr>
            <p:cNvPr id="2056" name="Rectangle 3"/>
            <p:cNvSpPr/>
            <p:nvPr userDrawn="1"/>
          </p:nvSpPr>
          <p:spPr>
            <a:xfrm rot="-801856" flipV="1">
              <a:off x="-14" y="1033"/>
              <a:ext cx="1744"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57" name="Rectangle 4"/>
            <p:cNvSpPr/>
            <p:nvPr userDrawn="1"/>
          </p:nvSpPr>
          <p:spPr>
            <a:xfrm rot="-825634" flipV="1">
              <a:off x="-24" y="1127"/>
              <a:ext cx="2033"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58" name="Rectangle 5"/>
            <p:cNvSpPr/>
            <p:nvPr userDrawn="1"/>
          </p:nvSpPr>
          <p:spPr>
            <a:xfrm rot="-842579" flipV="1">
              <a:off x="-27" y="1198"/>
              <a:ext cx="2246"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59" name="Rectangle 6"/>
            <p:cNvSpPr/>
            <p:nvPr userDrawn="1"/>
          </p:nvSpPr>
          <p:spPr>
            <a:xfrm rot="-915794" flipV="1">
              <a:off x="-43" y="1283"/>
              <a:ext cx="2476"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0" name="Rectangle 7"/>
            <p:cNvSpPr/>
            <p:nvPr userDrawn="1"/>
          </p:nvSpPr>
          <p:spPr>
            <a:xfrm rot="-968774" flipV="1">
              <a:off x="-51" y="1397"/>
              <a:ext cx="2770"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1" name="Rectangle 8"/>
            <p:cNvSpPr/>
            <p:nvPr userDrawn="1"/>
          </p:nvSpPr>
          <p:spPr>
            <a:xfrm rot="-1045765" flipV="1">
              <a:off x="-65" y="1523"/>
              <a:ext cx="3058"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2" name="Rectangle 9"/>
            <p:cNvSpPr/>
            <p:nvPr userDrawn="1"/>
          </p:nvSpPr>
          <p:spPr>
            <a:xfrm rot="-1133407" flipV="1">
              <a:off x="-93" y="1694"/>
              <a:ext cx="3403"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3" name="Rectangle 10"/>
            <p:cNvSpPr/>
            <p:nvPr userDrawn="1"/>
          </p:nvSpPr>
          <p:spPr>
            <a:xfrm rot="-1256781" flipV="1">
              <a:off x="-99" y="1863"/>
              <a:ext cx="3749" cy="6"/>
            </a:xfrm>
            <a:prstGeom prst="rect">
              <a:avLst/>
            </a:prstGeom>
            <a:gradFill rotWithShape="0">
              <a:gsLst>
                <a:gs pos="0">
                  <a:schemeClr val="bg1"/>
                </a:gs>
                <a:gs pos="100000">
                  <a:srgbClr val="565682"/>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4" name="Rectangle 11"/>
            <p:cNvSpPr/>
            <p:nvPr userDrawn="1"/>
          </p:nvSpPr>
          <p:spPr>
            <a:xfrm rot="-1388935" flipV="1">
              <a:off x="-165" y="2053"/>
              <a:ext cx="4209" cy="6"/>
            </a:xfrm>
            <a:prstGeom prst="rect">
              <a:avLst/>
            </a:prstGeom>
            <a:gradFill rotWithShape="0">
              <a:gsLst>
                <a:gs pos="0">
                  <a:schemeClr val="bg1"/>
                </a:gs>
                <a:gs pos="100000">
                  <a:srgbClr val="4D4D74"/>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5" name="Rectangle 12"/>
            <p:cNvSpPr/>
            <p:nvPr userDrawn="1"/>
          </p:nvSpPr>
          <p:spPr>
            <a:xfrm rot="-1497088" flipV="1">
              <a:off x="-214" y="2289"/>
              <a:ext cx="4612" cy="6"/>
            </a:xfrm>
            <a:prstGeom prst="rect">
              <a:avLst/>
            </a:prstGeom>
            <a:gradFill rotWithShape="0">
              <a:gsLst>
                <a:gs pos="0">
                  <a:schemeClr val="bg1"/>
                </a:gs>
                <a:gs pos="100000">
                  <a:srgbClr val="47476B"/>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6" name="Rectangle 13"/>
            <p:cNvSpPr/>
            <p:nvPr userDrawn="1"/>
          </p:nvSpPr>
          <p:spPr>
            <a:xfrm rot="-1676595" flipV="1">
              <a:off x="-313" y="2617"/>
              <a:ext cx="5200" cy="6"/>
            </a:xfrm>
            <a:prstGeom prst="rect">
              <a:avLst/>
            </a:prstGeom>
            <a:gradFill rotWithShape="0">
              <a:gsLst>
                <a:gs pos="0">
                  <a:schemeClr val="bg1"/>
                </a:gs>
                <a:gs pos="100000">
                  <a:srgbClr val="3E3E5D"/>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7" name="Rectangle 14"/>
            <p:cNvSpPr/>
            <p:nvPr userDrawn="1"/>
          </p:nvSpPr>
          <p:spPr>
            <a:xfrm rot="-1913716" flipV="1">
              <a:off x="9" y="2881"/>
              <a:ext cx="5401" cy="6"/>
            </a:xfrm>
            <a:prstGeom prst="rect">
              <a:avLst/>
            </a:prstGeom>
            <a:gradFill rotWithShape="0">
              <a:gsLst>
                <a:gs pos="0">
                  <a:schemeClr val="bg1"/>
                </a:gs>
                <a:gs pos="100000">
                  <a:srgbClr val="2F2F47"/>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8" name="Rectangle 15"/>
            <p:cNvSpPr/>
            <p:nvPr userDrawn="1"/>
          </p:nvSpPr>
          <p:spPr>
            <a:xfrm rot="-2216466" flipV="1">
              <a:off x="1319" y="2928"/>
              <a:ext cx="4612" cy="6"/>
            </a:xfrm>
            <a:prstGeom prst="rect">
              <a:avLst/>
            </a:prstGeom>
            <a:gradFill rotWithShape="0">
              <a:gsLst>
                <a:gs pos="0">
                  <a:schemeClr val="bg1"/>
                </a:gs>
                <a:gs pos="100000">
                  <a:srgbClr val="1F1F2E"/>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69" name="Rectangle 16"/>
            <p:cNvSpPr/>
            <p:nvPr userDrawn="1"/>
          </p:nvSpPr>
          <p:spPr>
            <a:xfrm rot="-2605818" flipV="1">
              <a:off x="2681" y="3071"/>
              <a:ext cx="3576" cy="6"/>
            </a:xfrm>
            <a:prstGeom prst="rect">
              <a:avLst/>
            </a:prstGeom>
            <a:gradFill rotWithShape="0">
              <a:gsLst>
                <a:gs pos="0">
                  <a:schemeClr val="bg1"/>
                </a:gs>
                <a:gs pos="100000">
                  <a:srgbClr val="030305"/>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70" name="Rectangle 17"/>
            <p:cNvSpPr/>
            <p:nvPr userDrawn="1"/>
          </p:nvSpPr>
          <p:spPr>
            <a:xfrm rot="-2996755" flipV="1">
              <a:off x="4052" y="3503"/>
              <a:ext cx="2079" cy="6"/>
            </a:xfrm>
            <a:prstGeom prst="rect">
              <a:avLst/>
            </a:prstGeom>
            <a:gradFill rotWithShape="0">
              <a:gsLst>
                <a:gs pos="0">
                  <a:schemeClr val="bg1"/>
                </a:gs>
                <a:gs pos="100000">
                  <a:srgbClr val="000000"/>
                </a:gs>
              </a:gsLst>
              <a:lin ang="2700000" scaled="1"/>
              <a:tileRect/>
            </a:gradFill>
            <a:ln w="9525">
              <a:noFill/>
            </a:ln>
          </p:spPr>
          <p:txBody>
            <a:bodyPr rot="10800000" vert="eaVert"/>
            <a:p>
              <a:pPr lvl="0" algn="ctr" eaLnBrk="1" hangingPunct="1"/>
              <a:endParaRPr lang="zh-CN" altLang="zh-CN" sz="1800" dirty="0">
                <a:latin typeface="Arial" panose="020B0604020202020204" pitchFamily="34" charset="0"/>
              </a:endParaRPr>
            </a:p>
          </p:txBody>
        </p:sp>
        <p:sp>
          <p:nvSpPr>
            <p:cNvPr id="2071" name="Rectangle 18"/>
            <p:cNvSpPr/>
            <p:nvPr userDrawn="1"/>
          </p:nvSpPr>
          <p:spPr>
            <a:xfrm rot="-3208425" flipH="1" flipV="1">
              <a:off x="5368" y="4166"/>
              <a:ext cx="501" cy="6"/>
            </a:xfrm>
            <a:prstGeom prst="rect">
              <a:avLst/>
            </a:prstGeom>
            <a:gradFill rotWithShape="0">
              <a:gsLst>
                <a:gs pos="0">
                  <a:schemeClr val="bg1"/>
                </a:gs>
                <a:gs pos="100000">
                  <a:srgbClr val="000000"/>
                </a:gs>
              </a:gsLst>
              <a:lin ang="2700000" scaled="1"/>
              <a:tileRect/>
            </a:gradFill>
            <a:ln w="9525">
              <a:noFill/>
            </a:ln>
          </p:spPr>
          <p:txBody>
            <a:bodyPr rot="10800000" vert="eaVert"/>
            <a:p>
              <a:pPr lvl="0" algn="ctr" eaLnBrk="1" hangingPunct="1"/>
              <a:endParaRPr lang="zh-CN" altLang="zh-CN" sz="1800" dirty="0">
                <a:latin typeface="Arial" panose="020B0604020202020204" pitchFamily="34" charset="0"/>
              </a:endParaRPr>
            </a:p>
          </p:txBody>
        </p:sp>
        <p:sp>
          <p:nvSpPr>
            <p:cNvPr id="240" name="Rectangle 19"/>
            <p:cNvSpPr>
              <a:spLocks noChangeArrowheads="1"/>
            </p:cNvSpPr>
            <p:nvPr/>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1" name="Rectangle 20"/>
            <p:cNvSpPr>
              <a:spLocks noChangeArrowheads="1"/>
            </p:cNvSpPr>
            <p:nvPr/>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2" name="Rectangle 21"/>
            <p:cNvSpPr>
              <a:spLocks noChangeArrowheads="1"/>
            </p:cNvSpPr>
            <p:nvPr/>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3" name="Rectangle 22"/>
            <p:cNvSpPr>
              <a:spLocks noChangeArrowheads="1"/>
            </p:cNvSpPr>
            <p:nvPr/>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4" name="Rectangle 23"/>
            <p:cNvSpPr>
              <a:spLocks noChangeArrowheads="1"/>
            </p:cNvSpPr>
            <p:nvPr/>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5" name="Rectangle 24"/>
            <p:cNvSpPr>
              <a:spLocks noChangeArrowheads="1"/>
            </p:cNvSpPr>
            <p:nvPr/>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78" name="Rectangle 25"/>
            <p:cNvSpPr/>
            <p:nvPr userDrawn="1"/>
          </p:nvSpPr>
          <p:spPr>
            <a:xfrm rot="930109" flipV="1">
              <a:off x="80" y="1946"/>
              <a:ext cx="5756" cy="6"/>
            </a:xfrm>
            <a:prstGeom prst="rect">
              <a:avLst/>
            </a:prstGeom>
            <a:gradFill rotWithShape="0">
              <a:gsLst>
                <a:gs pos="0">
                  <a:schemeClr val="bg1"/>
                </a:gs>
                <a:gs pos="100000">
                  <a:srgbClr val="3E3E5D"/>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47" name="Rectangle 26"/>
            <p:cNvSpPr>
              <a:spLocks noChangeArrowheads="1"/>
            </p:cNvSpPr>
            <p:nvPr/>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 name="Rectangle 27"/>
            <p:cNvSpPr>
              <a:spLocks noChangeArrowheads="1"/>
            </p:cNvSpPr>
            <p:nvPr/>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9" name="Rectangle 28"/>
            <p:cNvSpPr>
              <a:spLocks noChangeArrowheads="1"/>
            </p:cNvSpPr>
            <p:nvPr/>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0" name="Rectangle 29"/>
            <p:cNvSpPr>
              <a:spLocks noChangeArrowheads="1"/>
            </p:cNvSpPr>
            <p:nvPr/>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83" name="Rectangle 30"/>
            <p:cNvSpPr/>
            <p:nvPr userDrawn="1"/>
          </p:nvSpPr>
          <p:spPr>
            <a:xfrm rot="655690" flipV="1">
              <a:off x="1487" y="1305"/>
              <a:ext cx="4314" cy="6"/>
            </a:xfrm>
            <a:prstGeom prst="rect">
              <a:avLst/>
            </a:prstGeom>
            <a:gradFill rotWithShape="0">
              <a:gsLst>
                <a:gs pos="0">
                  <a:schemeClr val="bg1"/>
                </a:gs>
                <a:gs pos="100000">
                  <a:srgbClr val="444466"/>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84" name="Rectangle 31"/>
            <p:cNvSpPr/>
            <p:nvPr userDrawn="1"/>
          </p:nvSpPr>
          <p:spPr>
            <a:xfrm rot="636921" flipV="1">
              <a:off x="1650" y="1218"/>
              <a:ext cx="4154" cy="6"/>
            </a:xfrm>
            <a:prstGeom prst="rect">
              <a:avLst/>
            </a:prstGeom>
            <a:gradFill rotWithShape="0">
              <a:gsLst>
                <a:gs pos="0">
                  <a:schemeClr val="bg1"/>
                </a:gs>
                <a:gs pos="100000">
                  <a:srgbClr val="444466"/>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85" name="Rectangle 32"/>
            <p:cNvSpPr/>
            <p:nvPr userDrawn="1"/>
          </p:nvSpPr>
          <p:spPr>
            <a:xfrm rot="803987" flipV="1">
              <a:off x="611" y="1684"/>
              <a:ext cx="5204" cy="6"/>
            </a:xfrm>
            <a:prstGeom prst="rect">
              <a:avLst/>
            </a:prstGeom>
            <a:gradFill rotWithShape="0">
              <a:gsLst>
                <a:gs pos="0">
                  <a:schemeClr val="bg1"/>
                </a:gs>
                <a:gs pos="100000">
                  <a:srgbClr val="3E3E5D"/>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86" name="Rectangle 33"/>
            <p:cNvSpPr/>
            <p:nvPr userDrawn="1"/>
          </p:nvSpPr>
          <p:spPr>
            <a:xfrm rot="1273217" flipV="1">
              <a:off x="-204" y="2976"/>
              <a:ext cx="6150" cy="6"/>
            </a:xfrm>
            <a:prstGeom prst="rect">
              <a:avLst/>
            </a:prstGeom>
            <a:gradFill rotWithShape="0">
              <a:gsLst>
                <a:gs pos="0">
                  <a:schemeClr val="bg1"/>
                </a:gs>
                <a:gs pos="100000">
                  <a:srgbClr val="383853"/>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087" name="Rectangle 34"/>
            <p:cNvSpPr/>
            <p:nvPr userDrawn="1"/>
          </p:nvSpPr>
          <p:spPr>
            <a:xfrm rot="1169729" flipV="1">
              <a:off x="-174" y="2663"/>
              <a:ext cx="6104" cy="6"/>
            </a:xfrm>
            <a:prstGeom prst="rect">
              <a:avLst/>
            </a:prstGeom>
            <a:gradFill rotWithShape="0">
              <a:gsLst>
                <a:gs pos="0">
                  <a:schemeClr val="bg1"/>
                </a:gs>
                <a:gs pos="100000">
                  <a:srgbClr val="34344F"/>
                </a:gs>
              </a:gsLst>
              <a:lin ang="2700000" scaled="1"/>
              <a:tileRect/>
            </a:gradFill>
            <a:ln w="9525">
              <a:noFill/>
            </a:ln>
          </p:spPr>
          <p:txBody>
            <a:bodyPr rot="10800000"/>
            <a:p>
              <a:pPr lvl="0" algn="ctr" eaLnBrk="1" hangingPunct="1"/>
              <a:endParaRPr lang="zh-CN" altLang="zh-CN" sz="1800" dirty="0">
                <a:latin typeface="Arial" panose="020B0604020202020204" pitchFamily="34" charset="0"/>
              </a:endParaRPr>
            </a:p>
          </p:txBody>
        </p:sp>
        <p:sp>
          <p:nvSpPr>
            <p:cNvPr id="256"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7"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8"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9"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0"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2"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3"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4"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5"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6"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7"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8"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9"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0"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1"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2"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4"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5"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6"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7"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8"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9"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0"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1"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2"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3"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4"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5"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6"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7"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8"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9"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0"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1"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2"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3"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4"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5"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6"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8"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9"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0"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1"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2"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3"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4"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5"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6"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9"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0"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1"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2"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3"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4"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5"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6"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7"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8"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9"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0"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1"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2"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3"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4"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5"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6"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7"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8"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9"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0"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1"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2"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3"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4"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5"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6"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7"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8"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9"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0"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1"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2"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3"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4"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5"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6"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7"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8"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9"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0"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1"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2"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3"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4"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5"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6"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7"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8"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9"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0"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1"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2"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3"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4"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5"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6"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7"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8"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9"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0"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1"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2"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3"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4"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5"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6"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7"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8"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9"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0"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1"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2"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3"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4"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5"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6"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7"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8"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9"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0"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1"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2"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3"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4"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5"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6"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7"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8"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9"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0"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1"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2"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3"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4"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5"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6"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7"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8"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1"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2"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3"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4"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6"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7" name="Oval 196"/>
            <p:cNvSpPr>
              <a:spLocks noChangeArrowheads="1"/>
            </p:cNvSpPr>
            <p:nvPr/>
          </p:nvSpPr>
          <p:spPr bwMode="hidden">
            <a:xfrm>
              <a:off x="3255" y="4071"/>
              <a:ext cx="196" cy="106"/>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8" name="Oval 197"/>
            <p:cNvSpPr>
              <a:spLocks noChangeArrowheads="1"/>
            </p:cNvSpPr>
            <p:nvPr/>
          </p:nvSpPr>
          <p:spPr bwMode="hidden">
            <a:xfrm>
              <a:off x="3651" y="3693"/>
              <a:ext cx="196" cy="111"/>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 name="Oval 198"/>
            <p:cNvSpPr>
              <a:spLocks noChangeArrowheads="1"/>
            </p:cNvSpPr>
            <p:nvPr/>
          </p:nvSpPr>
          <p:spPr bwMode="hidden">
            <a:xfrm>
              <a:off x="4773" y="3705"/>
              <a:ext cx="201" cy="106"/>
            </a:xfrm>
            <a:prstGeom prst="ellipse">
              <a:avLst/>
            </a:prstGeom>
            <a:gradFill rotWithShape="0">
              <a:gsLst>
                <a:gs pos="0">
                  <a:schemeClr val="bg1"/>
                </a:gs>
                <a:gs pos="100000">
                  <a:schemeClr val="bg1">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0" name="Oval 199"/>
            <p:cNvSpPr>
              <a:spLocks noChangeArrowheads="1"/>
            </p:cNvSpPr>
            <p:nvPr/>
          </p:nvSpPr>
          <p:spPr bwMode="hidden">
            <a:xfrm>
              <a:off x="4491" y="4049"/>
              <a:ext cx="196" cy="105"/>
            </a:xfrm>
            <a:prstGeom prst="ellipse">
              <a:avLst/>
            </a:prstGeom>
            <a:gradFill rotWithShape="0">
              <a:gsLst>
                <a:gs pos="0">
                  <a:schemeClr val="bg1"/>
                </a:gs>
                <a:gs pos="100000">
                  <a:schemeClr val="bg1">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 name="Oval 200"/>
            <p:cNvSpPr>
              <a:spLocks noChangeArrowheads="1"/>
            </p:cNvSpPr>
            <p:nvPr/>
          </p:nvSpPr>
          <p:spPr bwMode="hidden">
            <a:xfrm>
              <a:off x="3989" y="3396"/>
              <a:ext cx="168" cy="96"/>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2" name="Oval 201"/>
            <p:cNvSpPr>
              <a:spLocks noChangeArrowheads="1"/>
            </p:cNvSpPr>
            <p:nvPr/>
          </p:nvSpPr>
          <p:spPr bwMode="hidden">
            <a:xfrm>
              <a:off x="4263" y="3141"/>
              <a:ext cx="167" cy="95"/>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3" name="Oval 202"/>
            <p:cNvSpPr>
              <a:spLocks noChangeArrowheads="1"/>
            </p:cNvSpPr>
            <p:nvPr/>
          </p:nvSpPr>
          <p:spPr bwMode="hidden">
            <a:xfrm>
              <a:off x="5044" y="3418"/>
              <a:ext cx="167" cy="95"/>
            </a:xfrm>
            <a:prstGeom prst="ellipse">
              <a:avLst/>
            </a:prstGeom>
            <a:gradFill rotWithShape="0">
              <a:gsLst>
                <a:gs pos="0">
                  <a:schemeClr val="bg1"/>
                </a:gs>
                <a:gs pos="100000">
                  <a:schemeClr val="bg1">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4" name="Oval 203"/>
            <p:cNvSpPr>
              <a:spLocks noChangeArrowheads="1"/>
            </p:cNvSpPr>
            <p:nvPr/>
          </p:nvSpPr>
          <p:spPr bwMode="hidden">
            <a:xfrm>
              <a:off x="4553" y="2873"/>
              <a:ext cx="156" cy="83"/>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5" name="Oval 204"/>
            <p:cNvSpPr>
              <a:spLocks noChangeArrowheads="1"/>
            </p:cNvSpPr>
            <p:nvPr/>
          </p:nvSpPr>
          <p:spPr bwMode="hidden">
            <a:xfrm>
              <a:off x="5293" y="3116"/>
              <a:ext cx="168" cy="95"/>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6" name="Oval 205"/>
            <p:cNvSpPr>
              <a:spLocks noChangeArrowheads="1"/>
            </p:cNvSpPr>
            <p:nvPr/>
          </p:nvSpPr>
          <p:spPr bwMode="hidden">
            <a:xfrm>
              <a:off x="5497" y="2879"/>
              <a:ext cx="156" cy="89"/>
            </a:xfrm>
            <a:prstGeom prst="ellipse">
              <a:avLst/>
            </a:prstGeom>
            <a:gradFill rotWithShape="0">
              <a:gsLst>
                <a:gs pos="0">
                  <a:schemeClr val="bg1"/>
                </a:gs>
                <a:gs pos="100000">
                  <a:schemeClr val="bg1">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7" name="Oval 206"/>
            <p:cNvSpPr>
              <a:spLocks noChangeArrowheads="1"/>
            </p:cNvSpPr>
            <p:nvPr/>
          </p:nvSpPr>
          <p:spPr bwMode="hidden">
            <a:xfrm>
              <a:off x="4772" y="2673"/>
              <a:ext cx="156" cy="83"/>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8" name="Oval 207"/>
            <p:cNvSpPr>
              <a:spLocks noChangeArrowheads="1"/>
            </p:cNvSpPr>
            <p:nvPr/>
          </p:nvSpPr>
          <p:spPr bwMode="hidden">
            <a:xfrm>
              <a:off x="4966" y="2488"/>
              <a:ext cx="156" cy="84"/>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9" name="Oval 208"/>
            <p:cNvSpPr>
              <a:spLocks noChangeArrowheads="1"/>
            </p:cNvSpPr>
            <p:nvPr/>
          </p:nvSpPr>
          <p:spPr bwMode="hidden">
            <a:xfrm>
              <a:off x="5444" y="2052"/>
              <a:ext cx="134" cy="73"/>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0" name="Oval 209"/>
            <p:cNvSpPr>
              <a:spLocks noChangeArrowheads="1"/>
            </p:cNvSpPr>
            <p:nvPr/>
          </p:nvSpPr>
          <p:spPr bwMode="hidden">
            <a:xfrm>
              <a:off x="5161" y="2314"/>
              <a:ext cx="140" cy="73"/>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1" name="Oval 210"/>
            <p:cNvSpPr>
              <a:spLocks noChangeArrowheads="1"/>
            </p:cNvSpPr>
            <p:nvPr/>
          </p:nvSpPr>
          <p:spPr bwMode="hidden">
            <a:xfrm>
              <a:off x="5318" y="2176"/>
              <a:ext cx="134" cy="61"/>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2" name="Oval 211"/>
            <p:cNvSpPr>
              <a:spLocks noChangeArrowheads="1"/>
            </p:cNvSpPr>
            <p:nvPr/>
          </p:nvSpPr>
          <p:spPr bwMode="hidden">
            <a:xfrm>
              <a:off x="5581" y="1933"/>
              <a:ext cx="128" cy="61"/>
            </a:xfrm>
            <a:prstGeom prst="ellipse">
              <a:avLst/>
            </a:prstGeom>
            <a:gradFill rotWithShape="0">
              <a:gsLst>
                <a:gs pos="0">
                  <a:schemeClr val="bg1"/>
                </a:gs>
                <a:gs pos="100000">
                  <a:schemeClr val="bg1">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3" name="Oval 212"/>
            <p:cNvSpPr>
              <a:spLocks noChangeArrowheads="1"/>
            </p:cNvSpPr>
            <p:nvPr/>
          </p:nvSpPr>
          <p:spPr bwMode="hidden">
            <a:xfrm>
              <a:off x="5689" y="1811"/>
              <a:ext cx="128" cy="61"/>
            </a:xfrm>
            <a:prstGeom prst="ellipse">
              <a:avLst/>
            </a:prstGeom>
            <a:gradFill rotWithShape="0">
              <a:gsLst>
                <a:gs pos="0">
                  <a:schemeClr val="bg1"/>
                </a:gs>
                <a:gs pos="100000">
                  <a:schemeClr val="bg1">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4" name="Oval 213"/>
            <p:cNvSpPr>
              <a:spLocks noChangeArrowheads="1"/>
            </p:cNvSpPr>
            <p:nvPr/>
          </p:nvSpPr>
          <p:spPr bwMode="hidden">
            <a:xfrm>
              <a:off x="5663" y="2680"/>
              <a:ext cx="156" cy="83"/>
            </a:xfrm>
            <a:prstGeom prst="ellipse">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5"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6"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7"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8" name="Oval 217"/>
            <p:cNvSpPr>
              <a:spLocks noChangeArrowheads="1"/>
            </p:cNvSpPr>
            <p:nvPr/>
          </p:nvSpPr>
          <p:spPr bwMode="hidden">
            <a:xfrm>
              <a:off x="5624" y="4010"/>
              <a:ext cx="201" cy="106"/>
            </a:xfrm>
            <a:prstGeom prst="ellipse">
              <a:avLst/>
            </a:prstGeom>
            <a:gradFill rotWithShape="0">
              <a:gsLst>
                <a:gs pos="0">
                  <a:schemeClr val="bg1"/>
                </a:gs>
                <a:gs pos="100000">
                  <a:schemeClr val="bg1">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4554" name="Rectangle 218"/>
          <p:cNvSpPr>
            <a:spLocks noGrp="1" noChangeArrowheads="1"/>
          </p:cNvSpPr>
          <p:nvPr>
            <p:ph type="ctrTitle" sz="quarter"/>
          </p:nvPr>
        </p:nvSpPr>
        <p:spPr>
          <a:xfrm>
            <a:off x="685800" y="1844675"/>
            <a:ext cx="7772400" cy="1736725"/>
          </a:xfrm>
        </p:spPr>
        <p:txBody>
          <a:bodyPr anchor="b" anchorCtr="1"/>
          <a:lstStyle>
            <a:lvl1pPr>
              <a:defRPr sz="5400"/>
            </a:lvl1pPr>
          </a:lstStyle>
          <a:p>
            <a:pPr lvl="0"/>
            <a:r>
              <a:rPr lang="zh-CN" altLang="en-US" noProof="0" smtClean="0"/>
              <a:t>单击此处编辑母版标题样式</a:t>
            </a:r>
            <a:endParaRPr lang="zh-CN" altLang="en-US" noProof="0" smtClean="0"/>
          </a:p>
        </p:txBody>
      </p:sp>
      <p:sp>
        <p:nvSpPr>
          <p:cNvPr id="14555" name="Rectangle 219"/>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439" name="Rectangle 220"/>
          <p:cNvSpPr>
            <a:spLocks noGrp="1" noChangeArrowheads="1"/>
          </p:cNvSpPr>
          <p:nvPr>
            <p:ph type="dt" sz="quarter" idx="2"/>
          </p:nvPr>
        </p:nvSpPr>
        <p:spPr bwMode="auto">
          <a:xfrm>
            <a:off x="457200" y="6243638"/>
            <a:ext cx="2133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40" name="Rectangle 221"/>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41" name="Rectangle 222"/>
          <p:cNvSpPr>
            <a:spLocks noGrp="1" noChangeArrowheads="1"/>
          </p:cNvSpPr>
          <p:nvPr>
            <p:ph type="sldNum" sz="quarter" idx="4"/>
          </p:nvPr>
        </p:nvSpPr>
        <p:spPr bwMode="auto">
          <a:xfrm>
            <a:off x="6553200" y="6243638"/>
            <a:ext cx="2133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
            <a:pPr algn="r"/>
            <a:fld id="{9A0DB2DC-4C9A-4742-B13C-FB6460FD3503}" type="slidenum">
              <a:rPr lang="en-US" altLang="zh-CN" dirty="0">
                <a:effectLst>
                  <a:outerShdw blurRad="38100" dist="38100" dir="2700000">
                    <a:srgbClr val="000000"/>
                  </a:outerShdw>
                </a:effectLst>
              </a:rPr>
            </a:fld>
            <a:endParaRPr lang="en-US" altLang="zh-CN" dirty="0">
              <a:effectLst>
                <a:outerShdw blurRad="38100" dist="38100" dir="2700000">
                  <a:srgbClr val="000000"/>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灯片编号占位符 3"/>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灯片编号占位符 4"/>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94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946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46275"/>
                <a:invGamma/>
              </a:schemeClr>
            </a:gs>
          </a:gsLst>
          <a:lin ang="2700000" scaled="1"/>
        </a:gradFill>
        <a:effectLst/>
      </p:bgPr>
    </p:bg>
    <p:spTree>
      <p:nvGrpSpPr>
        <p:cNvPr id="1" name=""/>
        <p:cNvGrpSpPr/>
        <p:nvPr/>
      </p:nvGrpSpPr>
      <p:grpSpPr/>
      <p:grpSp>
        <p:nvGrpSpPr>
          <p:cNvPr id="1026" name="Group 2"/>
          <p:cNvGrpSpPr/>
          <p:nvPr/>
        </p:nvGrpSpPr>
        <p:grpSpPr>
          <a:xfrm>
            <a:off x="-496887" y="1308100"/>
            <a:ext cx="10429875" cy="5908675"/>
            <a:chOff x="-313" y="824"/>
            <a:chExt cx="6570" cy="3722"/>
          </a:xfrm>
        </p:grpSpPr>
        <p:sp>
          <p:nvSpPr>
            <p:cNvPr id="1032" name="Rectangle 3"/>
            <p:cNvSpPr/>
            <p:nvPr userDrawn="1"/>
          </p:nvSpPr>
          <p:spPr>
            <a:xfrm rot="-801856" flipV="1">
              <a:off x="-14" y="1033"/>
              <a:ext cx="1744"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3" name="Rectangle 4"/>
            <p:cNvSpPr/>
            <p:nvPr userDrawn="1"/>
          </p:nvSpPr>
          <p:spPr>
            <a:xfrm rot="-825634" flipV="1">
              <a:off x="-24" y="1127"/>
              <a:ext cx="2033"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4" name="Rectangle 5"/>
            <p:cNvSpPr/>
            <p:nvPr userDrawn="1"/>
          </p:nvSpPr>
          <p:spPr>
            <a:xfrm rot="-842579" flipV="1">
              <a:off x="-27" y="1198"/>
              <a:ext cx="2246"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5" name="Rectangle 6"/>
            <p:cNvSpPr/>
            <p:nvPr userDrawn="1"/>
          </p:nvSpPr>
          <p:spPr>
            <a:xfrm rot="-915794" flipV="1">
              <a:off x="-43" y="1283"/>
              <a:ext cx="2476"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6" name="Rectangle 7"/>
            <p:cNvSpPr/>
            <p:nvPr userDrawn="1"/>
          </p:nvSpPr>
          <p:spPr>
            <a:xfrm rot="-968774" flipV="1">
              <a:off x="-51" y="1397"/>
              <a:ext cx="2770"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7" name="Rectangle 8"/>
            <p:cNvSpPr/>
            <p:nvPr userDrawn="1"/>
          </p:nvSpPr>
          <p:spPr>
            <a:xfrm rot="-1045765" flipV="1">
              <a:off x="-65" y="1523"/>
              <a:ext cx="3058"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8" name="Rectangle 9"/>
            <p:cNvSpPr/>
            <p:nvPr userDrawn="1"/>
          </p:nvSpPr>
          <p:spPr>
            <a:xfrm rot="-1133407" flipV="1">
              <a:off x="-93" y="1694"/>
              <a:ext cx="3403" cy="6"/>
            </a:xfrm>
            <a:prstGeom prst="rect">
              <a:avLst/>
            </a:prstGeom>
            <a:gradFill rotWithShape="0">
              <a:gsLst>
                <a:gs pos="0">
                  <a:srgbClr val="5D5D8B"/>
                </a:gs>
                <a:gs pos="100000">
                  <a:schemeClr val="bg1"/>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39" name="Rectangle 10"/>
            <p:cNvSpPr/>
            <p:nvPr userDrawn="1"/>
          </p:nvSpPr>
          <p:spPr>
            <a:xfrm rot="-1256781" flipV="1">
              <a:off x="-99" y="1863"/>
              <a:ext cx="3749" cy="6"/>
            </a:xfrm>
            <a:prstGeom prst="rect">
              <a:avLst/>
            </a:prstGeom>
            <a:gradFill rotWithShape="0">
              <a:gsLst>
                <a:gs pos="0">
                  <a:schemeClr val="bg1"/>
                </a:gs>
                <a:gs pos="100000">
                  <a:srgbClr val="565682"/>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0" name="Rectangle 11"/>
            <p:cNvSpPr/>
            <p:nvPr userDrawn="1"/>
          </p:nvSpPr>
          <p:spPr>
            <a:xfrm rot="-1388935" flipV="1">
              <a:off x="-165" y="2053"/>
              <a:ext cx="4209" cy="6"/>
            </a:xfrm>
            <a:prstGeom prst="rect">
              <a:avLst/>
            </a:prstGeom>
            <a:gradFill rotWithShape="0">
              <a:gsLst>
                <a:gs pos="0">
                  <a:schemeClr val="bg1"/>
                </a:gs>
                <a:gs pos="100000">
                  <a:srgbClr val="4D4D74"/>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1" name="Rectangle 12"/>
            <p:cNvSpPr/>
            <p:nvPr userDrawn="1"/>
          </p:nvSpPr>
          <p:spPr>
            <a:xfrm rot="-1497088" flipV="1">
              <a:off x="-214" y="2289"/>
              <a:ext cx="4612" cy="6"/>
            </a:xfrm>
            <a:prstGeom prst="rect">
              <a:avLst/>
            </a:prstGeom>
            <a:gradFill rotWithShape="0">
              <a:gsLst>
                <a:gs pos="0">
                  <a:schemeClr val="bg1"/>
                </a:gs>
                <a:gs pos="100000">
                  <a:srgbClr val="47476B"/>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2" name="Rectangle 13"/>
            <p:cNvSpPr/>
            <p:nvPr userDrawn="1"/>
          </p:nvSpPr>
          <p:spPr>
            <a:xfrm rot="-1676595" flipV="1">
              <a:off x="-313" y="2617"/>
              <a:ext cx="5200" cy="6"/>
            </a:xfrm>
            <a:prstGeom prst="rect">
              <a:avLst/>
            </a:prstGeom>
            <a:gradFill rotWithShape="0">
              <a:gsLst>
                <a:gs pos="0">
                  <a:schemeClr val="bg1"/>
                </a:gs>
                <a:gs pos="100000">
                  <a:srgbClr val="3E3E5D"/>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3" name="Rectangle 14"/>
            <p:cNvSpPr/>
            <p:nvPr userDrawn="1"/>
          </p:nvSpPr>
          <p:spPr>
            <a:xfrm rot="-1913716" flipV="1">
              <a:off x="9" y="2881"/>
              <a:ext cx="5401" cy="6"/>
            </a:xfrm>
            <a:prstGeom prst="rect">
              <a:avLst/>
            </a:prstGeom>
            <a:gradFill rotWithShape="0">
              <a:gsLst>
                <a:gs pos="0">
                  <a:schemeClr val="bg1"/>
                </a:gs>
                <a:gs pos="100000">
                  <a:srgbClr val="2F2F47"/>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4" name="Rectangle 15"/>
            <p:cNvSpPr/>
            <p:nvPr userDrawn="1"/>
          </p:nvSpPr>
          <p:spPr>
            <a:xfrm rot="-2216466" flipV="1">
              <a:off x="1319" y="2928"/>
              <a:ext cx="4612" cy="6"/>
            </a:xfrm>
            <a:prstGeom prst="rect">
              <a:avLst/>
            </a:prstGeom>
            <a:gradFill rotWithShape="0">
              <a:gsLst>
                <a:gs pos="0">
                  <a:schemeClr val="bg1"/>
                </a:gs>
                <a:gs pos="100000">
                  <a:srgbClr val="1F1F2E"/>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5" name="Rectangle 16"/>
            <p:cNvSpPr/>
            <p:nvPr userDrawn="1"/>
          </p:nvSpPr>
          <p:spPr>
            <a:xfrm rot="-2605818" flipV="1">
              <a:off x="2681" y="3071"/>
              <a:ext cx="3576" cy="6"/>
            </a:xfrm>
            <a:prstGeom prst="rect">
              <a:avLst/>
            </a:prstGeom>
            <a:gradFill rotWithShape="0">
              <a:gsLst>
                <a:gs pos="0">
                  <a:schemeClr val="bg1"/>
                </a:gs>
                <a:gs pos="100000">
                  <a:srgbClr val="030305"/>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6" name="Rectangle 17"/>
            <p:cNvSpPr/>
            <p:nvPr userDrawn="1"/>
          </p:nvSpPr>
          <p:spPr>
            <a:xfrm rot="-2996755" flipV="1">
              <a:off x="4052" y="3503"/>
              <a:ext cx="2079" cy="6"/>
            </a:xfrm>
            <a:prstGeom prst="rect">
              <a:avLst/>
            </a:prstGeom>
            <a:gradFill rotWithShape="0">
              <a:gsLst>
                <a:gs pos="0">
                  <a:schemeClr val="bg1"/>
                </a:gs>
                <a:gs pos="100000">
                  <a:srgbClr val="000000"/>
                </a:gs>
              </a:gsLst>
              <a:lin ang="2700000" scaled="1"/>
              <a:tileRect/>
            </a:gradFill>
            <a:ln w="9525">
              <a:noFill/>
            </a:ln>
          </p:spPr>
          <p:txBody>
            <a:bodyPr rot="10800000" vert="eaVert"/>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47" name="Rectangle 18"/>
            <p:cNvSpPr/>
            <p:nvPr userDrawn="1"/>
          </p:nvSpPr>
          <p:spPr>
            <a:xfrm rot="-3208425" flipH="1" flipV="1">
              <a:off x="5368" y="4166"/>
              <a:ext cx="501" cy="6"/>
            </a:xfrm>
            <a:prstGeom prst="rect">
              <a:avLst/>
            </a:prstGeom>
            <a:gradFill rotWithShape="0">
              <a:gsLst>
                <a:gs pos="0">
                  <a:schemeClr val="bg1"/>
                </a:gs>
                <a:gs pos="100000">
                  <a:srgbClr val="000000"/>
                </a:gs>
              </a:gsLst>
              <a:lin ang="2700000" scaled="1"/>
              <a:tileRect/>
            </a:gradFill>
            <a:ln w="9525">
              <a:noFill/>
            </a:ln>
          </p:spPr>
          <p:txBody>
            <a:bodyPr rot="10800000" vert="eaVert"/>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3331" name="Rectangle 19"/>
            <p:cNvSpPr>
              <a:spLocks noChangeArrowheads="1"/>
            </p:cNvSpPr>
            <p:nvPr/>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32" name="Rectangle 20"/>
            <p:cNvSpPr>
              <a:spLocks noChangeArrowheads="1"/>
            </p:cNvSpPr>
            <p:nvPr/>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33" name="Rectangle 21"/>
            <p:cNvSpPr>
              <a:spLocks noChangeArrowheads="1"/>
            </p:cNvSpPr>
            <p:nvPr/>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34" name="Rectangle 22"/>
            <p:cNvSpPr>
              <a:spLocks noChangeArrowheads="1"/>
            </p:cNvSpPr>
            <p:nvPr/>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35" name="Rectangle 23"/>
            <p:cNvSpPr>
              <a:spLocks noChangeArrowheads="1"/>
            </p:cNvSpPr>
            <p:nvPr/>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36" name="Rectangle 24"/>
            <p:cNvSpPr>
              <a:spLocks noChangeArrowheads="1"/>
            </p:cNvSpPr>
            <p:nvPr/>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054" name="Rectangle 25"/>
            <p:cNvSpPr/>
            <p:nvPr userDrawn="1"/>
          </p:nvSpPr>
          <p:spPr>
            <a:xfrm rot="930109" flipV="1">
              <a:off x="80" y="1946"/>
              <a:ext cx="5756" cy="6"/>
            </a:xfrm>
            <a:prstGeom prst="rect">
              <a:avLst/>
            </a:prstGeom>
            <a:gradFill rotWithShape="0">
              <a:gsLst>
                <a:gs pos="0">
                  <a:schemeClr val="bg1"/>
                </a:gs>
                <a:gs pos="100000">
                  <a:srgbClr val="3E3E5D"/>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3338" name="Rectangle 26"/>
            <p:cNvSpPr>
              <a:spLocks noChangeArrowheads="1"/>
            </p:cNvSpPr>
            <p:nvPr/>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39" name="Rectangle 27"/>
            <p:cNvSpPr>
              <a:spLocks noChangeArrowheads="1"/>
            </p:cNvSpPr>
            <p:nvPr/>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40" name="Rectangle 28"/>
            <p:cNvSpPr>
              <a:spLocks noChangeArrowheads="1"/>
            </p:cNvSpPr>
            <p:nvPr/>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341" name="Rectangle 29"/>
            <p:cNvSpPr>
              <a:spLocks noChangeArrowheads="1"/>
            </p:cNvSpPr>
            <p:nvPr/>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059" name="Rectangle 30"/>
            <p:cNvSpPr/>
            <p:nvPr userDrawn="1"/>
          </p:nvSpPr>
          <p:spPr>
            <a:xfrm rot="655690" flipV="1">
              <a:off x="1487" y="1305"/>
              <a:ext cx="4314" cy="6"/>
            </a:xfrm>
            <a:prstGeom prst="rect">
              <a:avLst/>
            </a:prstGeom>
            <a:gradFill rotWithShape="0">
              <a:gsLst>
                <a:gs pos="0">
                  <a:schemeClr val="bg1"/>
                </a:gs>
                <a:gs pos="100000">
                  <a:srgbClr val="444466"/>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60" name="Rectangle 31"/>
            <p:cNvSpPr/>
            <p:nvPr userDrawn="1"/>
          </p:nvSpPr>
          <p:spPr>
            <a:xfrm rot="636921" flipV="1">
              <a:off x="1650" y="1218"/>
              <a:ext cx="4154" cy="6"/>
            </a:xfrm>
            <a:prstGeom prst="rect">
              <a:avLst/>
            </a:prstGeom>
            <a:gradFill rotWithShape="0">
              <a:gsLst>
                <a:gs pos="0">
                  <a:schemeClr val="bg1"/>
                </a:gs>
                <a:gs pos="100000">
                  <a:srgbClr val="444466"/>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61" name="Rectangle 32"/>
            <p:cNvSpPr/>
            <p:nvPr userDrawn="1"/>
          </p:nvSpPr>
          <p:spPr>
            <a:xfrm rot="803987" flipV="1">
              <a:off x="611" y="1684"/>
              <a:ext cx="5204" cy="6"/>
            </a:xfrm>
            <a:prstGeom prst="rect">
              <a:avLst/>
            </a:prstGeom>
            <a:gradFill rotWithShape="0">
              <a:gsLst>
                <a:gs pos="0">
                  <a:schemeClr val="bg1"/>
                </a:gs>
                <a:gs pos="100000">
                  <a:srgbClr val="3E3E5D"/>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62" name="Rectangle 33"/>
            <p:cNvSpPr/>
            <p:nvPr userDrawn="1"/>
          </p:nvSpPr>
          <p:spPr>
            <a:xfrm rot="1273217" flipV="1">
              <a:off x="-204" y="2976"/>
              <a:ext cx="6150" cy="6"/>
            </a:xfrm>
            <a:prstGeom prst="rect">
              <a:avLst/>
            </a:prstGeom>
            <a:gradFill rotWithShape="0">
              <a:gsLst>
                <a:gs pos="0">
                  <a:schemeClr val="bg1"/>
                </a:gs>
                <a:gs pos="100000">
                  <a:srgbClr val="383853"/>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063" name="Rectangle 34"/>
            <p:cNvSpPr/>
            <p:nvPr userDrawn="1"/>
          </p:nvSpPr>
          <p:spPr>
            <a:xfrm rot="1169729" flipV="1">
              <a:off x="-174" y="2663"/>
              <a:ext cx="6104" cy="6"/>
            </a:xfrm>
            <a:prstGeom prst="rect">
              <a:avLst/>
            </a:prstGeom>
            <a:gradFill rotWithShape="0">
              <a:gsLst>
                <a:gs pos="0">
                  <a:schemeClr val="bg1"/>
                </a:gs>
                <a:gs pos="100000">
                  <a:srgbClr val="34344F"/>
                </a:gs>
              </a:gsLst>
              <a:lin ang="2700000" scaled="1"/>
              <a:tileRect/>
            </a:gradFill>
            <a:ln w="9525">
              <a:noFill/>
            </a:ln>
          </p:spPr>
          <p:txBody>
            <a:bodyPr rot="10800000"/>
            <a:p>
              <a:pPr lvl="0" algn="ctr" eaLnBrk="1" hangingPunct="1"/>
              <a:endParaRPr lang="zh-CN" altLang="zh-CN" sz="1800" dirty="0">
                <a:effectLst>
                  <a:outerShdw blurRad="38100" dist="38100" dir="2700000">
                    <a:srgbClr val="000000"/>
                  </a:outerShdw>
                </a:effectLst>
                <a:latin typeface="Arial" panose="020B0604020202020204" pitchFamily="34" charset="0"/>
              </a:endParaRPr>
            </a:p>
          </p:txBody>
        </p:sp>
        <p:sp>
          <p:nvSpPr>
            <p:cNvPr id="13347"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48"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49"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0"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1"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2"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3"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4"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5"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6"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7"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8"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59"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0"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1"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2"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3"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4"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5"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6"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7"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8"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69"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0"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1"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2"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3"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4"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5"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6"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7"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8"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79"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0"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1"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2"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3"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4"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5"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6"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7"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8"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89"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0"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1"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2"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3"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4"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5"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6"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7"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8"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99"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0"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1"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2"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3"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4"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5"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6"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7"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8"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09"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0"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1"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2"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3"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4"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5"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6"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7"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8"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19"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0"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1"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2"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3"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4"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5"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6"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7"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8"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29"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0"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1"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2"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3"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4"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5"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6"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7"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8"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39"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0"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1"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2"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3"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4"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5"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6"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7"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8"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49"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0"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1"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2"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3"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4"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5"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6"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7"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8"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59"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0"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1"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2"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3"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4"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5"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6"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7"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8"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69"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0"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1"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2"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3"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4"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5"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6"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7"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8"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79"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0"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1"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2"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3"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4"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5"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6"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7"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8"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89"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0"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1"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2"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3"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4"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5"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6"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7"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8"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499"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0"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1"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2"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3"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4"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5"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6"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7"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8" name="Oval 196"/>
            <p:cNvSpPr>
              <a:spLocks noChangeArrowheads="1"/>
            </p:cNvSpPr>
            <p:nvPr/>
          </p:nvSpPr>
          <p:spPr bwMode="hidden">
            <a:xfrm>
              <a:off x="3255" y="4071"/>
              <a:ext cx="196" cy="106"/>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09" name="Oval 197"/>
            <p:cNvSpPr>
              <a:spLocks noChangeArrowheads="1"/>
            </p:cNvSpPr>
            <p:nvPr/>
          </p:nvSpPr>
          <p:spPr bwMode="hidden">
            <a:xfrm>
              <a:off x="3651" y="3693"/>
              <a:ext cx="196" cy="111"/>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0" name="Oval 198"/>
            <p:cNvSpPr>
              <a:spLocks noChangeArrowheads="1"/>
            </p:cNvSpPr>
            <p:nvPr/>
          </p:nvSpPr>
          <p:spPr bwMode="hidden">
            <a:xfrm>
              <a:off x="4773" y="3705"/>
              <a:ext cx="201" cy="106"/>
            </a:xfrm>
            <a:prstGeom prst="ellipse">
              <a:avLst/>
            </a:prstGeom>
            <a:gradFill rotWithShape="0">
              <a:gsLst>
                <a:gs pos="0">
                  <a:schemeClr val="accent2"/>
                </a:gs>
                <a:gs pos="100000">
                  <a:schemeClr val="accent2">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1" name="Oval 199"/>
            <p:cNvSpPr>
              <a:spLocks noChangeArrowheads="1"/>
            </p:cNvSpPr>
            <p:nvPr/>
          </p:nvSpPr>
          <p:spPr bwMode="hidden">
            <a:xfrm>
              <a:off x="4491" y="4049"/>
              <a:ext cx="196" cy="105"/>
            </a:xfrm>
            <a:prstGeom prst="ellipse">
              <a:avLst/>
            </a:prstGeom>
            <a:gradFill rotWithShape="0">
              <a:gsLst>
                <a:gs pos="0">
                  <a:schemeClr val="accent2"/>
                </a:gs>
                <a:gs pos="100000">
                  <a:schemeClr val="accent2">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2" name="Oval 200"/>
            <p:cNvSpPr>
              <a:spLocks noChangeArrowheads="1"/>
            </p:cNvSpPr>
            <p:nvPr/>
          </p:nvSpPr>
          <p:spPr bwMode="hidden">
            <a:xfrm>
              <a:off x="3989" y="3396"/>
              <a:ext cx="168" cy="96"/>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3" name="Oval 201"/>
            <p:cNvSpPr>
              <a:spLocks noChangeArrowheads="1"/>
            </p:cNvSpPr>
            <p:nvPr/>
          </p:nvSpPr>
          <p:spPr bwMode="hidden">
            <a:xfrm>
              <a:off x="4263" y="3141"/>
              <a:ext cx="167" cy="95"/>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4" name="Oval 202"/>
            <p:cNvSpPr>
              <a:spLocks noChangeArrowheads="1"/>
            </p:cNvSpPr>
            <p:nvPr/>
          </p:nvSpPr>
          <p:spPr bwMode="hidden">
            <a:xfrm>
              <a:off x="5044" y="3418"/>
              <a:ext cx="167" cy="95"/>
            </a:xfrm>
            <a:prstGeom prst="ellipse">
              <a:avLst/>
            </a:prstGeom>
            <a:gradFill rotWithShape="0">
              <a:gsLst>
                <a:gs pos="0">
                  <a:schemeClr val="accent2"/>
                </a:gs>
                <a:gs pos="100000">
                  <a:schemeClr val="accent2">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5" name="Oval 203"/>
            <p:cNvSpPr>
              <a:spLocks noChangeArrowheads="1"/>
            </p:cNvSpPr>
            <p:nvPr/>
          </p:nvSpPr>
          <p:spPr bwMode="hidden">
            <a:xfrm>
              <a:off x="4553" y="2873"/>
              <a:ext cx="156" cy="83"/>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6" name="Oval 204"/>
            <p:cNvSpPr>
              <a:spLocks noChangeArrowheads="1"/>
            </p:cNvSpPr>
            <p:nvPr/>
          </p:nvSpPr>
          <p:spPr bwMode="hidden">
            <a:xfrm>
              <a:off x="5293" y="3116"/>
              <a:ext cx="168" cy="95"/>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 name="Oval 205"/>
            <p:cNvSpPr>
              <a:spLocks noChangeArrowheads="1"/>
            </p:cNvSpPr>
            <p:nvPr/>
          </p:nvSpPr>
          <p:spPr bwMode="hidden">
            <a:xfrm>
              <a:off x="5497" y="2879"/>
              <a:ext cx="156" cy="89"/>
            </a:xfrm>
            <a:prstGeom prst="ellipse">
              <a:avLst/>
            </a:prstGeom>
            <a:gradFill rotWithShape="0">
              <a:gsLst>
                <a:gs pos="0">
                  <a:schemeClr val="accent2"/>
                </a:gs>
                <a:gs pos="100000">
                  <a:schemeClr val="accent2">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8" name="Oval 206"/>
            <p:cNvSpPr>
              <a:spLocks noChangeArrowheads="1"/>
            </p:cNvSpPr>
            <p:nvPr/>
          </p:nvSpPr>
          <p:spPr bwMode="hidden">
            <a:xfrm>
              <a:off x="4772" y="2673"/>
              <a:ext cx="156" cy="83"/>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9" name="Oval 207"/>
            <p:cNvSpPr>
              <a:spLocks noChangeArrowheads="1"/>
            </p:cNvSpPr>
            <p:nvPr/>
          </p:nvSpPr>
          <p:spPr bwMode="hidden">
            <a:xfrm>
              <a:off x="4966" y="2488"/>
              <a:ext cx="156" cy="84"/>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0" name="Oval 208"/>
            <p:cNvSpPr>
              <a:spLocks noChangeArrowheads="1"/>
            </p:cNvSpPr>
            <p:nvPr/>
          </p:nvSpPr>
          <p:spPr bwMode="hidden">
            <a:xfrm>
              <a:off x="5444" y="2052"/>
              <a:ext cx="134" cy="73"/>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1" name="Oval 209"/>
            <p:cNvSpPr>
              <a:spLocks noChangeArrowheads="1"/>
            </p:cNvSpPr>
            <p:nvPr/>
          </p:nvSpPr>
          <p:spPr bwMode="hidden">
            <a:xfrm>
              <a:off x="5161" y="2314"/>
              <a:ext cx="140" cy="73"/>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2" name="Oval 210"/>
            <p:cNvSpPr>
              <a:spLocks noChangeArrowheads="1"/>
            </p:cNvSpPr>
            <p:nvPr/>
          </p:nvSpPr>
          <p:spPr bwMode="hidden">
            <a:xfrm>
              <a:off x="5318" y="2176"/>
              <a:ext cx="134" cy="61"/>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3" name="Oval 211"/>
            <p:cNvSpPr>
              <a:spLocks noChangeArrowheads="1"/>
            </p:cNvSpPr>
            <p:nvPr/>
          </p:nvSpPr>
          <p:spPr bwMode="hidden">
            <a:xfrm>
              <a:off x="5581" y="1933"/>
              <a:ext cx="128" cy="61"/>
            </a:xfrm>
            <a:prstGeom prst="ellipse">
              <a:avLst/>
            </a:prstGeom>
            <a:gradFill rotWithShape="0">
              <a:gsLst>
                <a:gs pos="0">
                  <a:schemeClr val="accent2"/>
                </a:gs>
                <a:gs pos="100000">
                  <a:schemeClr val="accent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4" name="Oval 212"/>
            <p:cNvSpPr>
              <a:spLocks noChangeArrowheads="1"/>
            </p:cNvSpPr>
            <p:nvPr/>
          </p:nvSpPr>
          <p:spPr bwMode="hidden">
            <a:xfrm>
              <a:off x="5689" y="1811"/>
              <a:ext cx="128" cy="61"/>
            </a:xfrm>
            <a:prstGeom prst="ellipse">
              <a:avLst/>
            </a:prstGeom>
            <a:gradFill rotWithShape="0">
              <a:gsLst>
                <a:gs pos="0">
                  <a:schemeClr val="accent2"/>
                </a:gs>
                <a:gs pos="100000">
                  <a:schemeClr val="accent2">
                    <a:gamma/>
                    <a:shade val="57647"/>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5" name="Oval 213"/>
            <p:cNvSpPr>
              <a:spLocks noChangeArrowheads="1"/>
            </p:cNvSpPr>
            <p:nvPr/>
          </p:nvSpPr>
          <p:spPr bwMode="hidden">
            <a:xfrm>
              <a:off x="5663" y="2680"/>
              <a:ext cx="156" cy="83"/>
            </a:xfrm>
            <a:prstGeom prst="ellipse">
              <a:avLst/>
            </a:prstGeom>
            <a:gradFill rotWithShape="0">
              <a:gsLst>
                <a:gs pos="0">
                  <a:schemeClr val="accent2"/>
                </a:gs>
                <a:gs pos="100000">
                  <a:schemeClr val="accent2">
                    <a:gamma/>
                    <a:shade val="54510"/>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6"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7"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8"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29" name="Oval 217"/>
            <p:cNvSpPr>
              <a:spLocks noChangeArrowheads="1"/>
            </p:cNvSpPr>
            <p:nvPr/>
          </p:nvSpPr>
          <p:spPr bwMode="hidden">
            <a:xfrm>
              <a:off x="5624" y="4010"/>
              <a:ext cx="201" cy="106"/>
            </a:xfrm>
            <a:prstGeom prst="ellipse">
              <a:avLst/>
            </a:prstGeom>
            <a:gradFill rotWithShape="0">
              <a:gsLst>
                <a:gs pos="0">
                  <a:schemeClr val="accent2"/>
                </a:gs>
                <a:gs pos="100000">
                  <a:schemeClr val="accent2">
                    <a:gamma/>
                    <a:shade val="39216"/>
                    <a:invGamma/>
                  </a:schemeClr>
                </a:gs>
              </a:gsLst>
              <a:lin ang="2700000" scaled="1"/>
            </a:gradFill>
            <a:ln>
              <a:noFill/>
            </a:ln>
            <a:effectLst/>
            <a:extLst>
              <a:ext uri="{91240B29-F687-4F45-9708-019B960494DF}">
                <a14:hiddenLine xmlns:a14="http://schemas.microsoft.com/office/drawing/2010/main" w="9525">
                  <a:solidFill>
                    <a:schemeClr val="hlink"/>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3530" name="Rectangle 218"/>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lvl="0" eaLnBrk="1" hangingPunct="1"/>
            <a:fld id="{9A0DB2DC-4C9A-4742-B13C-FB6460FD3503}" type="slidenum">
              <a:rPr lang="en-US" altLang="zh-CN" dirty="0">
                <a:effectLst>
                  <a:outerShdw blurRad="38100" dist="38100" dir="2700000">
                    <a:srgbClr val="000000"/>
                  </a:outerShdw>
                </a:effectLst>
                <a:latin typeface="Arial" panose="020B0604020202020204" pitchFamily="34" charset="0"/>
              </a:rPr>
            </a:fld>
            <a:endParaRPr lang="en-US" altLang="zh-CN" dirty="0">
              <a:effectLst>
                <a:outerShdw blurRad="38100" dist="38100" dir="2700000">
                  <a:srgbClr val="000000"/>
                </a:outerShdw>
              </a:effectLst>
              <a:latin typeface="Arial" panose="020B0604020202020204" pitchFamily="34" charset="0"/>
            </a:endParaRPr>
          </a:p>
        </p:txBody>
      </p:sp>
      <p:sp>
        <p:nvSpPr>
          <p:cNvPr id="13531" name="Rectangle 219"/>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effectLst>
                  <a:outerShdw blurRad="38100" dist="38100" dir="2700000" algn="tl">
                    <a:srgbClr val="000000"/>
                  </a:outerShdw>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532" name="Rectangle 220"/>
          <p:cNvSpPr>
            <a:spLocks noGrp="1" noChangeArrowheads="1"/>
          </p:cNvSpPr>
          <p:nvPr>
            <p:ph type="ftr" sz="quarter" idx="3"/>
          </p:nvPr>
        </p:nvSpPr>
        <p:spPr bwMode="auto">
          <a:xfrm>
            <a:off x="31242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200">
                <a:effectLst>
                  <a:outerShdw blurRad="38100" dist="38100" dir="2700000" algn="tl">
                    <a:srgbClr val="000000"/>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13533" name="Rectangle 221"/>
          <p:cNvSpPr>
            <a:spLocks noGrp="1" noChangeArrowheads="1"/>
          </p:cNvSpPr>
          <p:nvPr>
            <p:ph type="body" idx="1"/>
          </p:nvPr>
        </p:nvSpPr>
        <p:spPr bwMode="auto">
          <a:xfrm>
            <a:off x="457200" y="1600200"/>
            <a:ext cx="8229600" cy="453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3534" name="Rectangle 22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Blip>
          <a:blip r:embed="rId12"/>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folHlink"/>
        </a:buClr>
        <a:buSzPct val="5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fontAlgn="base">
        <a:spcBef>
          <a:spcPct val="20000"/>
        </a:spcBef>
        <a:spcAft>
          <a:spcPct val="0"/>
        </a:spcAft>
        <a:buClr>
          <a:schemeClr val="hlink"/>
        </a:buClr>
        <a:buFont typeface="Wingdings" panose="05000000000000000000" pitchFamily="2" charset="2"/>
        <a:buBlip>
          <a:blip r:embed="rId12"/>
        </a:buBlip>
        <a:defRPr sz="2400">
          <a:solidFill>
            <a:schemeClr val="tx1"/>
          </a:solidFill>
          <a:effectLst>
            <a:outerShdw blurRad="38100" dist="38100" dir="2700000" algn="tl">
              <a:srgbClr val="000000"/>
            </a:outerShdw>
          </a:effectLst>
          <a:latin typeface="+mn-lt"/>
          <a:ea typeface="+mn-ea"/>
        </a:defRPr>
      </a:lvl3pPr>
      <a:lvl4pPr marL="1600200" indent="-228600" algn="l" rtl="0" fontAlgn="base">
        <a:spcBef>
          <a:spcPct val="20000"/>
        </a:spcBef>
        <a:spcAft>
          <a:spcPct val="0"/>
        </a:spcAft>
        <a:buClr>
          <a:schemeClr val="folHlink"/>
        </a:buClr>
        <a:buSzPct val="5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fontAlgn="base">
        <a:spcBef>
          <a:spcPct val="20000"/>
        </a:spcBef>
        <a:spcAft>
          <a:spcPct val="0"/>
        </a:spcAft>
        <a:buClr>
          <a:schemeClr val="hlink"/>
        </a:buClr>
        <a:buFont typeface="Wingdings" panose="05000000000000000000" pitchFamily="2" charset="2"/>
        <a:buBlip>
          <a:blip r:embed="rId12"/>
        </a:buBlip>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Font typeface="Wingdings" panose="05000000000000000000" pitchFamily="2" charset="2"/>
        <a:buBlip>
          <a:blip r:embed="rId12"/>
        </a:buBlip>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Font typeface="Wingdings" panose="05000000000000000000" pitchFamily="2" charset="2"/>
        <a:buBlip>
          <a:blip r:embed="rId12"/>
        </a:buBlip>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Font typeface="Wingdings" panose="05000000000000000000" pitchFamily="2" charset="2"/>
        <a:buBlip>
          <a:blip r:embed="rId12"/>
        </a:buBlip>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Font typeface="Wingdings" panose="05000000000000000000" pitchFamily="2" charset="2"/>
        <a:buBlip>
          <a:blip r:embed="rId12"/>
        </a:buBlip>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noChangeArrowheads="1"/>
          </p:cNvSpPr>
          <p:nvPr>
            <p:ph type="ctrTitle" sz="quarter"/>
          </p:nvPr>
        </p:nvSpPr>
        <p:spPr>
          <a:xfrm>
            <a:off x="685800" y="1844675"/>
            <a:ext cx="8229600" cy="2193925"/>
          </a:xfrm>
        </p:spPr>
        <p:txBody>
          <a:bodyPr vert="horz" wrap="square" lIns="91440" tIns="45720" rIns="91440" bIns="45720" numCol="1" anchor="b" anchorCtr="1"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实验二、进程通信（一）</a:t>
            </a:r>
            <a:b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br>
            <a: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管道及共享内存</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一、管道通信</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41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管道是</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Linux</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支持的最初进程间通信形式之一，具有以下特点：</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管道是半双工的，数据只能向一个方向流动；需要双方通信时，需要建立起两个管道； 单独构成一种独立的文件系统：管道对于管道两端的进程而言，就是一个文件，但它不是普通的文件，它不属于某种文件系统，而是自立门户，单独构成一种文件系统 。</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数据的读出和写入：一个进程向管道中写的内容被管道另一端的进程读出。</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Rectangle 3"/>
          <p:cNvSpPr>
            <a:spLocks noGrp="1" noChangeArrowheads="1"/>
          </p:cNvSpPr>
          <p:nvPr>
            <p:ph idx="1"/>
          </p:nvPr>
        </p:nvSpPr>
        <p:spPr>
          <a:xfrm>
            <a:off x="304800" y="304800"/>
            <a:ext cx="8382000" cy="58293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利用系统调用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pipe()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可创建一个简单的管道。该系统调用只需要</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个参数，由两个整数组成的</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个数组。若调用成功，则该数组将会包含管道所使用的两个新的文件描述符。</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fd[2];</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pipe(fd);</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调用成功，</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fd[0]</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存放供读进程使用的文件描述符（管道出口），</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存放供写程使用的文件描述符（管道入口）。</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pipe()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函数创建的管道的两端处于一个进程中间，在实际应用中没有太大意义，因此，一个进程在由</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pipe()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创建管道后，一般再</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fork</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一个子进程，然后通过管道实现父子进程间的通信，子进程将从父进程那里继承所有打开的文件描述符。则父子两个进程都能访问组成管道的两个文件描述符，这样子进程可以向父进程发送消息（或者相反）。管道是单方向的，数据只能向一个方向移动，从</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写入，从</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fd[0]</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读出。</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Rectangle 3"/>
          <p:cNvSpPr>
            <a:spLocks noGrp="1" noChangeArrowheads="1"/>
          </p:cNvSpPr>
          <p:nvPr>
            <p:ph idx="1"/>
          </p:nvPr>
        </p:nvSpPr>
        <p:spPr>
          <a:xfrm>
            <a:off x="381000" y="381000"/>
            <a:ext cx="8305800" cy="57531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发送进程利用文件系统的系统调用</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write(fd[1],buf,size)</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，把</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buf</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中</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个字符送入</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fd[1]</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，接收进程利用</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read(fd[0],buf,size)</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，把从</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fd[0]</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读出的</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个字符置入</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buf</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中。这样管道按</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FIFO</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（先进先出）方式传送信息。</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两个进程一般把自己用不到的管道的一端关掉。例如：父进程从子进程接收数据，则关掉</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fd[1]</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，而子进程关掉</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fd[0]</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两进程间要想双向通信，则要通过创建两个管道，并在两进程中正确分配好文件描述符。</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Rectangle 3"/>
          <p:cNvSpPr>
            <a:spLocks noGrp="1" noChangeArrowheads="1"/>
          </p:cNvSpPr>
          <p:nvPr>
            <p:ph idx="1"/>
          </p:nvPr>
        </p:nvSpPr>
        <p:spPr>
          <a:xfrm>
            <a:off x="304800" y="228600"/>
            <a:ext cx="8382000" cy="66294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main()</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int x,fd[2];</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char buf[30],s[30];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pipe(fd);</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while ((x=fork())==-1);</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if (x==0)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close(fd[0]);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printf("Child Process!\n");</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strcpy(buf,"This is an example\n");</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write(fd[1],buf,30);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exit(0);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else{</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close(fd[1]);</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printf("Parent Process!\n");</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read(fd[0],s,30);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printf("%s\n",s);</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5" name="Rectangle 3"/>
          <p:cNvSpPr>
            <a:spLocks noGrp="1" noChangeArrowheads="1"/>
          </p:cNvSpPr>
          <p:nvPr>
            <p:ph idx="1"/>
          </p:nvPr>
        </p:nvSpPr>
        <p:spPr>
          <a:xfrm>
            <a:off x="457200" y="1104900"/>
            <a:ext cx="8305800" cy="45339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任务一、</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）阅读以上父子进程利用管道进行通信的例子（例</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），写出程序的运行结果并分析。</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）编写程序：父进程利用管道将一字符串交给子进程处理。子进程读字符串，将里面的字符反向后再交给父进程，父进程最后读取并打印反向的字符串。</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二、共享内存通信</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5539" name="Rectangle 3"/>
          <p:cNvSpPr>
            <a:spLocks noGrp="1" noChangeArrowheads="1"/>
          </p:cNvSpPr>
          <p:nvPr>
            <p:ph idx="1"/>
          </p:nvPr>
        </p:nvSpPr>
        <p:spPr>
          <a:xfrm>
            <a:off x="457200" y="1600200"/>
            <a:ext cx="8305800" cy="49530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a:t>
            </a:r>
            <a:r>
              <a:rPr kumimoji="0" lang="zh-CN" altLang="en-US" sz="24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简介 ：</a:t>
            </a:r>
            <a:endParaRPr kumimoji="0" lang="zh-CN" altLang="en-US" sz="24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Interprocess Communication</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）是</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UNIX System v</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的一个核心程序包，它负责完成</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System V</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进程之间的大量数据传送工作。在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包被开发出来之前，通信能力一直是</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UNIX</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系统的一个弱点，因为只能利用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pipe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来传递大量数据。而</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pipe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又存在着只有调用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pipe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的进程的子孙后代才能使用它进行通信的缺点。</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UNIXSystem V IPC</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软件包分三个组成部分：</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 </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共享存储器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(shared memory)</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方式可使得不同进程通过共享彼此的虚拟空间而达到互相对共享区操作和数据通信的目的。</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 </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消息</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(message)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用于进程之间传递分类的格式化数据。</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 </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信号量</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(semaphore)</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机制用于通信进程之间往前推进时的同步控制。信号量总是和共享存储器方式一起使用。</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Rectangle 3"/>
          <p:cNvSpPr>
            <a:spLocks noGrp="1" noChangeArrowheads="1"/>
          </p:cNvSpPr>
          <p:nvPr>
            <p:ph idx="1"/>
          </p:nvPr>
        </p:nvSpPr>
        <p:spPr>
          <a:xfrm>
            <a:off x="381000" y="381000"/>
            <a:ext cx="8305800" cy="57531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共享内存概念：</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多个进程共享一块存贮空间，诸进程可通过对共享存贮区中的数据进行读和写来实现通信。首先由一个进程创建一个共享内存段，设置大小和访问权限，之后进程即可挂接该存贮段，同时将其映射到自己当前的数据空间中。然后其他的进程在权限许可的情况下，也挂接该存贮段，并将其映射到自己当前的数据空间中。每个进程通过挂接的地址访问共享内存段。当一个进程对共享内存段的操作已经结束时，可以脱接该段。当所有进程都已完成对该共享内存段的操作时，通常由段的创建进程负责将其删除。 </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7" name="Rectangle 3"/>
          <p:cNvSpPr>
            <a:spLocks noGrp="1" noChangeArrowheads="1"/>
          </p:cNvSpPr>
          <p:nvPr>
            <p:ph idx="1"/>
          </p:nvPr>
        </p:nvSpPr>
        <p:spPr>
          <a:xfrm>
            <a:off x="228600" y="228600"/>
            <a:ext cx="8915400" cy="6477000"/>
          </a:xfrm>
        </p:spPr>
        <p:txBody>
          <a:bodyPr vert="horz" wrap="square" lIns="91440" tIns="45720" rIns="91440" bIns="45720" numCol="1" anchor="t" anchorCtr="0" compatLnSpc="1"/>
          <a:lstStyle/>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1"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共享内存的系统调用：</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操纵共享内存共有</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4</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个系统调用。它们是：</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shmget() </a:t>
            </a:r>
            <a:endPar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建立一个新的共享区或返回一个已存在的共享存储区描述字；</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shmget(key_t key,int size,int shmflag)</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，其中，</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是用户指定的共享区号，</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是共享存储区的长度，而</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shmflag</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用来标识共享内存段的创建条件机以及访问权限。</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成功，返回共享内存段的标识符，内核中用于唯一标识一个对象。对存在于内核存贮空间中的每个共享内存段，内核均为其维护着一个数据结构</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shmid_ds</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失败，返回－</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，设置</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errno</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①第一个参数</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（键值），预定义的数据类型</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key_t</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，其类型是长整型。用来创建</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标识符，</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shmget()</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返回的标识符与</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值一一对应，不同的</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值返回不同的标识符。</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②第二个参数</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size</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，决定了共享内存段的大小（若访问已存在的内存段，该参数可设为</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）。有最大字节数的限制，</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0x2000000</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32M</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，极限值，可查看</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/usr/include/linux/shm.h</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③第三个参数</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shmflag</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，用于设置访问权限及标识创建条件。</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/usr/include/linux/ipc.h</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中可找到一些预定义的常量：</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IPC_PRIVATE ((key_t)0)</a:t>
            </a:r>
            <a:endPar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IPC_CREAT 00001000</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（八进制）</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IPC_EXCL 00002000</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（八进制）</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值为</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IPC_PRIVATE</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时，调用</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shmget</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将生成一个新的共享内存段。</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Shmflag</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为</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0666|IPC_CREAT</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时，如果</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值是新的，返回新创建的内存段标识符。</a:t>
            </a:r>
            <a:endPar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若</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值是旧的，返回已存在内核中的具有相同关键字值的内存段标识符。</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Rectangle 3"/>
          <p:cNvSpPr>
            <a:spLocks noGrp="1" noChangeArrowheads="1"/>
          </p:cNvSpPr>
          <p:nvPr>
            <p:ph idx="1"/>
          </p:nvPr>
        </p:nvSpPr>
        <p:spPr>
          <a:xfrm>
            <a:off x="304800" y="228600"/>
            <a:ext cx="8534400" cy="6324600"/>
          </a:xfrm>
        </p:spPr>
        <p:txBody>
          <a:bodyPr vert="horz" wrap="square" lIns="91440" tIns="45720" rIns="91440" bIns="45720" numCol="1" anchor="t" anchorCtr="0" compatLnSpc="1"/>
          <a:lstStyle/>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(2)shmat()</a:t>
            </a:r>
            <a:endPar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连接内存段，映射到自己的地址空间中；</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shmat(int shmid,void *shmaddr,int shmflag)</a:t>
            </a:r>
            <a:endPar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成功：返回该共享内存段连接到调用进程地址空间上的地址（指针）</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错误：返回－</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一旦正确地连上一个内存段，该共享内存段就成为进程虚地址空间地一部分，进行读、写就很简单，利用指针。</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第一个参数</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，是一个有效的共享内存标识符；</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第二个参数</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shmaddr</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，非</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，该值作为挂接的地址，设为</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，则由系统来选择挂接地址；</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第三个参数</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shmflag</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，可指定挂接后的访问权限，（默认情况</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Rectangle 3"/>
          <p:cNvSpPr>
            <a:spLocks noGrp="1" noChangeArrowheads="1"/>
          </p:cNvSpPr>
          <p:nvPr>
            <p:ph idx="1"/>
          </p:nvPr>
        </p:nvSpPr>
        <p:spPr>
          <a:xfrm>
            <a:off x="457200" y="609600"/>
            <a:ext cx="8229600" cy="4800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(3)shmdt() </a:t>
            </a:r>
            <a:endPar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当某个进程不需要一个共享内存段时，调用该系统调用，断开与该内存段的连接。</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shmdt(void *shmaddr) </a:t>
            </a:r>
            <a:endPar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成功：返回</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错误：返回－</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参数</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shmaddr</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指向一个已挂接的内存段。</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Rectangle 3"/>
          <p:cNvSpPr>
            <a:spLocks noGrp="1" noChangeArrowheads="1"/>
          </p:cNvSpPr>
          <p:nvPr>
            <p:ph idx="1"/>
          </p:nvPr>
        </p:nvSpPr>
        <p:spPr>
          <a:xfrm>
            <a:off x="457200" y="152400"/>
            <a:ext cx="8382000" cy="6324600"/>
          </a:xfrm>
        </p:spPr>
        <p:txBody>
          <a:bodyPr vert="horz" wrap="square" lIns="91440" tIns="45720" rIns="91440" bIns="45720" numCol="1" anchor="t" anchorCtr="0" compatLnSpc="1"/>
          <a:lstStyle/>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(4)shmctl()</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用户对一个存在的共享内存段进行一系列的操作；</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shmctl(int shmid,int cmd,struct shmid_ds *buf);</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成功：返回</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错误：返回－</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，设置</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errno</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第一个参数</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，前面</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shmget()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调用返回的有效的共享内存标识符；</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第二个参数</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cmd</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，指明</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shmctl</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将要执行的操作；</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第三个参数</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buf</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，指向一个</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shmid_ds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类的结构。</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Cmd</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可执行的操作：（这些也是在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/usr/include/linux/ipc.h</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中定义的）</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IPC_STAT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：返回由</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值指定的存贮段</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shmid_ds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结构的当前值。</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IPC_SET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：修改</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shmid_ds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结构中反问权限子结构的若干成员</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IPC_RMID</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：删除</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指向的内存段（并非真正删除，只有当前连接到该内存段的最后一个进程正确地断开了与它的连接，实际的删除操作才会发生）。</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Rectangle 3"/>
          <p:cNvSpPr>
            <a:spLocks noGrp="1" noChangeArrowheads="1"/>
          </p:cNvSpPr>
          <p:nvPr>
            <p:ph idx="1"/>
          </p:nvPr>
        </p:nvSpPr>
        <p:spPr>
          <a:xfrm>
            <a:off x="457200" y="381000"/>
            <a:ext cx="8382000" cy="62484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&lt;sys/types.h&gt;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&lt;sys/ipc.h&gt;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&lt;sys/shm.h&gt;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main()</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key_t key=15; /*</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在实际实验过程中，为了避免每个同学建立的共享存储区关键字一样而相互干扰，关键字请用学号末</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位*</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shmid_1,shmid_2;</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if ((shmid_1=shmget(key,1000,0644|IPC_CREAT))==-1){</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perror("shmget shmid_1");exit(1);</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printf("First shared memory identifier is %d\n",shmid_1);</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if ((shmid_2=shmget(IPC_PRIVATE,20,0644))==-1){</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perror("shmget shmid_2");exit(2);</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printf("Second shared memory identifier is %d\n",shmid_2);</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exit(0);</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2" name="图片 1"/>
          <p:cNvPicPr>
            <a:picLocks noChangeAspect="1"/>
          </p:cNvPicPr>
          <p:nvPr/>
        </p:nvPicPr>
        <p:blipFill>
          <a:blip r:embed="rId1"/>
          <a:stretch>
            <a:fillRect/>
          </a:stretch>
        </p:blipFill>
        <p:spPr>
          <a:xfrm>
            <a:off x="533400" y="2667000"/>
            <a:ext cx="14668500" cy="3438525"/>
          </a:xfrm>
          <a:prstGeom prst="rect">
            <a:avLst/>
          </a:prstGeom>
        </p:spPr>
      </p:pic>
      <p:pic>
        <p:nvPicPr>
          <p:cNvPr id="3" name="图片 2"/>
          <p:cNvPicPr>
            <a:picLocks noChangeAspect="1"/>
          </p:cNvPicPr>
          <p:nvPr/>
        </p:nvPicPr>
        <p:blipFill>
          <a:blip r:embed="rId2"/>
          <a:stretch>
            <a:fillRect/>
          </a:stretch>
        </p:blipFill>
        <p:spPr>
          <a:xfrm>
            <a:off x="838200" y="-285750"/>
            <a:ext cx="6267450" cy="2476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3" name="Rectangle 3"/>
          <p:cNvSpPr>
            <a:spLocks noGrp="1" noChangeArrowheads="1"/>
          </p:cNvSpPr>
          <p:nvPr>
            <p:ph idx="1"/>
          </p:nvPr>
        </p:nvSpPr>
        <p:spPr>
          <a:xfrm>
            <a:off x="0" y="0"/>
            <a:ext cx="8991600" cy="68580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：（程序</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&lt;sys/types.h&gt;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&lt;sys/ipc.h&gt;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&lt;sys/shm.h&gt;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SHMKEY 75  /*</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在实际实验过程中，为了避免每个同学建立的共享存储区关键字一样而相互干扰，关键字请用学号末</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位*</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K  1024</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shmid;</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main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i,*pint;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char *addr;</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extern char * shmat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extern cleanup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for(i=0;i&lt;20;i++) signal(i,cleanup);</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shmid=shmget(SHMKEY,16*K,0777|IPC_CREAT); /*</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建立</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16K</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共享区</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SHMKEY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addr=shmat(shmid,0,0);/*</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挂接，并得到共享区首地址 *</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printf ("addr 0x%x\n",addr);</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pint=(int *)addr;</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for (i=0;i&lt;256;i++) *pint++=i;</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pause();/*</a:t>
            </a:r>
            <a:r>
              <a:rPr kumimoji="0" lang="zh-CN" altLang="en-US"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等待接收进程读 *</a:t>
            </a: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cleanup()</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shmctl(shmid,IPC_RMID,0);</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exit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1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7" name="Rectangle 3"/>
          <p:cNvSpPr>
            <a:spLocks noGrp="1" noChangeArrowheads="1"/>
          </p:cNvSpPr>
          <p:nvPr>
            <p:ph idx="1"/>
          </p:nvPr>
        </p:nvSpPr>
        <p:spPr>
          <a:xfrm>
            <a:off x="381000" y="228600"/>
            <a:ext cx="8534400" cy="64008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：（程序</a:t>
            </a:r>
            <a:r>
              <a:rPr kumimoji="0" lang="en-US" altLang="zh-CN"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&lt;sys/types.h&gt;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&lt;sys/ipc.h&gt;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#include &lt;sys/shm.h&gt;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SHMKEY 75  </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在实际实验过程中，为了避免每个同学建立的共享存储区关键字一样而相互干扰，关键字请用学号末</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位*</a:t>
            </a:r>
            <a:r>
              <a:rPr kumimoji="0" lang="en-US" altLang="zh-CN" sz="18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#define K  1024</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shmid;</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main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int i,*pint;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char *addr;</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extern char * shmat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shmid=shmget(SHMKEY,8*K,0777);/*</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取共享区</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SHMKEY</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id */</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addr=shmat(shmid,0,0);/*</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连接共享区*</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pint=(int *)addr;</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for (i=0;i&lt;256;i++)</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printf("%d\n",*pint++);/*</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打印共享区中的内容*</a:t>
            </a: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Rectangle 3"/>
          <p:cNvSpPr>
            <a:spLocks noGrp="1" noChangeArrowheads="1"/>
          </p:cNvSpPr>
          <p:nvPr>
            <p:ph idx="1"/>
          </p:nvPr>
        </p:nvSpPr>
        <p:spPr>
          <a:xfrm>
            <a:off x="304800" y="152400"/>
            <a:ext cx="8534400" cy="64008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任务二、</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）阅读例</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的程序，运行一次该程序，然后用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命令查看系统中共享存储区的情况，再次执行该程序，再用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命令查看系统中共享内存的情况，对两次的结果进行比较，并分析原因。最后用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命令删除自己建立的共享存储区。 （有关</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介绍见后面一页）</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）每个同学登陆两个窗口，先在一个窗口中运行例</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程序</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（或者只登陆一个窗口，先在该窗口中以后台方式运行程序</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），然后在另一个窗口中运行例</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程序</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，观察程序的运行结果并分析。运行结束后可以用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ctrl+c</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结束程序</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的运行。</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）编写程序：使用系统调用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shmget()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shmat()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shmdt()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shmctl()</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，编制程序。要求在父进程中生成一个</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30</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字节长的私有共享内存段。接下来，设置一个指向共享内存段的字符指针，将一串大写字母写入到该指针指向的存贮区。调用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fork()</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生成子进程，让子进程显示共享内存段中的内容。接着，将大写字母改成小写，子进程修改共享内存中的内容。之后，子进程将脱接共享内存段并退出。父进程在睡眠</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5</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秒后，在此显示共享内存段中的内容（此时已经是小写字母）。</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9" name="Rectangle 3"/>
          <p:cNvSpPr>
            <a:spLocks noGrp="1" noChangeArrowheads="1"/>
          </p:cNvSpPr>
          <p:nvPr>
            <p:ph idx="1"/>
          </p:nvPr>
        </p:nvSpPr>
        <p:spPr>
          <a:xfrm>
            <a:off x="304800" y="228600"/>
            <a:ext cx="8382000" cy="59055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附：</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ipcs</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命令的作用</a:t>
            </a: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用于查看系统中共享存储区，消息队列和信号量的情况。如下图：</a:t>
            </a:r>
            <a:endParaRPr kumimoji="0" lang="zh-CN" altLang="en-US"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[x02620101@localhost x02620101]$ ipcs</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Shared Memory Segments --------</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        shmid      owner      perms      bytes     nattch  status</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0x0000000f 262145     x02620101 644        1000       0</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0x00000000 294914     x02620101 644        20         0</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Semaphore Arrays --------</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        semid      owner      perms      nsems</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 Message Queues --------</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key        msqid      owner    perms      used-bytes   messages</a:t>
            </a:r>
            <a:endParaRPr kumimoji="0" lang="en-US" altLang="zh-CN" sz="24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1" name="Rectangle 3"/>
          <p:cNvSpPr>
            <a:spLocks noGrp="1" noChangeArrowheads="1"/>
          </p:cNvSpPr>
          <p:nvPr>
            <p:ph idx="1"/>
          </p:nvPr>
        </p:nvSpPr>
        <p:spPr>
          <a:xfrm>
            <a:off x="152400" y="228600"/>
            <a:ext cx="8763000" cy="6477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命令的作用：用于删除系统中存在的共享存储区，消息队列等。如：</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  -M key </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表示根据关键字删除共享存储区</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 -m id</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表示根据标识符删除共享存储区</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 -Q key</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表示根据关键字删除消息队列</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ipcrm -q id</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表示根据标识符删除消息队列</a:t>
            </a: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Digital Dots">
  <a:themeElements>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fontScheme name="Digital Dot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igital Dots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Digital Dots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gital Dots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Digital Dots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Digital Dots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Digital Dots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Digital Dots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Digital Dots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Digital Dots</Template>
  <TotalTime>0</TotalTime>
  <Words>5980</Words>
  <Application>WPS 演示</Application>
  <PresentationFormat>全屏显示(4:3)</PresentationFormat>
  <Paragraphs>196</Paragraphs>
  <Slides>18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Arial</vt:lpstr>
      <vt:lpstr>宋体</vt:lpstr>
      <vt:lpstr>Wingdings</vt:lpstr>
      <vt:lpstr>微软雅黑</vt:lpstr>
      <vt:lpstr>Arial Unicode MS</vt:lpstr>
      <vt:lpstr>Calibri</vt:lpstr>
      <vt:lpstr>Digital Dots</vt:lpstr>
      <vt:lpstr>实验二、进程通信（一）          ——管道及共享内存</vt:lpstr>
      <vt:lpstr>一、管道通信</vt:lpstr>
      <vt:lpstr>PowerPoint 演示文稿</vt:lpstr>
      <vt:lpstr>PowerPoint 演示文稿</vt:lpstr>
      <vt:lpstr>PowerPoint 演示文稿</vt:lpstr>
      <vt:lpstr>PowerPoint 演示文稿</vt:lpstr>
      <vt:lpstr>二、共享内存通信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Vivian</cp:lastModifiedBy>
  <cp:revision>46</cp:revision>
  <dcterms:created xsi:type="dcterms:W3CDTF">2019-12-09T07:30:00Z</dcterms:created>
  <dcterms:modified xsi:type="dcterms:W3CDTF">2025-06-17T03:48:33Z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2052-12.1.0.21541</vt:lpwstr>
  </property>
  <property fmtid="{D5CDD505-2E9C-101B-9397-08002B2CF9AE}" pid="4" name="ICV">
    <vt:lpwstr>62D755CCCBF84B79A61360A477625469_12</vt:lpwstr>
  </property>
</Properties>
</file>